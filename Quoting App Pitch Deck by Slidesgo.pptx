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9" r:id="rId4"/>
    <p:sldMasterId id="2147483670"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Proxima Nova"/>
      <p:regular r:id="rId48"/>
      <p:bold r:id="rId49"/>
      <p:italic r:id="rId50"/>
      <p:boldItalic r:id="rId51"/>
    </p:embeddedFont>
    <p:embeddedFont>
      <p:font typeface="Roboto Medium"/>
      <p:regular r:id="rId52"/>
      <p:bold r:id="rId53"/>
      <p:italic r:id="rId54"/>
      <p:boldItalic r:id="rId55"/>
    </p:embeddedFont>
    <p:embeddedFont>
      <p:font typeface="Amatic SC"/>
      <p:regular r:id="rId56"/>
      <p:bold r:id="rId57"/>
    </p:embeddedFont>
    <p:embeddedFont>
      <p:font typeface="Darker Grotesque"/>
      <p:regular r:id="rId58"/>
      <p:bold r:id="rId59"/>
    </p:embeddedFont>
    <p:embeddedFont>
      <p:font typeface="Barlow Medium"/>
      <p:regular r:id="rId60"/>
      <p:bold r:id="rId61"/>
      <p:italic r:id="rId62"/>
      <p:boldItalic r:id="rId63"/>
    </p:embeddedFont>
    <p:embeddedFont>
      <p:font typeface="Proxima Nova Semibold"/>
      <p:regular r:id="rId64"/>
      <p:bold r:id="rId65"/>
      <p:boldItalic r:id="rId66"/>
    </p:embeddedFont>
    <p:embeddedFont>
      <p:font typeface="PT Sans"/>
      <p:regular r:id="rId67"/>
      <p:bold r:id="rId68"/>
      <p:italic r:id="rId69"/>
      <p:boldItalic r:id="rId70"/>
    </p:embeddedFont>
    <p:embeddedFont>
      <p:font typeface="Barlow"/>
      <p:regular r:id="rId71"/>
      <p:bold r:id="rId72"/>
      <p:italic r:id="rId73"/>
      <p:boldItalic r:id="rId74"/>
    </p:embeddedFont>
    <p:embeddedFont>
      <p:font typeface="Darker Grotesque Black"/>
      <p:bold r:id="rId75"/>
    </p:embeddedFont>
    <p:embeddedFont>
      <p:font typeface="Open Sans"/>
      <p:regular r:id="rId76"/>
      <p:bold r:id="rId77"/>
      <p:italic r:id="rId78"/>
      <p:boldItalic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09BBBBC-70AD-4397-9F97-8F485A803ECE}">
  <a:tblStyle styleId="{809BBBBC-70AD-4397-9F97-8F485A803EC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5736355C-C129-4F2C-82EF-C416CB394C09}"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regular.fntdata"/><Relationship Id="rId47" Type="http://schemas.openxmlformats.org/officeDocument/2006/relationships/slide" Target="slides/slide41.xml"/><Relationship Id="rId49" Type="http://schemas.openxmlformats.org/officeDocument/2006/relationships/font" Target="fonts/ProximaNova-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Barlow-italic.fntdata"/><Relationship Id="rId72" Type="http://schemas.openxmlformats.org/officeDocument/2006/relationships/font" Target="fonts/Barlow-bold.fntdata"/><Relationship Id="rId31" Type="http://schemas.openxmlformats.org/officeDocument/2006/relationships/slide" Target="slides/slide25.xml"/><Relationship Id="rId75" Type="http://schemas.openxmlformats.org/officeDocument/2006/relationships/font" Target="fonts/DarkerGrotesqueBlack-bold.fntdata"/><Relationship Id="rId30" Type="http://schemas.openxmlformats.org/officeDocument/2006/relationships/slide" Target="slides/slide24.xml"/><Relationship Id="rId74" Type="http://schemas.openxmlformats.org/officeDocument/2006/relationships/font" Target="fonts/Barlow-boldItalic.fntdata"/><Relationship Id="rId33" Type="http://schemas.openxmlformats.org/officeDocument/2006/relationships/slide" Target="slides/slide27.xml"/><Relationship Id="rId77" Type="http://schemas.openxmlformats.org/officeDocument/2006/relationships/font" Target="fonts/OpenSans-bold.fntdata"/><Relationship Id="rId32" Type="http://schemas.openxmlformats.org/officeDocument/2006/relationships/slide" Target="slides/slide26.xml"/><Relationship Id="rId76" Type="http://schemas.openxmlformats.org/officeDocument/2006/relationships/font" Target="fonts/OpenSans-regular.fntdata"/><Relationship Id="rId35" Type="http://schemas.openxmlformats.org/officeDocument/2006/relationships/slide" Target="slides/slide29.xml"/><Relationship Id="rId79" Type="http://schemas.openxmlformats.org/officeDocument/2006/relationships/font" Target="fonts/OpenSans-boldItalic.fntdata"/><Relationship Id="rId34" Type="http://schemas.openxmlformats.org/officeDocument/2006/relationships/slide" Target="slides/slide28.xml"/><Relationship Id="rId78" Type="http://schemas.openxmlformats.org/officeDocument/2006/relationships/font" Target="fonts/OpenSans-italic.fntdata"/><Relationship Id="rId71" Type="http://schemas.openxmlformats.org/officeDocument/2006/relationships/font" Target="fonts/Barlow-regular.fntdata"/><Relationship Id="rId70" Type="http://schemas.openxmlformats.org/officeDocument/2006/relationships/font" Target="fonts/PTSans-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BarlowMedium-italic.fntdata"/><Relationship Id="rId61" Type="http://schemas.openxmlformats.org/officeDocument/2006/relationships/font" Target="fonts/BarlowMedium-bold.fntdata"/><Relationship Id="rId20" Type="http://schemas.openxmlformats.org/officeDocument/2006/relationships/slide" Target="slides/slide14.xml"/><Relationship Id="rId64" Type="http://schemas.openxmlformats.org/officeDocument/2006/relationships/font" Target="fonts/ProximaNovaSemibold-regular.fntdata"/><Relationship Id="rId63" Type="http://schemas.openxmlformats.org/officeDocument/2006/relationships/font" Target="fonts/BarlowMedium-boldItalic.fntdata"/><Relationship Id="rId22" Type="http://schemas.openxmlformats.org/officeDocument/2006/relationships/slide" Target="slides/slide16.xml"/><Relationship Id="rId66" Type="http://schemas.openxmlformats.org/officeDocument/2006/relationships/font" Target="fonts/ProximaNovaSemibold-boldItalic.fntdata"/><Relationship Id="rId21" Type="http://schemas.openxmlformats.org/officeDocument/2006/relationships/slide" Target="slides/slide15.xml"/><Relationship Id="rId65" Type="http://schemas.openxmlformats.org/officeDocument/2006/relationships/font" Target="fonts/ProximaNovaSemibold-bold.fntdata"/><Relationship Id="rId24" Type="http://schemas.openxmlformats.org/officeDocument/2006/relationships/slide" Target="slides/slide18.xml"/><Relationship Id="rId68" Type="http://schemas.openxmlformats.org/officeDocument/2006/relationships/font" Target="fonts/PTSans-bold.fntdata"/><Relationship Id="rId23" Type="http://schemas.openxmlformats.org/officeDocument/2006/relationships/slide" Target="slides/slide17.xml"/><Relationship Id="rId67" Type="http://schemas.openxmlformats.org/officeDocument/2006/relationships/font" Target="fonts/PTSans-regular.fntdata"/><Relationship Id="rId60" Type="http://schemas.openxmlformats.org/officeDocument/2006/relationships/font" Target="fonts/BarlowMedium-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TSans-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Italic.fntdata"/><Relationship Id="rId50" Type="http://schemas.openxmlformats.org/officeDocument/2006/relationships/font" Target="fonts/ProximaNova-italic.fntdata"/><Relationship Id="rId53" Type="http://schemas.openxmlformats.org/officeDocument/2006/relationships/font" Target="fonts/RobotoMedium-bold.fntdata"/><Relationship Id="rId52" Type="http://schemas.openxmlformats.org/officeDocument/2006/relationships/font" Target="fonts/RobotoMedium-regular.fntdata"/><Relationship Id="rId11" Type="http://schemas.openxmlformats.org/officeDocument/2006/relationships/slide" Target="slides/slide5.xml"/><Relationship Id="rId55" Type="http://schemas.openxmlformats.org/officeDocument/2006/relationships/font" Target="fonts/RobotoMedium-boldItalic.fntdata"/><Relationship Id="rId10" Type="http://schemas.openxmlformats.org/officeDocument/2006/relationships/slide" Target="slides/slide4.xml"/><Relationship Id="rId54" Type="http://schemas.openxmlformats.org/officeDocument/2006/relationships/font" Target="fonts/RobotoMedium-italic.fntdata"/><Relationship Id="rId13" Type="http://schemas.openxmlformats.org/officeDocument/2006/relationships/slide" Target="slides/slide7.xml"/><Relationship Id="rId57" Type="http://schemas.openxmlformats.org/officeDocument/2006/relationships/font" Target="fonts/AmaticSC-bold.fntdata"/><Relationship Id="rId12" Type="http://schemas.openxmlformats.org/officeDocument/2006/relationships/slide" Target="slides/slide6.xml"/><Relationship Id="rId56" Type="http://schemas.openxmlformats.org/officeDocument/2006/relationships/font" Target="fonts/AmaticSC-regular.fntdata"/><Relationship Id="rId15" Type="http://schemas.openxmlformats.org/officeDocument/2006/relationships/slide" Target="slides/slide9.xml"/><Relationship Id="rId59" Type="http://schemas.openxmlformats.org/officeDocument/2006/relationships/font" Target="fonts/DarkerGrotesque-bold.fntdata"/><Relationship Id="rId14" Type="http://schemas.openxmlformats.org/officeDocument/2006/relationships/slide" Target="slides/slide8.xml"/><Relationship Id="rId58" Type="http://schemas.openxmlformats.org/officeDocument/2006/relationships/font" Target="fonts/DarkerGrotesque-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 name="Shape 209"/>
        <p:cNvGrpSpPr/>
        <p:nvPr/>
      </p:nvGrpSpPr>
      <p:grpSpPr>
        <a:xfrm>
          <a:off x="0" y="0"/>
          <a:ext cx="0" cy="0"/>
          <a:chOff x="0" y="0"/>
          <a:chExt cx="0" cy="0"/>
        </a:xfrm>
      </p:grpSpPr>
      <p:sp>
        <p:nvSpPr>
          <p:cNvPr id="210" name="Google Shape;210;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 name="Google Shape;211;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 name="Shape 236"/>
        <p:cNvGrpSpPr/>
        <p:nvPr/>
      </p:nvGrpSpPr>
      <p:grpSpPr>
        <a:xfrm>
          <a:off x="0" y="0"/>
          <a:ext cx="0" cy="0"/>
          <a:chOff x="0" y="0"/>
          <a:chExt cx="0" cy="0"/>
        </a:xfrm>
      </p:grpSpPr>
      <p:sp>
        <p:nvSpPr>
          <p:cNvPr id="237" name="Google Shape;237;g29396591534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 name="Google Shape;238;g29396591534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 name="Shape 266"/>
        <p:cNvGrpSpPr/>
        <p:nvPr/>
      </p:nvGrpSpPr>
      <p:grpSpPr>
        <a:xfrm>
          <a:off x="0" y="0"/>
          <a:ext cx="0" cy="0"/>
          <a:chOff x="0" y="0"/>
          <a:chExt cx="0" cy="0"/>
        </a:xfrm>
      </p:grpSpPr>
      <p:sp>
        <p:nvSpPr>
          <p:cNvPr id="267" name="Google Shape;267;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 name="Google Shape;268;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 name="Google Shape;306;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2" name="Shape 332"/>
        <p:cNvGrpSpPr/>
        <p:nvPr/>
      </p:nvGrpSpPr>
      <p:grpSpPr>
        <a:xfrm>
          <a:off x="0" y="0"/>
          <a:ext cx="0" cy="0"/>
          <a:chOff x="0" y="0"/>
          <a:chExt cx="0" cy="0"/>
        </a:xfrm>
      </p:grpSpPr>
      <p:sp>
        <p:nvSpPr>
          <p:cNvPr id="333" name="Google Shape;333;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4" name="Google Shape;334;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 name="Shape 360"/>
        <p:cNvGrpSpPr/>
        <p:nvPr/>
      </p:nvGrpSpPr>
      <p:grpSpPr>
        <a:xfrm>
          <a:off x="0" y="0"/>
          <a:ext cx="0" cy="0"/>
          <a:chOff x="0" y="0"/>
          <a:chExt cx="0" cy="0"/>
        </a:xfrm>
      </p:grpSpPr>
      <p:sp>
        <p:nvSpPr>
          <p:cNvPr id="361" name="Google Shape;361;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 name="Google Shape;362;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 name="Shape 408"/>
        <p:cNvGrpSpPr/>
        <p:nvPr/>
      </p:nvGrpSpPr>
      <p:grpSpPr>
        <a:xfrm>
          <a:off x="0" y="0"/>
          <a:ext cx="0" cy="0"/>
          <a:chOff x="0" y="0"/>
          <a:chExt cx="0" cy="0"/>
        </a:xfrm>
      </p:grpSpPr>
      <p:sp>
        <p:nvSpPr>
          <p:cNvPr id="409" name="Google Shape;409;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 name="Google Shape;410;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3" name="Shape 453"/>
        <p:cNvGrpSpPr/>
        <p:nvPr/>
      </p:nvGrpSpPr>
      <p:grpSpPr>
        <a:xfrm>
          <a:off x="0" y="0"/>
          <a:ext cx="0" cy="0"/>
          <a:chOff x="0" y="0"/>
          <a:chExt cx="0" cy="0"/>
        </a:xfrm>
      </p:grpSpPr>
      <p:sp>
        <p:nvSpPr>
          <p:cNvPr id="454" name="Google Shape;454;g184d99d1a72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5" name="Google Shape;455;g184d99d1a72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 name="Shape 518"/>
        <p:cNvGrpSpPr/>
        <p:nvPr/>
      </p:nvGrpSpPr>
      <p:grpSpPr>
        <a:xfrm>
          <a:off x="0" y="0"/>
          <a:ext cx="0" cy="0"/>
          <a:chOff x="0" y="0"/>
          <a:chExt cx="0" cy="0"/>
        </a:xfrm>
      </p:grpSpPr>
      <p:sp>
        <p:nvSpPr>
          <p:cNvPr id="519" name="Google Shape;519;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 name="Google Shape;520;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 name="Shape 556"/>
        <p:cNvGrpSpPr/>
        <p:nvPr/>
      </p:nvGrpSpPr>
      <p:grpSpPr>
        <a:xfrm>
          <a:off x="0" y="0"/>
          <a:ext cx="0" cy="0"/>
          <a:chOff x="0" y="0"/>
          <a:chExt cx="0" cy="0"/>
        </a:xfrm>
      </p:grpSpPr>
      <p:sp>
        <p:nvSpPr>
          <p:cNvPr id="557" name="Google Shape;557;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 name="Google Shape;558;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 name="Shape 587"/>
        <p:cNvGrpSpPr/>
        <p:nvPr/>
      </p:nvGrpSpPr>
      <p:grpSpPr>
        <a:xfrm>
          <a:off x="0" y="0"/>
          <a:ext cx="0" cy="0"/>
          <a:chOff x="0" y="0"/>
          <a:chExt cx="0" cy="0"/>
        </a:xfrm>
      </p:grpSpPr>
      <p:sp>
        <p:nvSpPr>
          <p:cNvPr id="588" name="Google Shape;588;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9" name="Google Shape;589;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 name="Shape 614"/>
        <p:cNvGrpSpPr/>
        <p:nvPr/>
      </p:nvGrpSpPr>
      <p:grpSpPr>
        <a:xfrm>
          <a:off x="0" y="0"/>
          <a:ext cx="0" cy="0"/>
          <a:chOff x="0" y="0"/>
          <a:chExt cx="0" cy="0"/>
        </a:xfrm>
      </p:grpSpPr>
      <p:sp>
        <p:nvSpPr>
          <p:cNvPr id="615" name="Google Shape;615;g216241d4a3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6" name="Google Shape;616;g216241d4a3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4" name="Shape 654"/>
        <p:cNvGrpSpPr/>
        <p:nvPr/>
      </p:nvGrpSpPr>
      <p:grpSpPr>
        <a:xfrm>
          <a:off x="0" y="0"/>
          <a:ext cx="0" cy="0"/>
          <a:chOff x="0" y="0"/>
          <a:chExt cx="0" cy="0"/>
        </a:xfrm>
      </p:grpSpPr>
      <p:sp>
        <p:nvSpPr>
          <p:cNvPr id="655" name="Google Shape;655;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6" name="Google Shape;656;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 name="Shape 681"/>
        <p:cNvGrpSpPr/>
        <p:nvPr/>
      </p:nvGrpSpPr>
      <p:grpSpPr>
        <a:xfrm>
          <a:off x="0" y="0"/>
          <a:ext cx="0" cy="0"/>
          <a:chOff x="0" y="0"/>
          <a:chExt cx="0" cy="0"/>
        </a:xfrm>
      </p:grpSpPr>
      <p:sp>
        <p:nvSpPr>
          <p:cNvPr id="682" name="Google Shape;682;g190cccfa97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 name="Google Shape;683;g190cccfa97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7" name="Shape 757"/>
        <p:cNvGrpSpPr/>
        <p:nvPr/>
      </p:nvGrpSpPr>
      <p:grpSpPr>
        <a:xfrm>
          <a:off x="0" y="0"/>
          <a:ext cx="0" cy="0"/>
          <a:chOff x="0" y="0"/>
          <a:chExt cx="0" cy="0"/>
        </a:xfrm>
      </p:grpSpPr>
      <p:sp>
        <p:nvSpPr>
          <p:cNvPr id="758" name="Google Shape;758;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9" name="Google Shape;759;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 name="Shape 806"/>
        <p:cNvGrpSpPr/>
        <p:nvPr/>
      </p:nvGrpSpPr>
      <p:grpSpPr>
        <a:xfrm>
          <a:off x="0" y="0"/>
          <a:ext cx="0" cy="0"/>
          <a:chOff x="0" y="0"/>
          <a:chExt cx="0" cy="0"/>
        </a:xfrm>
      </p:grpSpPr>
      <p:sp>
        <p:nvSpPr>
          <p:cNvPr id="807" name="Google Shape;807;g172b1845856_1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8" name="Google Shape;808;g172b1845856_1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 name="Shape 855"/>
        <p:cNvGrpSpPr/>
        <p:nvPr/>
      </p:nvGrpSpPr>
      <p:grpSpPr>
        <a:xfrm>
          <a:off x="0" y="0"/>
          <a:ext cx="0" cy="0"/>
          <a:chOff x="0" y="0"/>
          <a:chExt cx="0" cy="0"/>
        </a:xfrm>
      </p:grpSpPr>
      <p:sp>
        <p:nvSpPr>
          <p:cNvPr id="856" name="Google Shape;856;g216241d4a31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7" name="Google Shape;857;g216241d4a31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 name="Shape 893"/>
        <p:cNvGrpSpPr/>
        <p:nvPr/>
      </p:nvGrpSpPr>
      <p:grpSpPr>
        <a:xfrm>
          <a:off x="0" y="0"/>
          <a:ext cx="0" cy="0"/>
          <a:chOff x="0" y="0"/>
          <a:chExt cx="0" cy="0"/>
        </a:xfrm>
      </p:grpSpPr>
      <p:sp>
        <p:nvSpPr>
          <p:cNvPr id="894" name="Google Shape;894;g1869d044d7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5" name="Google Shape;895;g1869d044d7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 name="Shape 920"/>
        <p:cNvGrpSpPr/>
        <p:nvPr/>
      </p:nvGrpSpPr>
      <p:grpSpPr>
        <a:xfrm>
          <a:off x="0" y="0"/>
          <a:ext cx="0" cy="0"/>
          <a:chOff x="0" y="0"/>
          <a:chExt cx="0" cy="0"/>
        </a:xfrm>
      </p:grpSpPr>
      <p:sp>
        <p:nvSpPr>
          <p:cNvPr id="921" name="Google Shape;921;g16bb02b265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 name="Google Shape;922;g16bb02b265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5" name="Shape 955"/>
        <p:cNvGrpSpPr/>
        <p:nvPr/>
      </p:nvGrpSpPr>
      <p:grpSpPr>
        <a:xfrm>
          <a:off x="0" y="0"/>
          <a:ext cx="0" cy="0"/>
          <a:chOff x="0" y="0"/>
          <a:chExt cx="0" cy="0"/>
        </a:xfrm>
      </p:grpSpPr>
      <p:sp>
        <p:nvSpPr>
          <p:cNvPr id="956" name="Google Shape;956;g2939659153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7" name="Google Shape;957;g2939659153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8" name="Shape 998"/>
        <p:cNvGrpSpPr/>
        <p:nvPr/>
      </p:nvGrpSpPr>
      <p:grpSpPr>
        <a:xfrm>
          <a:off x="0" y="0"/>
          <a:ext cx="0" cy="0"/>
          <a:chOff x="0" y="0"/>
          <a:chExt cx="0" cy="0"/>
        </a:xfrm>
      </p:grpSpPr>
      <p:sp>
        <p:nvSpPr>
          <p:cNvPr id="999" name="Google Shape;999;g29396591534_0_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0" name="Google Shape;1000;g29396591534_0_1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 name="Shape 1286"/>
        <p:cNvGrpSpPr/>
        <p:nvPr/>
      </p:nvGrpSpPr>
      <p:grpSpPr>
        <a:xfrm>
          <a:off x="0" y="0"/>
          <a:ext cx="0" cy="0"/>
          <a:chOff x="0" y="0"/>
          <a:chExt cx="0" cy="0"/>
        </a:xfrm>
      </p:grpSpPr>
      <p:sp>
        <p:nvSpPr>
          <p:cNvPr id="1287" name="Google Shape;1287;g29396591534_0_1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8" name="Google Shape;1288;g29396591534_0_1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5" name="Shape 1315"/>
        <p:cNvGrpSpPr/>
        <p:nvPr/>
      </p:nvGrpSpPr>
      <p:grpSpPr>
        <a:xfrm>
          <a:off x="0" y="0"/>
          <a:ext cx="0" cy="0"/>
          <a:chOff x="0" y="0"/>
          <a:chExt cx="0" cy="0"/>
        </a:xfrm>
      </p:grpSpPr>
      <p:sp>
        <p:nvSpPr>
          <p:cNvPr id="1316" name="Google Shape;1316;g29396591534_0_1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7" name="Google Shape;1317;g29396591534_0_1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1" name="Shape 1321"/>
        <p:cNvGrpSpPr/>
        <p:nvPr/>
      </p:nvGrpSpPr>
      <p:grpSpPr>
        <a:xfrm>
          <a:off x="0" y="0"/>
          <a:ext cx="0" cy="0"/>
          <a:chOff x="0" y="0"/>
          <a:chExt cx="0" cy="0"/>
        </a:xfrm>
      </p:grpSpPr>
      <p:sp>
        <p:nvSpPr>
          <p:cNvPr id="1322" name="Google Shape;1322;g29396591534_0_8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 name="Google Shape;1323;g29396591534_0_8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g29396591534_0_89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9" name="Google Shape;1329;g29396591534_0_89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3" name="Shape 1333"/>
        <p:cNvGrpSpPr/>
        <p:nvPr/>
      </p:nvGrpSpPr>
      <p:grpSpPr>
        <a:xfrm>
          <a:off x="0" y="0"/>
          <a:ext cx="0" cy="0"/>
          <a:chOff x="0" y="0"/>
          <a:chExt cx="0" cy="0"/>
        </a:xfrm>
      </p:grpSpPr>
      <p:sp>
        <p:nvSpPr>
          <p:cNvPr id="1334" name="Google Shape;1334;g29396591534_0_8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5" name="Google Shape;1335;g29396591534_0_8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7" name="Shape 1357"/>
        <p:cNvGrpSpPr/>
        <p:nvPr/>
      </p:nvGrpSpPr>
      <p:grpSpPr>
        <a:xfrm>
          <a:off x="0" y="0"/>
          <a:ext cx="0" cy="0"/>
          <a:chOff x="0" y="0"/>
          <a:chExt cx="0" cy="0"/>
        </a:xfrm>
      </p:grpSpPr>
      <p:sp>
        <p:nvSpPr>
          <p:cNvPr id="1358" name="Google Shape;1358;g29396591534_0_89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9" name="Google Shape;1359;g29396591534_0_89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3" name="Shape 1373"/>
        <p:cNvGrpSpPr/>
        <p:nvPr/>
      </p:nvGrpSpPr>
      <p:grpSpPr>
        <a:xfrm>
          <a:off x="0" y="0"/>
          <a:ext cx="0" cy="0"/>
          <a:chOff x="0" y="0"/>
          <a:chExt cx="0" cy="0"/>
        </a:xfrm>
      </p:grpSpPr>
      <p:sp>
        <p:nvSpPr>
          <p:cNvPr id="1374" name="Google Shape;1374;g29396591534_0_89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5" name="Google Shape;1375;g29396591534_0_89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2" name="Shape 1712"/>
        <p:cNvGrpSpPr/>
        <p:nvPr/>
      </p:nvGrpSpPr>
      <p:grpSpPr>
        <a:xfrm>
          <a:off x="0" y="0"/>
          <a:ext cx="0" cy="0"/>
          <a:chOff x="0" y="0"/>
          <a:chExt cx="0" cy="0"/>
        </a:xfrm>
      </p:grpSpPr>
      <p:sp>
        <p:nvSpPr>
          <p:cNvPr id="1713" name="Google Shape;1713;g29396591534_0_92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4" name="Google Shape;1714;g29396591534_0_92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3" name="Shape 3913"/>
        <p:cNvGrpSpPr/>
        <p:nvPr/>
      </p:nvGrpSpPr>
      <p:grpSpPr>
        <a:xfrm>
          <a:off x="0" y="0"/>
          <a:ext cx="0" cy="0"/>
          <a:chOff x="0" y="0"/>
          <a:chExt cx="0" cy="0"/>
        </a:xfrm>
      </p:grpSpPr>
      <p:sp>
        <p:nvSpPr>
          <p:cNvPr id="3914" name="Google Shape;3914;g29396591534_0_11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15" name="Google Shape;3915;g29396591534_0_11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2" name="Shape 4332"/>
        <p:cNvGrpSpPr/>
        <p:nvPr/>
      </p:nvGrpSpPr>
      <p:grpSpPr>
        <a:xfrm>
          <a:off x="0" y="0"/>
          <a:ext cx="0" cy="0"/>
          <a:chOff x="0" y="0"/>
          <a:chExt cx="0" cy="0"/>
        </a:xfrm>
      </p:grpSpPr>
      <p:sp>
        <p:nvSpPr>
          <p:cNvPr id="4333" name="Google Shape;4333;g29396591534_0_119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4" name="Google Shape;4334;g29396591534_0_119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2" name="Shape 4502"/>
        <p:cNvGrpSpPr/>
        <p:nvPr/>
      </p:nvGrpSpPr>
      <p:grpSpPr>
        <a:xfrm>
          <a:off x="0" y="0"/>
          <a:ext cx="0" cy="0"/>
          <a:chOff x="0" y="0"/>
          <a:chExt cx="0" cy="0"/>
        </a:xfrm>
      </p:grpSpPr>
      <p:sp>
        <p:nvSpPr>
          <p:cNvPr id="4503" name="Google Shape;4503;g29396591534_0_120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4" name="Google Shape;4504;g29396591534_0_120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7" name="Shape 4907"/>
        <p:cNvGrpSpPr/>
        <p:nvPr/>
      </p:nvGrpSpPr>
      <p:grpSpPr>
        <a:xfrm>
          <a:off x="0" y="0"/>
          <a:ext cx="0" cy="0"/>
          <a:chOff x="0" y="0"/>
          <a:chExt cx="0" cy="0"/>
        </a:xfrm>
      </p:grpSpPr>
      <p:sp>
        <p:nvSpPr>
          <p:cNvPr id="4908" name="Google Shape;4908;g29396591534_0_12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9" name="Google Shape;4909;g29396591534_0_12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g29396591534_0_12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89" name="Google Shape;5289;g29396591534_0_12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3" name="Shape 5713"/>
        <p:cNvGrpSpPr/>
        <p:nvPr/>
      </p:nvGrpSpPr>
      <p:grpSpPr>
        <a:xfrm>
          <a:off x="0" y="0"/>
          <a:ext cx="0" cy="0"/>
          <a:chOff x="0" y="0"/>
          <a:chExt cx="0" cy="0"/>
        </a:xfrm>
      </p:grpSpPr>
      <p:sp>
        <p:nvSpPr>
          <p:cNvPr id="5714" name="Google Shape;5714;g29396591534_0_132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5" name="Google Shape;5715;g29396591534_0_132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74" name="Shape 6074"/>
        <p:cNvGrpSpPr/>
        <p:nvPr/>
      </p:nvGrpSpPr>
      <p:grpSpPr>
        <a:xfrm>
          <a:off x="0" y="0"/>
          <a:ext cx="0" cy="0"/>
          <a:chOff x="0" y="0"/>
          <a:chExt cx="0" cy="0"/>
        </a:xfrm>
      </p:grpSpPr>
      <p:sp>
        <p:nvSpPr>
          <p:cNvPr id="6075" name="Google Shape;6075;g29396591534_0_136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76" name="Google Shape;6076;g29396591534_0_136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4" name="Shape 6584"/>
        <p:cNvGrpSpPr/>
        <p:nvPr/>
      </p:nvGrpSpPr>
      <p:grpSpPr>
        <a:xfrm>
          <a:off x="0" y="0"/>
          <a:ext cx="0" cy="0"/>
          <a:chOff x="0" y="0"/>
          <a:chExt cx="0" cy="0"/>
        </a:xfrm>
      </p:grpSpPr>
      <p:sp>
        <p:nvSpPr>
          <p:cNvPr id="6585" name="Google Shape;6585;g29396591534_0_14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86" name="Google Shape;6586;g29396591534_0_141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04" name="Shape 7204"/>
        <p:cNvGrpSpPr/>
        <p:nvPr/>
      </p:nvGrpSpPr>
      <p:grpSpPr>
        <a:xfrm>
          <a:off x="0" y="0"/>
          <a:ext cx="0" cy="0"/>
          <a:chOff x="0" y="0"/>
          <a:chExt cx="0" cy="0"/>
        </a:xfrm>
      </p:grpSpPr>
      <p:sp>
        <p:nvSpPr>
          <p:cNvPr id="7205" name="Google Shape;7205;g29396591534_0_147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06" name="Google Shape;7206;g29396591534_0_147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8" name="Shape 7798"/>
        <p:cNvGrpSpPr/>
        <p:nvPr/>
      </p:nvGrpSpPr>
      <p:grpSpPr>
        <a:xfrm>
          <a:off x="0" y="0"/>
          <a:ext cx="0" cy="0"/>
          <a:chOff x="0" y="0"/>
          <a:chExt cx="0" cy="0"/>
        </a:xfrm>
      </p:grpSpPr>
      <p:sp>
        <p:nvSpPr>
          <p:cNvPr id="7799" name="Google Shape;7799;g29396591534_0_15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00" name="Google Shape;7800;g29396591534_0_15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9" name="Shape 8119"/>
        <p:cNvGrpSpPr/>
        <p:nvPr/>
      </p:nvGrpSpPr>
      <p:grpSpPr>
        <a:xfrm>
          <a:off x="0" y="0"/>
          <a:ext cx="0" cy="0"/>
          <a:chOff x="0" y="0"/>
          <a:chExt cx="0" cy="0"/>
        </a:xfrm>
      </p:grpSpPr>
      <p:sp>
        <p:nvSpPr>
          <p:cNvPr id="8120" name="Google Shape;8120;g29396591534_0_15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21" name="Google Shape;8121;g29396591534_0_15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27" name="Shape 8427"/>
        <p:cNvGrpSpPr/>
        <p:nvPr/>
      </p:nvGrpSpPr>
      <p:grpSpPr>
        <a:xfrm>
          <a:off x="0" y="0"/>
          <a:ext cx="0" cy="0"/>
          <a:chOff x="0" y="0"/>
          <a:chExt cx="0" cy="0"/>
        </a:xfrm>
      </p:grpSpPr>
      <p:sp>
        <p:nvSpPr>
          <p:cNvPr id="8428" name="Google Shape;8428;g29396591534_0_176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29" name="Google Shape;8429;g29396591534_0_176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232500" y="183725"/>
            <a:ext cx="8679000" cy="4776000"/>
            <a:chOff x="232500" y="183725"/>
            <a:chExt cx="8679000" cy="4776000"/>
          </a:xfrm>
        </p:grpSpPr>
        <p:sp>
          <p:nvSpPr>
            <p:cNvPr id="10" name="Google Shape;10;p2"/>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 name="Google Shape;11;p2"/>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 name="Google Shape;12;p2"/>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 name="Google Shape;13;p2"/>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 name="Google Shape;14;p2"/>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5" name="Google Shape;15;p2"/>
          <p:cNvSpPr txBox="1"/>
          <p:nvPr>
            <p:ph type="ctrTitle"/>
          </p:nvPr>
        </p:nvSpPr>
        <p:spPr>
          <a:xfrm>
            <a:off x="1738925" y="1235288"/>
            <a:ext cx="5666100" cy="21057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72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6" name="Google Shape;16;p2"/>
          <p:cNvSpPr txBox="1"/>
          <p:nvPr>
            <p:ph idx="1" type="subTitle"/>
          </p:nvPr>
        </p:nvSpPr>
        <p:spPr>
          <a:xfrm>
            <a:off x="1739019" y="3432363"/>
            <a:ext cx="5666100" cy="475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7" name="Shape 17"/>
        <p:cNvGrpSpPr/>
        <p:nvPr/>
      </p:nvGrpSpPr>
      <p:grpSpPr>
        <a:xfrm>
          <a:off x="0" y="0"/>
          <a:ext cx="0" cy="0"/>
          <a:chOff x="0" y="0"/>
          <a:chExt cx="0" cy="0"/>
        </a:xfrm>
      </p:grpSpPr>
      <p:grpSp>
        <p:nvGrpSpPr>
          <p:cNvPr id="18" name="Google Shape;18;p3"/>
          <p:cNvGrpSpPr/>
          <p:nvPr/>
        </p:nvGrpSpPr>
        <p:grpSpPr>
          <a:xfrm>
            <a:off x="232500" y="183725"/>
            <a:ext cx="8679000" cy="4776000"/>
            <a:chOff x="232500" y="183725"/>
            <a:chExt cx="8679000" cy="4776000"/>
          </a:xfrm>
        </p:grpSpPr>
        <p:sp>
          <p:nvSpPr>
            <p:cNvPr id="19" name="Google Shape;19;p3"/>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 name="Google Shape;20;p3"/>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 name="Google Shape;21;p3"/>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 name="Google Shape;22;p3"/>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 name="Google Shape;23;p3"/>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4" name="Google Shape;24;p3"/>
          <p:cNvSpPr txBox="1"/>
          <p:nvPr>
            <p:ph type="title"/>
          </p:nvPr>
        </p:nvSpPr>
        <p:spPr>
          <a:xfrm>
            <a:off x="4047175" y="2775800"/>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5" name="Google Shape;25;p3"/>
          <p:cNvSpPr txBox="1"/>
          <p:nvPr>
            <p:ph hasCustomPrompt="1" idx="2" type="title"/>
          </p:nvPr>
        </p:nvSpPr>
        <p:spPr>
          <a:xfrm>
            <a:off x="4047175" y="1525800"/>
            <a:ext cx="1731600" cy="1014000"/>
          </a:xfrm>
          <a:prstGeom prst="rect">
            <a:avLst/>
          </a:prstGeom>
          <a:noFill/>
          <a:ln cap="flat" cmpd="sng" w="19050">
            <a:solidFill>
              <a:schemeClr val="accent4"/>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6" name="Google Shape;26;p3"/>
          <p:cNvSpPr/>
          <p:nvPr>
            <p:ph idx="3" type="pic"/>
          </p:nvPr>
        </p:nvSpPr>
        <p:spPr>
          <a:xfrm>
            <a:off x="713225" y="1200862"/>
            <a:ext cx="2760600" cy="2741700"/>
          </a:xfrm>
          <a:prstGeom prst="roundRect">
            <a:avLst>
              <a:gd fmla="val 16667" name="adj"/>
            </a:avLst>
          </a:prstGeom>
          <a:noFill/>
          <a:ln cap="flat" cmpd="sng" w="19050">
            <a:solidFill>
              <a:schemeClr val="accent4"/>
            </a:solidFill>
            <a:prstDash val="solid"/>
            <a:round/>
            <a:headEnd len="sm" w="sm" type="none"/>
            <a:tailEnd len="sm" w="sm" type="none"/>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7" name="Shape 27"/>
        <p:cNvGrpSpPr/>
        <p:nvPr/>
      </p:nvGrpSpPr>
      <p:grpSpPr>
        <a:xfrm>
          <a:off x="0" y="0"/>
          <a:ext cx="0" cy="0"/>
          <a:chOff x="0" y="0"/>
          <a:chExt cx="0" cy="0"/>
        </a:xfrm>
      </p:grpSpPr>
      <p:grpSp>
        <p:nvGrpSpPr>
          <p:cNvPr id="28" name="Google Shape;28;p4"/>
          <p:cNvGrpSpPr/>
          <p:nvPr/>
        </p:nvGrpSpPr>
        <p:grpSpPr>
          <a:xfrm>
            <a:off x="232500" y="183725"/>
            <a:ext cx="8679000" cy="4776000"/>
            <a:chOff x="232500" y="183725"/>
            <a:chExt cx="8679000" cy="4776000"/>
          </a:xfrm>
        </p:grpSpPr>
        <p:sp>
          <p:nvSpPr>
            <p:cNvPr id="29" name="Google Shape;29;p4"/>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0" name="Google Shape;30;p4"/>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 name="Google Shape;31;p4"/>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 name="Google Shape;32;p4"/>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3" name="Google Shape;33;p4"/>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4" name="Google Shape;34;p4"/>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5" name="Google Shape;35;p4"/>
          <p:cNvSpPr txBox="1"/>
          <p:nvPr>
            <p:ph idx="1" type="body"/>
          </p:nvPr>
        </p:nvSpPr>
        <p:spPr>
          <a:xfrm>
            <a:off x="720000" y="1215750"/>
            <a:ext cx="7704000" cy="33882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6" name="Shape 36"/>
        <p:cNvGrpSpPr/>
        <p:nvPr/>
      </p:nvGrpSpPr>
      <p:grpSpPr>
        <a:xfrm>
          <a:off x="0" y="0"/>
          <a:ext cx="0" cy="0"/>
          <a:chOff x="0" y="0"/>
          <a:chExt cx="0" cy="0"/>
        </a:xfrm>
      </p:grpSpPr>
      <p:grpSp>
        <p:nvGrpSpPr>
          <p:cNvPr id="37" name="Google Shape;37;p5"/>
          <p:cNvGrpSpPr/>
          <p:nvPr/>
        </p:nvGrpSpPr>
        <p:grpSpPr>
          <a:xfrm>
            <a:off x="232500" y="183725"/>
            <a:ext cx="8679000" cy="4776000"/>
            <a:chOff x="232500" y="183725"/>
            <a:chExt cx="8679000" cy="4776000"/>
          </a:xfrm>
        </p:grpSpPr>
        <p:sp>
          <p:nvSpPr>
            <p:cNvPr id="38" name="Google Shape;38;p5"/>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9" name="Google Shape;39;p5"/>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0" name="Google Shape;40;p5"/>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1" name="Google Shape;41;p5"/>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2" name="Google Shape;42;p5"/>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43" name="Google Shape;43;p5"/>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Font typeface="Darker Grotesque"/>
              <a:buNone/>
              <a:defRPr>
                <a:latin typeface="Darker Grotesque"/>
                <a:ea typeface="Darker Grotesque"/>
                <a:cs typeface="Darker Grotesque"/>
                <a:sym typeface="Darker Grotesque"/>
              </a:defRPr>
            </a:lvl2pPr>
            <a:lvl3pPr lvl="2" rtl="0">
              <a:spcBef>
                <a:spcPts val="0"/>
              </a:spcBef>
              <a:spcAft>
                <a:spcPts val="0"/>
              </a:spcAft>
              <a:buSzPts val="3000"/>
              <a:buFont typeface="Darker Grotesque"/>
              <a:buNone/>
              <a:defRPr>
                <a:latin typeface="Darker Grotesque"/>
                <a:ea typeface="Darker Grotesque"/>
                <a:cs typeface="Darker Grotesque"/>
                <a:sym typeface="Darker Grotesque"/>
              </a:defRPr>
            </a:lvl3pPr>
            <a:lvl4pPr lvl="3" rtl="0">
              <a:spcBef>
                <a:spcPts val="0"/>
              </a:spcBef>
              <a:spcAft>
                <a:spcPts val="0"/>
              </a:spcAft>
              <a:buSzPts val="3000"/>
              <a:buFont typeface="Darker Grotesque"/>
              <a:buNone/>
              <a:defRPr>
                <a:latin typeface="Darker Grotesque"/>
                <a:ea typeface="Darker Grotesque"/>
                <a:cs typeface="Darker Grotesque"/>
                <a:sym typeface="Darker Grotesque"/>
              </a:defRPr>
            </a:lvl4pPr>
            <a:lvl5pPr lvl="4" rtl="0">
              <a:spcBef>
                <a:spcPts val="0"/>
              </a:spcBef>
              <a:spcAft>
                <a:spcPts val="0"/>
              </a:spcAft>
              <a:buSzPts val="3000"/>
              <a:buFont typeface="Darker Grotesque"/>
              <a:buNone/>
              <a:defRPr>
                <a:latin typeface="Darker Grotesque"/>
                <a:ea typeface="Darker Grotesque"/>
                <a:cs typeface="Darker Grotesque"/>
                <a:sym typeface="Darker Grotesque"/>
              </a:defRPr>
            </a:lvl5pPr>
            <a:lvl6pPr lvl="5" rtl="0">
              <a:spcBef>
                <a:spcPts val="0"/>
              </a:spcBef>
              <a:spcAft>
                <a:spcPts val="0"/>
              </a:spcAft>
              <a:buSzPts val="3000"/>
              <a:buFont typeface="Darker Grotesque"/>
              <a:buNone/>
              <a:defRPr>
                <a:latin typeface="Darker Grotesque"/>
                <a:ea typeface="Darker Grotesque"/>
                <a:cs typeface="Darker Grotesque"/>
                <a:sym typeface="Darker Grotesque"/>
              </a:defRPr>
            </a:lvl6pPr>
            <a:lvl7pPr lvl="6" rtl="0">
              <a:spcBef>
                <a:spcPts val="0"/>
              </a:spcBef>
              <a:spcAft>
                <a:spcPts val="0"/>
              </a:spcAft>
              <a:buSzPts val="3000"/>
              <a:buFont typeface="Darker Grotesque"/>
              <a:buNone/>
              <a:defRPr>
                <a:latin typeface="Darker Grotesque"/>
                <a:ea typeface="Darker Grotesque"/>
                <a:cs typeface="Darker Grotesque"/>
                <a:sym typeface="Darker Grotesque"/>
              </a:defRPr>
            </a:lvl7pPr>
            <a:lvl8pPr lvl="7" rtl="0">
              <a:spcBef>
                <a:spcPts val="0"/>
              </a:spcBef>
              <a:spcAft>
                <a:spcPts val="0"/>
              </a:spcAft>
              <a:buSzPts val="3000"/>
              <a:buFont typeface="Darker Grotesque"/>
              <a:buNone/>
              <a:defRPr>
                <a:latin typeface="Darker Grotesque"/>
                <a:ea typeface="Darker Grotesque"/>
                <a:cs typeface="Darker Grotesque"/>
                <a:sym typeface="Darker Grotesque"/>
              </a:defRPr>
            </a:lvl8pPr>
            <a:lvl9pPr lvl="8" rtl="0">
              <a:spcBef>
                <a:spcPts val="0"/>
              </a:spcBef>
              <a:spcAft>
                <a:spcPts val="0"/>
              </a:spcAft>
              <a:buSzPts val="3000"/>
              <a:buFont typeface="Darker Grotesque"/>
              <a:buNone/>
              <a:defRPr>
                <a:latin typeface="Darker Grotesque"/>
                <a:ea typeface="Darker Grotesque"/>
                <a:cs typeface="Darker Grotesque"/>
                <a:sym typeface="Darker Grotesque"/>
              </a:defRPr>
            </a:lvl9pPr>
          </a:lstStyle>
          <a:p/>
        </p:txBody>
      </p:sp>
      <p:sp>
        <p:nvSpPr>
          <p:cNvPr id="44" name="Google Shape;44;p5"/>
          <p:cNvSpPr txBox="1"/>
          <p:nvPr>
            <p:ph idx="1" type="subTitle"/>
          </p:nvPr>
        </p:nvSpPr>
        <p:spPr>
          <a:xfrm>
            <a:off x="4923249" y="2762675"/>
            <a:ext cx="2505600" cy="145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5" name="Google Shape;45;p5"/>
          <p:cNvSpPr txBox="1"/>
          <p:nvPr>
            <p:ph idx="2" type="subTitle"/>
          </p:nvPr>
        </p:nvSpPr>
        <p:spPr>
          <a:xfrm>
            <a:off x="1715375" y="2762675"/>
            <a:ext cx="2505600" cy="145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6" name="Google Shape;46;p5"/>
          <p:cNvSpPr txBox="1"/>
          <p:nvPr>
            <p:ph idx="3" type="subTitle"/>
          </p:nvPr>
        </p:nvSpPr>
        <p:spPr>
          <a:xfrm>
            <a:off x="1715375" y="2383429"/>
            <a:ext cx="2505600" cy="46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47" name="Google Shape;47;p5"/>
          <p:cNvSpPr txBox="1"/>
          <p:nvPr>
            <p:ph idx="4" type="subTitle"/>
          </p:nvPr>
        </p:nvSpPr>
        <p:spPr>
          <a:xfrm>
            <a:off x="4923250" y="2383429"/>
            <a:ext cx="2505600" cy="46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8" name="Shape 48"/>
        <p:cNvGrpSpPr/>
        <p:nvPr/>
      </p:nvGrpSpPr>
      <p:grpSpPr>
        <a:xfrm>
          <a:off x="0" y="0"/>
          <a:ext cx="0" cy="0"/>
          <a:chOff x="0" y="0"/>
          <a:chExt cx="0" cy="0"/>
        </a:xfrm>
      </p:grpSpPr>
      <p:grpSp>
        <p:nvGrpSpPr>
          <p:cNvPr id="49" name="Google Shape;49;p6"/>
          <p:cNvGrpSpPr/>
          <p:nvPr/>
        </p:nvGrpSpPr>
        <p:grpSpPr>
          <a:xfrm>
            <a:off x="232500" y="183725"/>
            <a:ext cx="8679000" cy="4776000"/>
            <a:chOff x="232500" y="183725"/>
            <a:chExt cx="8679000" cy="4776000"/>
          </a:xfrm>
        </p:grpSpPr>
        <p:sp>
          <p:nvSpPr>
            <p:cNvPr id="50" name="Google Shape;50;p6"/>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 name="Google Shape;51;p6"/>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2" name="Google Shape;52;p6"/>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3" name="Google Shape;53;p6"/>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4" name="Google Shape;54;p6"/>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55" name="Google Shape;55;p6"/>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6" name="Shape 56"/>
        <p:cNvGrpSpPr/>
        <p:nvPr/>
      </p:nvGrpSpPr>
      <p:grpSpPr>
        <a:xfrm>
          <a:off x="0" y="0"/>
          <a:ext cx="0" cy="0"/>
          <a:chOff x="0" y="0"/>
          <a:chExt cx="0" cy="0"/>
        </a:xfrm>
      </p:grpSpPr>
      <p:grpSp>
        <p:nvGrpSpPr>
          <p:cNvPr id="57" name="Google Shape;57;p7"/>
          <p:cNvGrpSpPr/>
          <p:nvPr/>
        </p:nvGrpSpPr>
        <p:grpSpPr>
          <a:xfrm>
            <a:off x="232500" y="183725"/>
            <a:ext cx="8679000" cy="4776000"/>
            <a:chOff x="232500" y="183725"/>
            <a:chExt cx="8679000" cy="4776000"/>
          </a:xfrm>
        </p:grpSpPr>
        <p:sp>
          <p:nvSpPr>
            <p:cNvPr id="58" name="Google Shape;58;p7"/>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9" name="Google Shape;59;p7"/>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 name="Google Shape;60;p7"/>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1" name="Google Shape;61;p7"/>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 name="Google Shape;62;p7"/>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63" name="Google Shape;63;p7"/>
          <p:cNvSpPr txBox="1"/>
          <p:nvPr>
            <p:ph type="title"/>
          </p:nvPr>
        </p:nvSpPr>
        <p:spPr>
          <a:xfrm>
            <a:off x="811975" y="1315000"/>
            <a:ext cx="42948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4" name="Google Shape;64;p7"/>
          <p:cNvSpPr txBox="1"/>
          <p:nvPr>
            <p:ph idx="1" type="subTitle"/>
          </p:nvPr>
        </p:nvSpPr>
        <p:spPr>
          <a:xfrm>
            <a:off x="811975" y="1887700"/>
            <a:ext cx="4294800" cy="209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Nunito Light"/>
              <a:buChar char="●"/>
              <a:defRPr/>
            </a:lvl1pPr>
            <a:lvl2pPr lvl="1" rtl="0" algn="ctr">
              <a:lnSpc>
                <a:spcPct val="100000"/>
              </a:lnSpc>
              <a:spcBef>
                <a:spcPts val="0"/>
              </a:spcBef>
              <a:spcAft>
                <a:spcPts val="0"/>
              </a:spcAft>
              <a:buClr>
                <a:srgbClr val="E76A28"/>
              </a:buClr>
              <a:buSzPts val="1200"/>
              <a:buFont typeface="Nunito Light"/>
              <a:buChar char="○"/>
              <a:defRPr/>
            </a:lvl2pPr>
            <a:lvl3pPr lvl="2" rtl="0" algn="ctr">
              <a:lnSpc>
                <a:spcPct val="100000"/>
              </a:lnSpc>
              <a:spcBef>
                <a:spcPts val="0"/>
              </a:spcBef>
              <a:spcAft>
                <a:spcPts val="0"/>
              </a:spcAft>
              <a:buClr>
                <a:srgbClr val="E76A28"/>
              </a:buClr>
              <a:buSzPts val="1200"/>
              <a:buFont typeface="Nunito Light"/>
              <a:buChar char="■"/>
              <a:defRPr/>
            </a:lvl3pPr>
            <a:lvl4pPr lvl="3" rtl="0" algn="ctr">
              <a:lnSpc>
                <a:spcPct val="100000"/>
              </a:lnSpc>
              <a:spcBef>
                <a:spcPts val="0"/>
              </a:spcBef>
              <a:spcAft>
                <a:spcPts val="0"/>
              </a:spcAft>
              <a:buClr>
                <a:srgbClr val="E76A28"/>
              </a:buClr>
              <a:buSzPts val="1200"/>
              <a:buFont typeface="Nunito Light"/>
              <a:buChar char="●"/>
              <a:defRPr/>
            </a:lvl4pPr>
            <a:lvl5pPr lvl="4" rtl="0" algn="ctr">
              <a:lnSpc>
                <a:spcPct val="100000"/>
              </a:lnSpc>
              <a:spcBef>
                <a:spcPts val="0"/>
              </a:spcBef>
              <a:spcAft>
                <a:spcPts val="0"/>
              </a:spcAft>
              <a:buClr>
                <a:srgbClr val="E76A28"/>
              </a:buClr>
              <a:buSzPts val="1200"/>
              <a:buFont typeface="Nunito Light"/>
              <a:buChar char="○"/>
              <a:defRPr/>
            </a:lvl5pPr>
            <a:lvl6pPr lvl="5" rtl="0" algn="ctr">
              <a:lnSpc>
                <a:spcPct val="100000"/>
              </a:lnSpc>
              <a:spcBef>
                <a:spcPts val="0"/>
              </a:spcBef>
              <a:spcAft>
                <a:spcPts val="0"/>
              </a:spcAft>
              <a:buClr>
                <a:srgbClr val="999999"/>
              </a:buClr>
              <a:buSzPts val="1200"/>
              <a:buFont typeface="Nunito Light"/>
              <a:buChar char="■"/>
              <a:defRPr/>
            </a:lvl6pPr>
            <a:lvl7pPr lvl="6" rtl="0" algn="ctr">
              <a:lnSpc>
                <a:spcPct val="100000"/>
              </a:lnSpc>
              <a:spcBef>
                <a:spcPts val="0"/>
              </a:spcBef>
              <a:spcAft>
                <a:spcPts val="0"/>
              </a:spcAft>
              <a:buClr>
                <a:srgbClr val="999999"/>
              </a:buClr>
              <a:buSzPts val="1200"/>
              <a:buFont typeface="Nunito Light"/>
              <a:buChar char="●"/>
              <a:defRPr/>
            </a:lvl7pPr>
            <a:lvl8pPr lvl="7" rtl="0" algn="ctr">
              <a:lnSpc>
                <a:spcPct val="100000"/>
              </a:lnSpc>
              <a:spcBef>
                <a:spcPts val="0"/>
              </a:spcBef>
              <a:spcAft>
                <a:spcPts val="0"/>
              </a:spcAft>
              <a:buClr>
                <a:srgbClr val="999999"/>
              </a:buClr>
              <a:buSzPts val="1200"/>
              <a:buFont typeface="Nunito Light"/>
              <a:buChar char="○"/>
              <a:defRPr/>
            </a:lvl8pPr>
            <a:lvl9pPr lvl="8" rtl="0" algn="ctr">
              <a:lnSpc>
                <a:spcPct val="100000"/>
              </a:lnSpc>
              <a:spcBef>
                <a:spcPts val="0"/>
              </a:spcBef>
              <a:spcAft>
                <a:spcPts val="0"/>
              </a:spcAft>
              <a:buClr>
                <a:srgbClr val="999999"/>
              </a:buClr>
              <a:buSzPts val="1200"/>
              <a:buFont typeface="Nunito Light"/>
              <a:buChar char="■"/>
              <a:defRPr/>
            </a:lvl9pPr>
          </a:lstStyle>
          <a:p/>
        </p:txBody>
      </p:sp>
      <p:sp>
        <p:nvSpPr>
          <p:cNvPr id="65" name="Google Shape;65;p7"/>
          <p:cNvSpPr/>
          <p:nvPr>
            <p:ph idx="2" type="pic"/>
          </p:nvPr>
        </p:nvSpPr>
        <p:spPr>
          <a:xfrm>
            <a:off x="5643775" y="922900"/>
            <a:ext cx="2787000" cy="3453300"/>
          </a:xfrm>
          <a:prstGeom prst="roundRect">
            <a:avLst>
              <a:gd fmla="val 16667" name="adj"/>
            </a:avLst>
          </a:prstGeom>
          <a:noFill/>
          <a:ln cap="flat" cmpd="sng" w="19050">
            <a:solidFill>
              <a:schemeClr val="accent4"/>
            </a:solidFill>
            <a:prstDash val="solid"/>
            <a:round/>
            <a:headEnd len="sm" w="sm" type="none"/>
            <a:tailEnd len="sm" w="sm" type="none"/>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6" name="Shape 66"/>
        <p:cNvGrpSpPr/>
        <p:nvPr/>
      </p:nvGrpSpPr>
      <p:grpSpPr>
        <a:xfrm>
          <a:off x="0" y="0"/>
          <a:ext cx="0" cy="0"/>
          <a:chOff x="0" y="0"/>
          <a:chExt cx="0" cy="0"/>
        </a:xfrm>
      </p:grpSpPr>
      <p:grpSp>
        <p:nvGrpSpPr>
          <p:cNvPr id="67" name="Google Shape;67;p8"/>
          <p:cNvGrpSpPr/>
          <p:nvPr/>
        </p:nvGrpSpPr>
        <p:grpSpPr>
          <a:xfrm>
            <a:off x="232500" y="183725"/>
            <a:ext cx="8679000" cy="4776000"/>
            <a:chOff x="232500" y="183725"/>
            <a:chExt cx="8679000" cy="4776000"/>
          </a:xfrm>
        </p:grpSpPr>
        <p:sp>
          <p:nvSpPr>
            <p:cNvPr id="68" name="Google Shape;68;p8"/>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9" name="Google Shape;69;p8"/>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0" name="Google Shape;70;p8"/>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1" name="Google Shape;71;p8"/>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2" name="Google Shape;72;p8"/>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73" name="Google Shape;73;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4" name="Shape 74"/>
        <p:cNvGrpSpPr/>
        <p:nvPr/>
      </p:nvGrpSpPr>
      <p:grpSpPr>
        <a:xfrm>
          <a:off x="0" y="0"/>
          <a:ext cx="0" cy="0"/>
          <a:chOff x="0" y="0"/>
          <a:chExt cx="0" cy="0"/>
        </a:xfrm>
      </p:grpSpPr>
      <p:grpSp>
        <p:nvGrpSpPr>
          <p:cNvPr id="75" name="Google Shape;75;p9"/>
          <p:cNvGrpSpPr/>
          <p:nvPr/>
        </p:nvGrpSpPr>
        <p:grpSpPr>
          <a:xfrm>
            <a:off x="232500" y="183725"/>
            <a:ext cx="8679000" cy="4776000"/>
            <a:chOff x="232500" y="183725"/>
            <a:chExt cx="8679000" cy="4776000"/>
          </a:xfrm>
        </p:grpSpPr>
        <p:sp>
          <p:nvSpPr>
            <p:cNvPr id="76" name="Google Shape;76;p9"/>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7" name="Google Shape;77;p9"/>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8" name="Google Shape;78;p9"/>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9" name="Google Shape;79;p9"/>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0" name="Google Shape;80;p9"/>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81" name="Google Shape;81;p9"/>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500"/>
              <a:buNone/>
              <a:defRPr sz="45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82" name="Google Shape;82;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3" name="Shape 83"/>
        <p:cNvGrpSpPr/>
        <p:nvPr/>
      </p:nvGrpSpPr>
      <p:grpSpPr>
        <a:xfrm>
          <a:off x="0" y="0"/>
          <a:ext cx="0" cy="0"/>
          <a:chOff x="0" y="0"/>
          <a:chExt cx="0" cy="0"/>
        </a:xfrm>
      </p:grpSpPr>
      <p:sp>
        <p:nvSpPr>
          <p:cNvPr id="84" name="Google Shape;84;p10"/>
          <p:cNvSpPr/>
          <p:nvPr>
            <p:ph idx="2" type="pic"/>
          </p:nvPr>
        </p:nvSpPr>
        <p:spPr>
          <a:xfrm>
            <a:off x="-22325" y="-21050"/>
            <a:ext cx="9201900" cy="5164500"/>
          </a:xfrm>
          <a:prstGeom prst="rect">
            <a:avLst/>
          </a:prstGeom>
          <a:noFill/>
          <a:ln>
            <a:noFill/>
          </a:ln>
        </p:spPr>
      </p:sp>
      <p:sp>
        <p:nvSpPr>
          <p:cNvPr id="85" name="Google Shape;85;p10"/>
          <p:cNvSpPr txBox="1"/>
          <p:nvPr>
            <p:ph type="title"/>
          </p:nvPr>
        </p:nvSpPr>
        <p:spPr>
          <a:xfrm>
            <a:off x="720000" y="4014450"/>
            <a:ext cx="7704000" cy="572700"/>
          </a:xfrm>
          <a:prstGeom prst="rect">
            <a:avLst/>
          </a:prstGeom>
          <a:solidFill>
            <a:schemeClr val="dk2"/>
          </a:solidFill>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6" name="Shape 86"/>
        <p:cNvGrpSpPr/>
        <p:nvPr/>
      </p:nvGrpSpPr>
      <p:grpSpPr>
        <a:xfrm>
          <a:off x="0" y="0"/>
          <a:ext cx="0" cy="0"/>
          <a:chOff x="0" y="0"/>
          <a:chExt cx="0" cy="0"/>
        </a:xfrm>
      </p:grpSpPr>
      <p:grpSp>
        <p:nvGrpSpPr>
          <p:cNvPr id="87" name="Google Shape;87;p11"/>
          <p:cNvGrpSpPr/>
          <p:nvPr/>
        </p:nvGrpSpPr>
        <p:grpSpPr>
          <a:xfrm>
            <a:off x="232500" y="183725"/>
            <a:ext cx="8679000" cy="4776000"/>
            <a:chOff x="232500" y="183725"/>
            <a:chExt cx="8679000" cy="4776000"/>
          </a:xfrm>
        </p:grpSpPr>
        <p:sp>
          <p:nvSpPr>
            <p:cNvPr id="88" name="Google Shape;88;p11"/>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9" name="Google Shape;89;p11"/>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0" name="Google Shape;90;p11"/>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1" name="Google Shape;91;p11"/>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2" name="Google Shape;92;p11"/>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93" name="Google Shape;93;p11"/>
          <p:cNvSpPr txBox="1"/>
          <p:nvPr>
            <p:ph hasCustomPrompt="1" type="title"/>
          </p:nvPr>
        </p:nvSpPr>
        <p:spPr>
          <a:xfrm>
            <a:off x="1284000" y="1518138"/>
            <a:ext cx="6576000" cy="1396200"/>
          </a:xfrm>
          <a:prstGeom prst="rect">
            <a:avLst/>
          </a:prstGeom>
          <a:ln cap="flat" cmpd="sng" w="19050">
            <a:solidFill>
              <a:schemeClr val="accent4"/>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9600"/>
              <a:buNone/>
              <a:defRPr sz="85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4" name="Google Shape;94;p11"/>
          <p:cNvSpPr txBox="1"/>
          <p:nvPr>
            <p:ph idx="1" type="subTitle"/>
          </p:nvPr>
        </p:nvSpPr>
        <p:spPr>
          <a:xfrm>
            <a:off x="1284000" y="3128213"/>
            <a:ext cx="65760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95" name="Shape 9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96" name="Shape 96"/>
        <p:cNvGrpSpPr/>
        <p:nvPr/>
      </p:nvGrpSpPr>
      <p:grpSpPr>
        <a:xfrm>
          <a:off x="0" y="0"/>
          <a:ext cx="0" cy="0"/>
          <a:chOff x="0" y="0"/>
          <a:chExt cx="0" cy="0"/>
        </a:xfrm>
      </p:grpSpPr>
      <p:grpSp>
        <p:nvGrpSpPr>
          <p:cNvPr id="97" name="Google Shape;97;p13"/>
          <p:cNvGrpSpPr/>
          <p:nvPr/>
        </p:nvGrpSpPr>
        <p:grpSpPr>
          <a:xfrm>
            <a:off x="232500" y="183725"/>
            <a:ext cx="8679000" cy="4776000"/>
            <a:chOff x="232500" y="183725"/>
            <a:chExt cx="8679000" cy="4776000"/>
          </a:xfrm>
        </p:grpSpPr>
        <p:sp>
          <p:nvSpPr>
            <p:cNvPr id="98" name="Google Shape;98;p13"/>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9" name="Google Shape;99;p13"/>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0" name="Google Shape;100;p13"/>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1" name="Google Shape;101;p13"/>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2" name="Google Shape;102;p13"/>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03" name="Google Shape;103;p13"/>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4" name="Google Shape;104;p13"/>
          <p:cNvSpPr txBox="1"/>
          <p:nvPr>
            <p:ph hasCustomPrompt="1" idx="2" type="title"/>
          </p:nvPr>
        </p:nvSpPr>
        <p:spPr>
          <a:xfrm>
            <a:off x="1505400" y="1504162"/>
            <a:ext cx="734700" cy="572700"/>
          </a:xfrm>
          <a:prstGeom prst="rect">
            <a:avLst/>
          </a:prstGeom>
          <a:noFill/>
          <a:ln cap="flat" cmpd="sng" w="19050">
            <a:solidFill>
              <a:schemeClr val="accent4"/>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 name="Google Shape;105;p13"/>
          <p:cNvSpPr txBox="1"/>
          <p:nvPr>
            <p:ph hasCustomPrompt="1" idx="3" type="title"/>
          </p:nvPr>
        </p:nvSpPr>
        <p:spPr>
          <a:xfrm>
            <a:off x="1505400" y="3090116"/>
            <a:ext cx="734700" cy="572700"/>
          </a:xfrm>
          <a:prstGeom prst="rect">
            <a:avLst/>
          </a:prstGeom>
          <a:noFill/>
          <a:ln cap="flat" cmpd="sng" w="19050">
            <a:solidFill>
              <a:schemeClr val="accent4"/>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6" name="Google Shape;106;p13"/>
          <p:cNvSpPr txBox="1"/>
          <p:nvPr>
            <p:ph hasCustomPrompt="1" idx="4" type="title"/>
          </p:nvPr>
        </p:nvSpPr>
        <p:spPr>
          <a:xfrm>
            <a:off x="4204675" y="1504162"/>
            <a:ext cx="734700" cy="572700"/>
          </a:xfrm>
          <a:prstGeom prst="rect">
            <a:avLst/>
          </a:prstGeom>
          <a:noFill/>
          <a:ln cap="flat" cmpd="sng" w="19050">
            <a:solidFill>
              <a:schemeClr val="accent4"/>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7" name="Google Shape;107;p13"/>
          <p:cNvSpPr txBox="1"/>
          <p:nvPr>
            <p:ph hasCustomPrompt="1" idx="5" type="title"/>
          </p:nvPr>
        </p:nvSpPr>
        <p:spPr>
          <a:xfrm>
            <a:off x="4204675" y="3090116"/>
            <a:ext cx="734700" cy="572700"/>
          </a:xfrm>
          <a:prstGeom prst="rect">
            <a:avLst/>
          </a:prstGeom>
          <a:noFill/>
          <a:ln cap="flat" cmpd="sng" w="19050">
            <a:solidFill>
              <a:schemeClr val="accent4"/>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 name="Google Shape;108;p13"/>
          <p:cNvSpPr txBox="1"/>
          <p:nvPr>
            <p:ph hasCustomPrompt="1" idx="6" type="title"/>
          </p:nvPr>
        </p:nvSpPr>
        <p:spPr>
          <a:xfrm>
            <a:off x="6903950" y="1504162"/>
            <a:ext cx="734700" cy="572700"/>
          </a:xfrm>
          <a:prstGeom prst="rect">
            <a:avLst/>
          </a:prstGeom>
          <a:noFill/>
          <a:ln cap="flat" cmpd="sng" w="19050">
            <a:solidFill>
              <a:schemeClr val="accent4"/>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9" name="Google Shape;109;p13"/>
          <p:cNvSpPr txBox="1"/>
          <p:nvPr>
            <p:ph hasCustomPrompt="1" idx="7" type="title"/>
          </p:nvPr>
        </p:nvSpPr>
        <p:spPr>
          <a:xfrm>
            <a:off x="6903950" y="3090116"/>
            <a:ext cx="734700" cy="572700"/>
          </a:xfrm>
          <a:prstGeom prst="rect">
            <a:avLst/>
          </a:prstGeom>
          <a:noFill/>
          <a:ln cap="flat" cmpd="sng" w="19050">
            <a:solidFill>
              <a:schemeClr val="accent4"/>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0" name="Google Shape;110;p13"/>
          <p:cNvSpPr txBox="1"/>
          <p:nvPr>
            <p:ph idx="1" type="subTitle"/>
          </p:nvPr>
        </p:nvSpPr>
        <p:spPr>
          <a:xfrm>
            <a:off x="720000" y="2213388"/>
            <a:ext cx="2305500" cy="509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11" name="Google Shape;111;p13"/>
          <p:cNvSpPr txBox="1"/>
          <p:nvPr>
            <p:ph idx="8" type="subTitle"/>
          </p:nvPr>
        </p:nvSpPr>
        <p:spPr>
          <a:xfrm>
            <a:off x="3419275" y="2213388"/>
            <a:ext cx="2305500" cy="509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12" name="Google Shape;112;p13"/>
          <p:cNvSpPr txBox="1"/>
          <p:nvPr>
            <p:ph idx="9" type="subTitle"/>
          </p:nvPr>
        </p:nvSpPr>
        <p:spPr>
          <a:xfrm>
            <a:off x="6118550" y="2213388"/>
            <a:ext cx="2305500" cy="509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13" name="Google Shape;113;p13"/>
          <p:cNvSpPr txBox="1"/>
          <p:nvPr>
            <p:ph idx="13" type="subTitle"/>
          </p:nvPr>
        </p:nvSpPr>
        <p:spPr>
          <a:xfrm>
            <a:off x="720000" y="3799263"/>
            <a:ext cx="2305500" cy="509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14" name="Google Shape;114;p13"/>
          <p:cNvSpPr txBox="1"/>
          <p:nvPr>
            <p:ph idx="14" type="subTitle"/>
          </p:nvPr>
        </p:nvSpPr>
        <p:spPr>
          <a:xfrm>
            <a:off x="3419275" y="3799263"/>
            <a:ext cx="2305500" cy="509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15" name="Google Shape;115;p13"/>
          <p:cNvSpPr txBox="1"/>
          <p:nvPr>
            <p:ph idx="15" type="subTitle"/>
          </p:nvPr>
        </p:nvSpPr>
        <p:spPr>
          <a:xfrm>
            <a:off x="6118550" y="3799263"/>
            <a:ext cx="2305500" cy="509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16" name="Shape 116"/>
        <p:cNvGrpSpPr/>
        <p:nvPr/>
      </p:nvGrpSpPr>
      <p:grpSpPr>
        <a:xfrm>
          <a:off x="0" y="0"/>
          <a:ext cx="0" cy="0"/>
          <a:chOff x="0" y="0"/>
          <a:chExt cx="0" cy="0"/>
        </a:xfrm>
      </p:grpSpPr>
      <p:grpSp>
        <p:nvGrpSpPr>
          <p:cNvPr id="117" name="Google Shape;117;p14"/>
          <p:cNvGrpSpPr/>
          <p:nvPr/>
        </p:nvGrpSpPr>
        <p:grpSpPr>
          <a:xfrm>
            <a:off x="232500" y="183725"/>
            <a:ext cx="8679000" cy="4776000"/>
            <a:chOff x="232500" y="183725"/>
            <a:chExt cx="8679000" cy="4776000"/>
          </a:xfrm>
        </p:grpSpPr>
        <p:sp>
          <p:nvSpPr>
            <p:cNvPr id="118" name="Google Shape;118;p14"/>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9" name="Google Shape;119;p14"/>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0" name="Google Shape;120;p14"/>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1" name="Google Shape;121;p14"/>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2" name="Google Shape;122;p14"/>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23" name="Google Shape;123;p14"/>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4" name="Google Shape;124;p14"/>
          <p:cNvSpPr txBox="1"/>
          <p:nvPr>
            <p:ph idx="1" type="subTitle"/>
          </p:nvPr>
        </p:nvSpPr>
        <p:spPr>
          <a:xfrm>
            <a:off x="2363650" y="1515162"/>
            <a:ext cx="4854000" cy="73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5" name="Google Shape;125;p14"/>
          <p:cNvSpPr txBox="1"/>
          <p:nvPr>
            <p:ph idx="2" type="subTitle"/>
          </p:nvPr>
        </p:nvSpPr>
        <p:spPr>
          <a:xfrm>
            <a:off x="2363644" y="2628674"/>
            <a:ext cx="4854000" cy="73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6" name="Google Shape;126;p14"/>
          <p:cNvSpPr txBox="1"/>
          <p:nvPr>
            <p:ph idx="3" type="subTitle"/>
          </p:nvPr>
        </p:nvSpPr>
        <p:spPr>
          <a:xfrm>
            <a:off x="2363652" y="3742174"/>
            <a:ext cx="4854000" cy="73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7" name="Google Shape;127;p14"/>
          <p:cNvSpPr txBox="1"/>
          <p:nvPr>
            <p:ph idx="4" type="subTitle"/>
          </p:nvPr>
        </p:nvSpPr>
        <p:spPr>
          <a:xfrm>
            <a:off x="2363650" y="1133338"/>
            <a:ext cx="4854000" cy="460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28" name="Google Shape;128;p14"/>
          <p:cNvSpPr txBox="1"/>
          <p:nvPr>
            <p:ph idx="5" type="subTitle"/>
          </p:nvPr>
        </p:nvSpPr>
        <p:spPr>
          <a:xfrm>
            <a:off x="2363655" y="2246850"/>
            <a:ext cx="4854000" cy="460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29" name="Google Shape;129;p14"/>
          <p:cNvSpPr txBox="1"/>
          <p:nvPr>
            <p:ph idx="6" type="subTitle"/>
          </p:nvPr>
        </p:nvSpPr>
        <p:spPr>
          <a:xfrm>
            <a:off x="2363659" y="3360350"/>
            <a:ext cx="4854000" cy="460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30" name="Shape 130"/>
        <p:cNvGrpSpPr/>
        <p:nvPr/>
      </p:nvGrpSpPr>
      <p:grpSpPr>
        <a:xfrm>
          <a:off x="0" y="0"/>
          <a:ext cx="0" cy="0"/>
          <a:chOff x="0" y="0"/>
          <a:chExt cx="0" cy="0"/>
        </a:xfrm>
      </p:grpSpPr>
      <p:grpSp>
        <p:nvGrpSpPr>
          <p:cNvPr id="131" name="Google Shape;131;p15"/>
          <p:cNvGrpSpPr/>
          <p:nvPr/>
        </p:nvGrpSpPr>
        <p:grpSpPr>
          <a:xfrm>
            <a:off x="232500" y="183725"/>
            <a:ext cx="8679000" cy="4776000"/>
            <a:chOff x="232500" y="183725"/>
            <a:chExt cx="8679000" cy="4776000"/>
          </a:xfrm>
        </p:grpSpPr>
        <p:sp>
          <p:nvSpPr>
            <p:cNvPr id="132" name="Google Shape;132;p15"/>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3" name="Google Shape;133;p15"/>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4" name="Google Shape;134;p15"/>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5" name="Google Shape;135;p15"/>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6" name="Google Shape;136;p15"/>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37" name="Google Shape;137;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8" name="Google Shape;138;p15"/>
          <p:cNvSpPr txBox="1"/>
          <p:nvPr>
            <p:ph idx="1" type="subTitle"/>
          </p:nvPr>
        </p:nvSpPr>
        <p:spPr>
          <a:xfrm>
            <a:off x="1598950" y="1753075"/>
            <a:ext cx="2592600" cy="109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9" name="Google Shape;139;p15"/>
          <p:cNvSpPr txBox="1"/>
          <p:nvPr>
            <p:ph idx="2" type="subTitle"/>
          </p:nvPr>
        </p:nvSpPr>
        <p:spPr>
          <a:xfrm>
            <a:off x="5477578" y="1753075"/>
            <a:ext cx="2592600" cy="109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0" name="Google Shape;140;p15"/>
          <p:cNvSpPr txBox="1"/>
          <p:nvPr>
            <p:ph idx="3" type="subTitle"/>
          </p:nvPr>
        </p:nvSpPr>
        <p:spPr>
          <a:xfrm>
            <a:off x="1598950" y="3298725"/>
            <a:ext cx="2592600" cy="109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1" name="Google Shape;141;p15"/>
          <p:cNvSpPr txBox="1"/>
          <p:nvPr>
            <p:ph idx="4" type="subTitle"/>
          </p:nvPr>
        </p:nvSpPr>
        <p:spPr>
          <a:xfrm>
            <a:off x="5477578" y="3298725"/>
            <a:ext cx="2592600" cy="109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2" name="Google Shape;142;p15"/>
          <p:cNvSpPr txBox="1"/>
          <p:nvPr>
            <p:ph idx="5" type="subTitle"/>
          </p:nvPr>
        </p:nvSpPr>
        <p:spPr>
          <a:xfrm>
            <a:off x="1598951" y="1371775"/>
            <a:ext cx="2592600" cy="460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43" name="Google Shape;143;p15"/>
          <p:cNvSpPr txBox="1"/>
          <p:nvPr>
            <p:ph idx="6" type="subTitle"/>
          </p:nvPr>
        </p:nvSpPr>
        <p:spPr>
          <a:xfrm>
            <a:off x="1598951" y="2917575"/>
            <a:ext cx="2592600" cy="460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44" name="Google Shape;144;p15"/>
          <p:cNvSpPr txBox="1"/>
          <p:nvPr>
            <p:ph idx="7" type="subTitle"/>
          </p:nvPr>
        </p:nvSpPr>
        <p:spPr>
          <a:xfrm>
            <a:off x="5477563" y="1371775"/>
            <a:ext cx="2592600" cy="460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45" name="Google Shape;145;p15"/>
          <p:cNvSpPr txBox="1"/>
          <p:nvPr>
            <p:ph idx="8" type="subTitle"/>
          </p:nvPr>
        </p:nvSpPr>
        <p:spPr>
          <a:xfrm>
            <a:off x="5477563" y="2917575"/>
            <a:ext cx="2592600" cy="460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46" name="Shape 146"/>
        <p:cNvGrpSpPr/>
        <p:nvPr/>
      </p:nvGrpSpPr>
      <p:grpSpPr>
        <a:xfrm>
          <a:off x="0" y="0"/>
          <a:ext cx="0" cy="0"/>
          <a:chOff x="0" y="0"/>
          <a:chExt cx="0" cy="0"/>
        </a:xfrm>
      </p:grpSpPr>
      <p:grpSp>
        <p:nvGrpSpPr>
          <p:cNvPr id="147" name="Google Shape;147;p16"/>
          <p:cNvGrpSpPr/>
          <p:nvPr/>
        </p:nvGrpSpPr>
        <p:grpSpPr>
          <a:xfrm>
            <a:off x="232500" y="183725"/>
            <a:ext cx="8679000" cy="4776000"/>
            <a:chOff x="232500" y="183725"/>
            <a:chExt cx="8679000" cy="4776000"/>
          </a:xfrm>
        </p:grpSpPr>
        <p:sp>
          <p:nvSpPr>
            <p:cNvPr id="148" name="Google Shape;148;p16"/>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9" name="Google Shape;149;p16"/>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0" name="Google Shape;150;p16"/>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1" name="Google Shape;151;p16"/>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2" name="Google Shape;152;p16"/>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53" name="Google Shape;153;p16"/>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4" name="Google Shape;154;p16"/>
          <p:cNvSpPr txBox="1"/>
          <p:nvPr>
            <p:ph idx="1" type="subTitle"/>
          </p:nvPr>
        </p:nvSpPr>
        <p:spPr>
          <a:xfrm>
            <a:off x="801000" y="1753075"/>
            <a:ext cx="2333700" cy="109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5" name="Google Shape;155;p16"/>
          <p:cNvSpPr txBox="1"/>
          <p:nvPr>
            <p:ph idx="2" type="subTitle"/>
          </p:nvPr>
        </p:nvSpPr>
        <p:spPr>
          <a:xfrm>
            <a:off x="3410347" y="1753079"/>
            <a:ext cx="2319600" cy="109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6" name="Google Shape;156;p16"/>
          <p:cNvSpPr txBox="1"/>
          <p:nvPr>
            <p:ph idx="3" type="subTitle"/>
          </p:nvPr>
        </p:nvSpPr>
        <p:spPr>
          <a:xfrm>
            <a:off x="801075" y="3298725"/>
            <a:ext cx="2333700" cy="109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7" name="Google Shape;157;p16"/>
          <p:cNvSpPr txBox="1"/>
          <p:nvPr>
            <p:ph idx="4" type="subTitle"/>
          </p:nvPr>
        </p:nvSpPr>
        <p:spPr>
          <a:xfrm>
            <a:off x="3410348" y="3298726"/>
            <a:ext cx="2319600" cy="109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8" name="Google Shape;158;p16"/>
          <p:cNvSpPr txBox="1"/>
          <p:nvPr>
            <p:ph idx="5" type="subTitle"/>
          </p:nvPr>
        </p:nvSpPr>
        <p:spPr>
          <a:xfrm>
            <a:off x="6007901" y="1753080"/>
            <a:ext cx="2328900" cy="109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9" name="Google Shape;159;p16"/>
          <p:cNvSpPr txBox="1"/>
          <p:nvPr>
            <p:ph idx="6" type="subTitle"/>
          </p:nvPr>
        </p:nvSpPr>
        <p:spPr>
          <a:xfrm>
            <a:off x="6007902" y="3298726"/>
            <a:ext cx="2328900" cy="109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60" name="Google Shape;160;p16"/>
          <p:cNvSpPr txBox="1"/>
          <p:nvPr>
            <p:ph idx="7" type="subTitle"/>
          </p:nvPr>
        </p:nvSpPr>
        <p:spPr>
          <a:xfrm>
            <a:off x="800875" y="1371775"/>
            <a:ext cx="2333700" cy="46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61" name="Google Shape;161;p16"/>
          <p:cNvSpPr txBox="1"/>
          <p:nvPr>
            <p:ph idx="8" type="subTitle"/>
          </p:nvPr>
        </p:nvSpPr>
        <p:spPr>
          <a:xfrm>
            <a:off x="3417192" y="1371775"/>
            <a:ext cx="2310600" cy="46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62" name="Google Shape;162;p16"/>
          <p:cNvSpPr txBox="1"/>
          <p:nvPr>
            <p:ph idx="9" type="subTitle"/>
          </p:nvPr>
        </p:nvSpPr>
        <p:spPr>
          <a:xfrm>
            <a:off x="6003225" y="1371775"/>
            <a:ext cx="2328900" cy="46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63" name="Google Shape;163;p16"/>
          <p:cNvSpPr txBox="1"/>
          <p:nvPr>
            <p:ph idx="13" type="subTitle"/>
          </p:nvPr>
        </p:nvSpPr>
        <p:spPr>
          <a:xfrm>
            <a:off x="801075" y="2917575"/>
            <a:ext cx="2333700" cy="46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64" name="Google Shape;164;p16"/>
          <p:cNvSpPr txBox="1"/>
          <p:nvPr>
            <p:ph idx="14" type="subTitle"/>
          </p:nvPr>
        </p:nvSpPr>
        <p:spPr>
          <a:xfrm>
            <a:off x="3417189" y="2917574"/>
            <a:ext cx="2310600" cy="46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
        <p:nvSpPr>
          <p:cNvPr id="165" name="Google Shape;165;p16"/>
          <p:cNvSpPr txBox="1"/>
          <p:nvPr>
            <p:ph idx="15" type="subTitle"/>
          </p:nvPr>
        </p:nvSpPr>
        <p:spPr>
          <a:xfrm>
            <a:off x="6012490" y="2917575"/>
            <a:ext cx="2319600" cy="46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arker Grotesque"/>
              <a:buNone/>
              <a:defRPr sz="2000">
                <a:solidFill>
                  <a:schemeClr val="dk1"/>
                </a:solidFill>
                <a:latin typeface="Darker Grotesque Black"/>
                <a:ea typeface="Darker Grotesque Black"/>
                <a:cs typeface="Darker Grotesque Black"/>
                <a:sym typeface="Darker Grotesque Black"/>
              </a:defRPr>
            </a:lvl1pPr>
            <a:lvl2pPr lvl="1"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2pPr>
            <a:lvl3pPr lvl="2"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3pPr>
            <a:lvl4pPr lvl="3"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4pPr>
            <a:lvl5pPr lvl="4"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5pPr>
            <a:lvl6pPr lvl="5"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6pPr>
            <a:lvl7pPr lvl="6"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7pPr>
            <a:lvl8pPr lvl="7"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8pPr>
            <a:lvl9pPr lvl="8" rtl="0" algn="ctr">
              <a:lnSpc>
                <a:spcPct val="100000"/>
              </a:lnSpc>
              <a:spcBef>
                <a:spcPts val="0"/>
              </a:spcBef>
              <a:spcAft>
                <a:spcPts val="0"/>
              </a:spcAft>
              <a:buSzPts val="2400"/>
              <a:buFont typeface="Darker Grotesque"/>
              <a:buNone/>
              <a:defRPr b="1" sz="2400">
                <a:latin typeface="Darker Grotesque"/>
                <a:ea typeface="Darker Grotesque"/>
                <a:cs typeface="Darker Grotesque"/>
                <a:sym typeface="Darker Grotesqu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66" name="Shape 166"/>
        <p:cNvGrpSpPr/>
        <p:nvPr/>
      </p:nvGrpSpPr>
      <p:grpSpPr>
        <a:xfrm>
          <a:off x="0" y="0"/>
          <a:ext cx="0" cy="0"/>
          <a:chOff x="0" y="0"/>
          <a:chExt cx="0" cy="0"/>
        </a:xfrm>
      </p:grpSpPr>
      <p:grpSp>
        <p:nvGrpSpPr>
          <p:cNvPr id="167" name="Google Shape;167;p17"/>
          <p:cNvGrpSpPr/>
          <p:nvPr/>
        </p:nvGrpSpPr>
        <p:grpSpPr>
          <a:xfrm>
            <a:off x="232500" y="183725"/>
            <a:ext cx="8679000" cy="4776000"/>
            <a:chOff x="232500" y="183725"/>
            <a:chExt cx="8679000" cy="4776000"/>
          </a:xfrm>
        </p:grpSpPr>
        <p:sp>
          <p:nvSpPr>
            <p:cNvPr id="168" name="Google Shape;168;p17"/>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9" name="Google Shape;169;p17"/>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0" name="Google Shape;170;p17"/>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1" name="Google Shape;171;p17"/>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2" name="Google Shape;172;p17"/>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73" name="Google Shape;173;p17"/>
          <p:cNvSpPr txBox="1"/>
          <p:nvPr>
            <p:ph hasCustomPrompt="1" type="title"/>
          </p:nvPr>
        </p:nvSpPr>
        <p:spPr>
          <a:xfrm>
            <a:off x="798388" y="2751471"/>
            <a:ext cx="3492600" cy="768900"/>
          </a:xfrm>
          <a:prstGeom prst="rect">
            <a:avLst/>
          </a:prstGeom>
          <a:noFill/>
          <a:ln cap="flat" cmpd="sng" w="19050">
            <a:solidFill>
              <a:schemeClr val="accent4"/>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74" name="Google Shape;174;p17"/>
          <p:cNvSpPr txBox="1"/>
          <p:nvPr>
            <p:ph idx="1" type="subTitle"/>
          </p:nvPr>
        </p:nvSpPr>
        <p:spPr>
          <a:xfrm>
            <a:off x="798400" y="3678522"/>
            <a:ext cx="3492600" cy="42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75" name="Google Shape;175;p17"/>
          <p:cNvSpPr txBox="1"/>
          <p:nvPr>
            <p:ph hasCustomPrompt="1" idx="2" type="title"/>
          </p:nvPr>
        </p:nvSpPr>
        <p:spPr>
          <a:xfrm>
            <a:off x="2825700" y="1040485"/>
            <a:ext cx="3492600" cy="768900"/>
          </a:xfrm>
          <a:prstGeom prst="rect">
            <a:avLst/>
          </a:prstGeom>
          <a:noFill/>
          <a:ln cap="flat" cmpd="sng" w="19050">
            <a:solidFill>
              <a:schemeClr val="accent4"/>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76" name="Google Shape;176;p17"/>
          <p:cNvSpPr txBox="1"/>
          <p:nvPr>
            <p:ph idx="3" type="subTitle"/>
          </p:nvPr>
        </p:nvSpPr>
        <p:spPr>
          <a:xfrm>
            <a:off x="2825700" y="1967824"/>
            <a:ext cx="3492600" cy="42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77" name="Google Shape;177;p17"/>
          <p:cNvSpPr txBox="1"/>
          <p:nvPr>
            <p:ph hasCustomPrompt="1" idx="4" type="title"/>
          </p:nvPr>
        </p:nvSpPr>
        <p:spPr>
          <a:xfrm>
            <a:off x="4853013" y="2751471"/>
            <a:ext cx="3492600" cy="768900"/>
          </a:xfrm>
          <a:prstGeom prst="rect">
            <a:avLst/>
          </a:prstGeom>
          <a:noFill/>
          <a:ln cap="flat" cmpd="sng" w="19050">
            <a:solidFill>
              <a:schemeClr val="accent4"/>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78" name="Google Shape;178;p17"/>
          <p:cNvSpPr txBox="1"/>
          <p:nvPr>
            <p:ph idx="5" type="subTitle"/>
          </p:nvPr>
        </p:nvSpPr>
        <p:spPr>
          <a:xfrm>
            <a:off x="4853025" y="3678522"/>
            <a:ext cx="3492600" cy="42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79" name="Shape 179"/>
        <p:cNvGrpSpPr/>
        <p:nvPr/>
      </p:nvGrpSpPr>
      <p:grpSpPr>
        <a:xfrm>
          <a:off x="0" y="0"/>
          <a:ext cx="0" cy="0"/>
          <a:chOff x="0" y="0"/>
          <a:chExt cx="0" cy="0"/>
        </a:xfrm>
      </p:grpSpPr>
      <p:grpSp>
        <p:nvGrpSpPr>
          <p:cNvPr id="180" name="Google Shape;180;p18"/>
          <p:cNvGrpSpPr/>
          <p:nvPr/>
        </p:nvGrpSpPr>
        <p:grpSpPr>
          <a:xfrm>
            <a:off x="232500" y="183725"/>
            <a:ext cx="8679000" cy="4776000"/>
            <a:chOff x="232500" y="183725"/>
            <a:chExt cx="8679000" cy="4776000"/>
          </a:xfrm>
        </p:grpSpPr>
        <p:sp>
          <p:nvSpPr>
            <p:cNvPr id="181" name="Google Shape;181;p18"/>
            <p:cNvSpPr/>
            <p:nvPr/>
          </p:nvSpPr>
          <p:spPr>
            <a:xfrm>
              <a:off x="232500" y="183725"/>
              <a:ext cx="8679000" cy="4776000"/>
            </a:xfrm>
            <a:prstGeom prst="roundRect">
              <a:avLst>
                <a:gd fmla="val 3848" name="adj"/>
              </a:avLst>
            </a:prstGeom>
            <a:solidFill>
              <a:schemeClr val="dk2"/>
            </a:solidFill>
            <a:ln cap="flat" cmpd="sng" w="19050">
              <a:solidFill>
                <a:schemeClr val="accent4"/>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2" name="Google Shape;182;p18"/>
            <p:cNvSpPr/>
            <p:nvPr/>
          </p:nvSpPr>
          <p:spPr>
            <a:xfrm>
              <a:off x="232500" y="183725"/>
              <a:ext cx="8679000" cy="289500"/>
            </a:xfrm>
            <a:prstGeom prst="round2SameRect">
              <a:avLst>
                <a:gd fmla="val 50000" name="adj1"/>
                <a:gd fmla="val 0" name="adj2"/>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3" name="Google Shape;183;p18"/>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4" name="Google Shape;184;p18"/>
            <p:cNvSpPr/>
            <p:nvPr/>
          </p:nvSpPr>
          <p:spPr>
            <a:xfrm>
              <a:off x="8172199" y="274025"/>
              <a:ext cx="116400" cy="1164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5" name="Google Shape;185;p18"/>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86" name="Google Shape;186;p18"/>
          <p:cNvSpPr txBox="1"/>
          <p:nvPr>
            <p:ph type="title"/>
          </p:nvPr>
        </p:nvSpPr>
        <p:spPr>
          <a:xfrm>
            <a:off x="2731630" y="889625"/>
            <a:ext cx="3680700" cy="105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7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87" name="Google Shape;187;p18"/>
          <p:cNvSpPr txBox="1"/>
          <p:nvPr>
            <p:ph idx="1" type="subTitle"/>
          </p:nvPr>
        </p:nvSpPr>
        <p:spPr>
          <a:xfrm>
            <a:off x="2731599" y="1899375"/>
            <a:ext cx="3680700" cy="105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88" name="Google Shape;188;p18"/>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Barlow"/>
                <a:ea typeface="Barlow"/>
                <a:cs typeface="Barlow"/>
                <a:sym typeface="Barlow"/>
              </a:rPr>
              <a:t>CREDITS</a:t>
            </a:r>
            <a:r>
              <a:rPr lang="en" sz="1200">
                <a:solidFill>
                  <a:schemeClr val="dk1"/>
                </a:solidFill>
                <a:latin typeface="Barlow Medium"/>
                <a:ea typeface="Barlow Medium"/>
                <a:cs typeface="Barlow Medium"/>
                <a:sym typeface="Barlow Medium"/>
              </a:rPr>
              <a:t>: This presentation template was created by </a:t>
            </a:r>
            <a:r>
              <a:rPr b="1" lang="en" sz="1200" u="sng">
                <a:solidFill>
                  <a:schemeClr val="dk1"/>
                </a:solidFill>
                <a:latin typeface="Barlow"/>
                <a:ea typeface="Barlow"/>
                <a:cs typeface="Barlow"/>
                <a:sym typeface="Barlow"/>
                <a:hlinkClick r:id="rId2">
                  <a:extLst>
                    <a:ext uri="{A12FA001-AC4F-418D-AE19-62706E023703}">
                      <ahyp:hlinkClr val="tx"/>
                    </a:ext>
                  </a:extLst>
                </a:hlinkClick>
              </a:rPr>
              <a:t>Slidesgo</a:t>
            </a:r>
            <a:r>
              <a:rPr lang="en" sz="1200">
                <a:solidFill>
                  <a:schemeClr val="dk1"/>
                </a:solidFill>
                <a:latin typeface="Barlow Medium"/>
                <a:ea typeface="Barlow Medium"/>
                <a:cs typeface="Barlow Medium"/>
                <a:sym typeface="Barlow Medium"/>
              </a:rPr>
              <a:t>, and includes icons by </a:t>
            </a:r>
            <a:r>
              <a:rPr b="1" lang="en" sz="1200" u="sng">
                <a:solidFill>
                  <a:schemeClr val="dk1"/>
                </a:solidFill>
                <a:latin typeface="Barlow"/>
                <a:ea typeface="Barlow"/>
                <a:cs typeface="Barlow"/>
                <a:sym typeface="Barlow"/>
                <a:hlinkClick r:id="rId3">
                  <a:extLst>
                    <a:ext uri="{A12FA001-AC4F-418D-AE19-62706E023703}">
                      <ahyp:hlinkClr val="tx"/>
                    </a:ext>
                  </a:extLst>
                </a:hlinkClick>
              </a:rPr>
              <a:t>Flaticon</a:t>
            </a:r>
            <a:r>
              <a:rPr lang="en" sz="1200">
                <a:solidFill>
                  <a:schemeClr val="dk1"/>
                </a:solidFill>
                <a:latin typeface="Barlow Medium"/>
                <a:ea typeface="Barlow Medium"/>
                <a:cs typeface="Barlow Medium"/>
                <a:sym typeface="Barlow Medium"/>
              </a:rPr>
              <a:t>, and infographics &amp; images by </a:t>
            </a:r>
            <a:r>
              <a:rPr b="1" lang="en" sz="1200" u="sng">
                <a:solidFill>
                  <a:schemeClr val="dk1"/>
                </a:solidFill>
                <a:latin typeface="Barlow"/>
                <a:ea typeface="Barlow"/>
                <a:cs typeface="Barlow"/>
                <a:sym typeface="Barlow"/>
                <a:hlinkClick r:id="rId4">
                  <a:extLst>
                    <a:ext uri="{A12FA001-AC4F-418D-AE19-62706E023703}">
                      <ahyp:hlinkClr val="tx"/>
                    </a:ext>
                  </a:extLst>
                </a:hlinkClick>
              </a:rPr>
              <a:t>Freepik</a:t>
            </a:r>
            <a:r>
              <a:rPr b="1" lang="en" sz="1200" u="sng">
                <a:solidFill>
                  <a:schemeClr val="dk1"/>
                </a:solidFill>
                <a:latin typeface="Barlow"/>
                <a:ea typeface="Barlow"/>
                <a:cs typeface="Barlow"/>
                <a:sym typeface="Barlow"/>
              </a:rPr>
              <a:t> </a:t>
            </a:r>
            <a:endParaRPr b="1" sz="1200" u="sng">
              <a:solidFill>
                <a:schemeClr val="dk1"/>
              </a:solidFill>
              <a:latin typeface="Barlow"/>
              <a:ea typeface="Barlow"/>
              <a:cs typeface="Barlow"/>
              <a:sym typeface="Barlow"/>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89" name="Shape 189"/>
        <p:cNvGrpSpPr/>
        <p:nvPr/>
      </p:nvGrpSpPr>
      <p:grpSpPr>
        <a:xfrm>
          <a:off x="0" y="0"/>
          <a:ext cx="0" cy="0"/>
          <a:chOff x="0" y="0"/>
          <a:chExt cx="0" cy="0"/>
        </a:xfrm>
      </p:grpSpPr>
      <p:grpSp>
        <p:nvGrpSpPr>
          <p:cNvPr id="190" name="Google Shape;190;p19"/>
          <p:cNvGrpSpPr/>
          <p:nvPr/>
        </p:nvGrpSpPr>
        <p:grpSpPr>
          <a:xfrm>
            <a:off x="232500" y="183725"/>
            <a:ext cx="8679000" cy="4776000"/>
            <a:chOff x="232500" y="183725"/>
            <a:chExt cx="8679000" cy="4776000"/>
          </a:xfrm>
        </p:grpSpPr>
        <p:sp>
          <p:nvSpPr>
            <p:cNvPr id="191" name="Google Shape;191;p19"/>
            <p:cNvSpPr/>
            <p:nvPr/>
          </p:nvSpPr>
          <p:spPr>
            <a:xfrm>
              <a:off x="232500" y="183725"/>
              <a:ext cx="8679000" cy="4776000"/>
            </a:xfrm>
            <a:prstGeom prst="roundRect">
              <a:avLst>
                <a:gd fmla="val 3848" name="adj"/>
              </a:avLst>
            </a:prstGeom>
            <a:solidFill>
              <a:schemeClr val="dk2"/>
            </a:solidFill>
            <a:ln cap="flat" cmpd="sng" w="19050">
              <a:solidFill>
                <a:schemeClr val="accent2"/>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2" name="Google Shape;192;p19"/>
            <p:cNvSpPr/>
            <p:nvPr/>
          </p:nvSpPr>
          <p:spPr>
            <a:xfrm>
              <a:off x="232500" y="183725"/>
              <a:ext cx="8679000" cy="289500"/>
            </a:xfrm>
            <a:prstGeom prst="round2SameRect">
              <a:avLst>
                <a:gd fmla="val 50000" name="adj1"/>
                <a:gd fmla="val 0" name="adj2"/>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3" name="Google Shape;193;p19"/>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4" name="Google Shape;194;p19"/>
            <p:cNvSpPr/>
            <p:nvPr/>
          </p:nvSpPr>
          <p:spPr>
            <a:xfrm>
              <a:off x="8172199" y="274025"/>
              <a:ext cx="116400" cy="116400"/>
            </a:xfrm>
            <a:prstGeom prst="ellipse">
              <a:avLst/>
            </a:prstGeom>
            <a:solidFill>
              <a:schemeClr val="accent4"/>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5" name="Google Shape;195;p19"/>
            <p:cNvSpPr/>
            <p:nvPr/>
          </p:nvSpPr>
          <p:spPr>
            <a:xfrm>
              <a:off x="8416024" y="274025"/>
              <a:ext cx="116400" cy="116400"/>
            </a:xfrm>
            <a:prstGeom prst="ellipse">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96" name="Shape 196"/>
        <p:cNvGrpSpPr/>
        <p:nvPr/>
      </p:nvGrpSpPr>
      <p:grpSpPr>
        <a:xfrm>
          <a:off x="0" y="0"/>
          <a:ext cx="0" cy="0"/>
          <a:chOff x="0" y="0"/>
          <a:chExt cx="0" cy="0"/>
        </a:xfrm>
      </p:grpSpPr>
      <p:grpSp>
        <p:nvGrpSpPr>
          <p:cNvPr id="197" name="Google Shape;197;p20"/>
          <p:cNvGrpSpPr/>
          <p:nvPr/>
        </p:nvGrpSpPr>
        <p:grpSpPr>
          <a:xfrm>
            <a:off x="232500" y="183725"/>
            <a:ext cx="8679000" cy="4776000"/>
            <a:chOff x="232500" y="183725"/>
            <a:chExt cx="8679000" cy="4776000"/>
          </a:xfrm>
        </p:grpSpPr>
        <p:sp>
          <p:nvSpPr>
            <p:cNvPr id="198" name="Google Shape;198;p20"/>
            <p:cNvSpPr/>
            <p:nvPr/>
          </p:nvSpPr>
          <p:spPr>
            <a:xfrm>
              <a:off x="232500" y="183725"/>
              <a:ext cx="8679000" cy="4776000"/>
            </a:xfrm>
            <a:prstGeom prst="roundRect">
              <a:avLst>
                <a:gd fmla="val 3848" name="adj"/>
              </a:avLst>
            </a:prstGeom>
            <a:solidFill>
              <a:schemeClr val="dk2"/>
            </a:solidFill>
            <a:ln cap="flat" cmpd="sng" w="19050">
              <a:solidFill>
                <a:schemeClr val="lt2"/>
              </a:solidFill>
              <a:prstDash val="solid"/>
              <a:round/>
              <a:headEnd len="sm" w="sm" type="none"/>
              <a:tailEnd len="sm" w="sm" type="none"/>
            </a:ln>
            <a:effectLst>
              <a:outerShdw blurRad="185738" rotWithShape="0" algn="bl" dir="3000000" dist="47625">
                <a:schemeClr val="dk1">
                  <a:alpha val="3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9" name="Google Shape;199;p20"/>
            <p:cNvSpPr/>
            <p:nvPr/>
          </p:nvSpPr>
          <p:spPr>
            <a:xfrm>
              <a:off x="232500" y="183725"/>
              <a:ext cx="8679000" cy="2895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0" name="Google Shape;200;p20"/>
            <p:cNvSpPr/>
            <p:nvPr/>
          </p:nvSpPr>
          <p:spPr>
            <a:xfrm>
              <a:off x="7928375" y="274025"/>
              <a:ext cx="116400" cy="116400"/>
            </a:xfrm>
            <a:prstGeom prst="ellipse">
              <a:avLst/>
            </a:pr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1" name="Google Shape;201;p20"/>
            <p:cNvSpPr/>
            <p:nvPr/>
          </p:nvSpPr>
          <p:spPr>
            <a:xfrm>
              <a:off x="8172199" y="274025"/>
              <a:ext cx="116400" cy="116400"/>
            </a:xfrm>
            <a:prstGeom prst="ellipse">
              <a:avLst/>
            </a:prstGeom>
            <a:solidFill>
              <a:schemeClr val="accent4"/>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2" name="Google Shape;202;p20"/>
            <p:cNvSpPr/>
            <p:nvPr/>
          </p:nvSpPr>
          <p:spPr>
            <a:xfrm>
              <a:off x="8416024" y="274025"/>
              <a:ext cx="116400" cy="116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06" name="Shape 206"/>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07" name="Shape 207"/>
        <p:cNvGrpSpPr/>
        <p:nvPr/>
      </p:nvGrpSpPr>
      <p:grpSpPr>
        <a:xfrm>
          <a:off x="0" y="0"/>
          <a:ext cx="0" cy="0"/>
          <a:chOff x="0" y="0"/>
          <a:chExt cx="0" cy="0"/>
        </a:xfrm>
      </p:grpSpPr>
      <p:sp>
        <p:nvSpPr>
          <p:cNvPr id="208" name="Google Shape;208;p2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theme" Target="../theme/theme3.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slideLayout" Target="../slideLayouts/slideLayout21.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5212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Darker Grotesque Black"/>
              <a:buNone/>
              <a:defRPr sz="3000">
                <a:solidFill>
                  <a:schemeClr val="dk1"/>
                </a:solidFill>
                <a:latin typeface="Darker Grotesque Black"/>
                <a:ea typeface="Darker Grotesque Black"/>
                <a:cs typeface="Darker Grotesque Black"/>
                <a:sym typeface="Darker Grotesque Black"/>
              </a:defRPr>
            </a:lvl1pPr>
            <a:lvl2pPr lvl="1" rtl="0">
              <a:spcBef>
                <a:spcPts val="0"/>
              </a:spcBef>
              <a:spcAft>
                <a:spcPts val="0"/>
              </a:spcAft>
              <a:buClr>
                <a:schemeClr val="dk1"/>
              </a:buClr>
              <a:buSzPts val="3000"/>
              <a:buFont typeface="Darker Grotesque"/>
              <a:buNone/>
              <a:defRPr b="1" sz="3000">
                <a:solidFill>
                  <a:schemeClr val="dk1"/>
                </a:solidFill>
                <a:latin typeface="Darker Grotesque"/>
                <a:ea typeface="Darker Grotesque"/>
                <a:cs typeface="Darker Grotesque"/>
                <a:sym typeface="Darker Grotesque"/>
              </a:defRPr>
            </a:lvl2pPr>
            <a:lvl3pPr lvl="2" rtl="0">
              <a:spcBef>
                <a:spcPts val="0"/>
              </a:spcBef>
              <a:spcAft>
                <a:spcPts val="0"/>
              </a:spcAft>
              <a:buClr>
                <a:schemeClr val="dk1"/>
              </a:buClr>
              <a:buSzPts val="3000"/>
              <a:buFont typeface="Darker Grotesque"/>
              <a:buNone/>
              <a:defRPr b="1" sz="3000">
                <a:solidFill>
                  <a:schemeClr val="dk1"/>
                </a:solidFill>
                <a:latin typeface="Darker Grotesque"/>
                <a:ea typeface="Darker Grotesque"/>
                <a:cs typeface="Darker Grotesque"/>
                <a:sym typeface="Darker Grotesque"/>
              </a:defRPr>
            </a:lvl3pPr>
            <a:lvl4pPr lvl="3" rtl="0">
              <a:spcBef>
                <a:spcPts val="0"/>
              </a:spcBef>
              <a:spcAft>
                <a:spcPts val="0"/>
              </a:spcAft>
              <a:buClr>
                <a:schemeClr val="dk1"/>
              </a:buClr>
              <a:buSzPts val="3000"/>
              <a:buFont typeface="Darker Grotesque"/>
              <a:buNone/>
              <a:defRPr b="1" sz="3000">
                <a:solidFill>
                  <a:schemeClr val="dk1"/>
                </a:solidFill>
                <a:latin typeface="Darker Grotesque"/>
                <a:ea typeface="Darker Grotesque"/>
                <a:cs typeface="Darker Grotesque"/>
                <a:sym typeface="Darker Grotesque"/>
              </a:defRPr>
            </a:lvl4pPr>
            <a:lvl5pPr lvl="4" rtl="0">
              <a:spcBef>
                <a:spcPts val="0"/>
              </a:spcBef>
              <a:spcAft>
                <a:spcPts val="0"/>
              </a:spcAft>
              <a:buClr>
                <a:schemeClr val="dk1"/>
              </a:buClr>
              <a:buSzPts val="3000"/>
              <a:buFont typeface="Darker Grotesque"/>
              <a:buNone/>
              <a:defRPr b="1" sz="3000">
                <a:solidFill>
                  <a:schemeClr val="dk1"/>
                </a:solidFill>
                <a:latin typeface="Darker Grotesque"/>
                <a:ea typeface="Darker Grotesque"/>
                <a:cs typeface="Darker Grotesque"/>
                <a:sym typeface="Darker Grotesque"/>
              </a:defRPr>
            </a:lvl5pPr>
            <a:lvl6pPr lvl="5" rtl="0">
              <a:spcBef>
                <a:spcPts val="0"/>
              </a:spcBef>
              <a:spcAft>
                <a:spcPts val="0"/>
              </a:spcAft>
              <a:buClr>
                <a:schemeClr val="dk1"/>
              </a:buClr>
              <a:buSzPts val="3000"/>
              <a:buFont typeface="Darker Grotesque"/>
              <a:buNone/>
              <a:defRPr b="1" sz="3000">
                <a:solidFill>
                  <a:schemeClr val="dk1"/>
                </a:solidFill>
                <a:latin typeface="Darker Grotesque"/>
                <a:ea typeface="Darker Grotesque"/>
                <a:cs typeface="Darker Grotesque"/>
                <a:sym typeface="Darker Grotesque"/>
              </a:defRPr>
            </a:lvl6pPr>
            <a:lvl7pPr lvl="6" rtl="0">
              <a:spcBef>
                <a:spcPts val="0"/>
              </a:spcBef>
              <a:spcAft>
                <a:spcPts val="0"/>
              </a:spcAft>
              <a:buClr>
                <a:schemeClr val="dk1"/>
              </a:buClr>
              <a:buSzPts val="3000"/>
              <a:buFont typeface="Darker Grotesque"/>
              <a:buNone/>
              <a:defRPr b="1" sz="3000">
                <a:solidFill>
                  <a:schemeClr val="dk1"/>
                </a:solidFill>
                <a:latin typeface="Darker Grotesque"/>
                <a:ea typeface="Darker Grotesque"/>
                <a:cs typeface="Darker Grotesque"/>
                <a:sym typeface="Darker Grotesque"/>
              </a:defRPr>
            </a:lvl7pPr>
            <a:lvl8pPr lvl="7" rtl="0">
              <a:spcBef>
                <a:spcPts val="0"/>
              </a:spcBef>
              <a:spcAft>
                <a:spcPts val="0"/>
              </a:spcAft>
              <a:buClr>
                <a:schemeClr val="dk1"/>
              </a:buClr>
              <a:buSzPts val="3000"/>
              <a:buFont typeface="Darker Grotesque"/>
              <a:buNone/>
              <a:defRPr b="1" sz="3000">
                <a:solidFill>
                  <a:schemeClr val="dk1"/>
                </a:solidFill>
                <a:latin typeface="Darker Grotesque"/>
                <a:ea typeface="Darker Grotesque"/>
                <a:cs typeface="Darker Grotesque"/>
                <a:sym typeface="Darker Grotesque"/>
              </a:defRPr>
            </a:lvl8pPr>
            <a:lvl9pPr lvl="8" rtl="0">
              <a:spcBef>
                <a:spcPts val="0"/>
              </a:spcBef>
              <a:spcAft>
                <a:spcPts val="0"/>
              </a:spcAft>
              <a:buClr>
                <a:schemeClr val="dk1"/>
              </a:buClr>
              <a:buSzPts val="3000"/>
              <a:buFont typeface="Darker Grotesque"/>
              <a:buNone/>
              <a:defRPr b="1" sz="3000">
                <a:solidFill>
                  <a:schemeClr val="dk1"/>
                </a:solidFill>
                <a:latin typeface="Darker Grotesque"/>
                <a:ea typeface="Darker Grotesque"/>
                <a:cs typeface="Darker Grotesque"/>
                <a:sym typeface="Darker Grotesqu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Barlow Medium"/>
              <a:buChar char="●"/>
              <a:defRPr sz="1200">
                <a:solidFill>
                  <a:schemeClr val="dk1"/>
                </a:solidFill>
                <a:latin typeface="Barlow Medium"/>
                <a:ea typeface="Barlow Medium"/>
                <a:cs typeface="Barlow Medium"/>
                <a:sym typeface="Barlow Medium"/>
              </a:defRPr>
            </a:lvl1pPr>
            <a:lvl2pPr indent="-304800" lvl="1" marL="914400">
              <a:lnSpc>
                <a:spcPct val="100000"/>
              </a:lnSpc>
              <a:spcBef>
                <a:spcPts val="0"/>
              </a:spcBef>
              <a:spcAft>
                <a:spcPts val="0"/>
              </a:spcAft>
              <a:buClr>
                <a:schemeClr val="dk1"/>
              </a:buClr>
              <a:buSzPts val="1200"/>
              <a:buFont typeface="Barlow Medium"/>
              <a:buChar char="○"/>
              <a:defRPr sz="1200">
                <a:solidFill>
                  <a:schemeClr val="dk1"/>
                </a:solidFill>
                <a:latin typeface="Barlow Medium"/>
                <a:ea typeface="Barlow Medium"/>
                <a:cs typeface="Barlow Medium"/>
                <a:sym typeface="Barlow Medium"/>
              </a:defRPr>
            </a:lvl2pPr>
            <a:lvl3pPr indent="-304800" lvl="2" marL="1371600">
              <a:lnSpc>
                <a:spcPct val="100000"/>
              </a:lnSpc>
              <a:spcBef>
                <a:spcPts val="0"/>
              </a:spcBef>
              <a:spcAft>
                <a:spcPts val="0"/>
              </a:spcAft>
              <a:buClr>
                <a:schemeClr val="dk1"/>
              </a:buClr>
              <a:buSzPts val="1200"/>
              <a:buFont typeface="Barlow Medium"/>
              <a:buChar char="■"/>
              <a:defRPr sz="1200">
                <a:solidFill>
                  <a:schemeClr val="dk1"/>
                </a:solidFill>
                <a:latin typeface="Barlow Medium"/>
                <a:ea typeface="Barlow Medium"/>
                <a:cs typeface="Barlow Medium"/>
                <a:sym typeface="Barlow Medium"/>
              </a:defRPr>
            </a:lvl3pPr>
            <a:lvl4pPr indent="-304800" lvl="3" marL="1828800">
              <a:lnSpc>
                <a:spcPct val="100000"/>
              </a:lnSpc>
              <a:spcBef>
                <a:spcPts val="0"/>
              </a:spcBef>
              <a:spcAft>
                <a:spcPts val="0"/>
              </a:spcAft>
              <a:buClr>
                <a:schemeClr val="dk1"/>
              </a:buClr>
              <a:buSzPts val="1200"/>
              <a:buFont typeface="Barlow Medium"/>
              <a:buChar char="●"/>
              <a:defRPr sz="1200">
                <a:solidFill>
                  <a:schemeClr val="dk1"/>
                </a:solidFill>
                <a:latin typeface="Barlow Medium"/>
                <a:ea typeface="Barlow Medium"/>
                <a:cs typeface="Barlow Medium"/>
                <a:sym typeface="Barlow Medium"/>
              </a:defRPr>
            </a:lvl4pPr>
            <a:lvl5pPr indent="-304800" lvl="4" marL="2286000">
              <a:lnSpc>
                <a:spcPct val="100000"/>
              </a:lnSpc>
              <a:spcBef>
                <a:spcPts val="0"/>
              </a:spcBef>
              <a:spcAft>
                <a:spcPts val="0"/>
              </a:spcAft>
              <a:buClr>
                <a:schemeClr val="dk1"/>
              </a:buClr>
              <a:buSzPts val="1200"/>
              <a:buFont typeface="Barlow Medium"/>
              <a:buChar char="○"/>
              <a:defRPr sz="1200">
                <a:solidFill>
                  <a:schemeClr val="dk1"/>
                </a:solidFill>
                <a:latin typeface="Barlow Medium"/>
                <a:ea typeface="Barlow Medium"/>
                <a:cs typeface="Barlow Medium"/>
                <a:sym typeface="Barlow Medium"/>
              </a:defRPr>
            </a:lvl5pPr>
            <a:lvl6pPr indent="-304800" lvl="5" marL="2743200">
              <a:lnSpc>
                <a:spcPct val="100000"/>
              </a:lnSpc>
              <a:spcBef>
                <a:spcPts val="0"/>
              </a:spcBef>
              <a:spcAft>
                <a:spcPts val="0"/>
              </a:spcAft>
              <a:buClr>
                <a:schemeClr val="dk1"/>
              </a:buClr>
              <a:buSzPts val="1200"/>
              <a:buFont typeface="Barlow Medium"/>
              <a:buChar char="■"/>
              <a:defRPr sz="1200">
                <a:solidFill>
                  <a:schemeClr val="dk1"/>
                </a:solidFill>
                <a:latin typeface="Barlow Medium"/>
                <a:ea typeface="Barlow Medium"/>
                <a:cs typeface="Barlow Medium"/>
                <a:sym typeface="Barlow Medium"/>
              </a:defRPr>
            </a:lvl6pPr>
            <a:lvl7pPr indent="-304800" lvl="6" marL="3200400">
              <a:lnSpc>
                <a:spcPct val="100000"/>
              </a:lnSpc>
              <a:spcBef>
                <a:spcPts val="0"/>
              </a:spcBef>
              <a:spcAft>
                <a:spcPts val="0"/>
              </a:spcAft>
              <a:buClr>
                <a:schemeClr val="dk1"/>
              </a:buClr>
              <a:buSzPts val="1200"/>
              <a:buFont typeface="Barlow Medium"/>
              <a:buChar char="●"/>
              <a:defRPr sz="1200">
                <a:solidFill>
                  <a:schemeClr val="dk1"/>
                </a:solidFill>
                <a:latin typeface="Barlow Medium"/>
                <a:ea typeface="Barlow Medium"/>
                <a:cs typeface="Barlow Medium"/>
                <a:sym typeface="Barlow Medium"/>
              </a:defRPr>
            </a:lvl7pPr>
            <a:lvl8pPr indent="-304800" lvl="7" marL="3657600">
              <a:lnSpc>
                <a:spcPct val="100000"/>
              </a:lnSpc>
              <a:spcBef>
                <a:spcPts val="0"/>
              </a:spcBef>
              <a:spcAft>
                <a:spcPts val="0"/>
              </a:spcAft>
              <a:buClr>
                <a:schemeClr val="dk1"/>
              </a:buClr>
              <a:buSzPts val="1200"/>
              <a:buFont typeface="Barlow Medium"/>
              <a:buChar char="○"/>
              <a:defRPr sz="1200">
                <a:solidFill>
                  <a:schemeClr val="dk1"/>
                </a:solidFill>
                <a:latin typeface="Barlow Medium"/>
                <a:ea typeface="Barlow Medium"/>
                <a:cs typeface="Barlow Medium"/>
                <a:sym typeface="Barlow Medium"/>
              </a:defRPr>
            </a:lvl8pPr>
            <a:lvl9pPr indent="-304800" lvl="8" marL="4114800">
              <a:lnSpc>
                <a:spcPct val="100000"/>
              </a:lnSpc>
              <a:spcBef>
                <a:spcPts val="0"/>
              </a:spcBef>
              <a:spcAft>
                <a:spcPts val="0"/>
              </a:spcAft>
              <a:buClr>
                <a:schemeClr val="dk1"/>
              </a:buClr>
              <a:buSzPts val="1200"/>
              <a:buFont typeface="Barlow Medium"/>
              <a:buChar char="■"/>
              <a:defRPr sz="1200">
                <a:solidFill>
                  <a:schemeClr val="dk1"/>
                </a:solidFill>
                <a:latin typeface="Barlow Medium"/>
                <a:ea typeface="Barlow Medium"/>
                <a:cs typeface="Barlow Medium"/>
                <a:sym typeface="Barlow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03" name="Shape 203"/>
        <p:cNvGrpSpPr/>
        <p:nvPr/>
      </p:nvGrpSpPr>
      <p:grpSpPr>
        <a:xfrm>
          <a:off x="0" y="0"/>
          <a:ext cx="0" cy="0"/>
          <a:chOff x="0" y="0"/>
          <a:chExt cx="0" cy="0"/>
        </a:xfrm>
      </p:grpSpPr>
      <p:sp>
        <p:nvSpPr>
          <p:cNvPr id="204" name="Google Shape;204;p2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05" name="Google Shape;205;p2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7" r:id="rId1"/>
    <p:sldLayoutId id="2147483668"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0" Type="http://schemas.openxmlformats.org/officeDocument/2006/relationships/slide" Target="/ppt/slides/slide18.xml"/><Relationship Id="rId11" Type="http://schemas.openxmlformats.org/officeDocument/2006/relationships/slide" Target="/ppt/slides/slide9.xml"/><Relationship Id="rId22" Type="http://schemas.openxmlformats.org/officeDocument/2006/relationships/slide" Target="/ppt/slides/slide20.xml"/><Relationship Id="rId10" Type="http://schemas.openxmlformats.org/officeDocument/2006/relationships/slide" Target="/ppt/slides/slide8.xml"/><Relationship Id="rId21" Type="http://schemas.openxmlformats.org/officeDocument/2006/relationships/slide" Target="/ppt/slides/slide19.xml"/><Relationship Id="rId13" Type="http://schemas.openxmlformats.org/officeDocument/2006/relationships/slide" Target="/ppt/slides/slide11.xml"/><Relationship Id="rId12" Type="http://schemas.openxmlformats.org/officeDocument/2006/relationships/slide" Target="/ppt/slides/slide10.xml"/><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slide" Target="/ppt/slides/slide1.xml"/><Relationship Id="rId4" Type="http://schemas.openxmlformats.org/officeDocument/2006/relationships/slide" Target="/ppt/slides/slide2.xml"/><Relationship Id="rId9" Type="http://schemas.openxmlformats.org/officeDocument/2006/relationships/slide" Target="/ppt/slides/slide7.xml"/><Relationship Id="rId15" Type="http://schemas.openxmlformats.org/officeDocument/2006/relationships/slide" Target="/ppt/slides/slide13.xml"/><Relationship Id="rId14" Type="http://schemas.openxmlformats.org/officeDocument/2006/relationships/slide" Target="/ppt/slides/slide12.xml"/><Relationship Id="rId17" Type="http://schemas.openxmlformats.org/officeDocument/2006/relationships/slide" Target="/ppt/slides/slide15.xml"/><Relationship Id="rId16" Type="http://schemas.openxmlformats.org/officeDocument/2006/relationships/slide" Target="/ppt/slides/slide14.xml"/><Relationship Id="rId5" Type="http://schemas.openxmlformats.org/officeDocument/2006/relationships/slide" Target="/ppt/slides/slide3.xml"/><Relationship Id="rId19" Type="http://schemas.openxmlformats.org/officeDocument/2006/relationships/slide" Target="/ppt/slides/slide17.xml"/><Relationship Id="rId6" Type="http://schemas.openxmlformats.org/officeDocument/2006/relationships/slide" Target="/ppt/slides/slide4.xml"/><Relationship Id="rId18" Type="http://schemas.openxmlformats.org/officeDocument/2006/relationships/slide" Target="/ppt/slides/slide16.xml"/><Relationship Id="rId7" Type="http://schemas.openxmlformats.org/officeDocument/2006/relationships/slide" Target="/ppt/slides/slide5.xml"/><Relationship Id="rId8" Type="http://schemas.openxmlformats.org/officeDocument/2006/relationships/slide" Target="/ppt/slides/slide6.xml"/></Relationships>
</file>

<file path=ppt/slides/_rels/slide2.xml.rels><?xml version="1.0" encoding="UTF-8" standalone="yes"?><Relationships xmlns="http://schemas.openxmlformats.org/package/2006/relationships"><Relationship Id="rId40" Type="http://schemas.openxmlformats.org/officeDocument/2006/relationships/slide" Target="/ppt/slides/slide20.xml"/><Relationship Id="rId20" Type="http://schemas.openxmlformats.org/officeDocument/2006/relationships/hyperlink" Target="https://www.videvo.net/?utm_source=slidesgo_template&amp;utm_medium=referral-link&amp;utm_campaign=sg_resources&amp;utm_content=videvo" TargetMode="External"/><Relationship Id="rId22" Type="http://schemas.openxmlformats.org/officeDocument/2006/relationships/slide" Target="/ppt/slides/slide2.xml"/><Relationship Id="rId21" Type="http://schemas.openxmlformats.org/officeDocument/2006/relationships/slide" Target="/ppt/slides/slide1.xml"/><Relationship Id="rId24" Type="http://schemas.openxmlformats.org/officeDocument/2006/relationships/slide" Target="/ppt/slides/slide4.xml"/><Relationship Id="rId23" Type="http://schemas.openxmlformats.org/officeDocument/2006/relationships/slide" Target="/ppt/slides/slide3.xm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6.xml"/><Relationship Id="rId4" Type="http://schemas.openxmlformats.org/officeDocument/2006/relationships/slide" Target="/ppt/slides/slide23.xml"/><Relationship Id="rId9" Type="http://schemas.openxmlformats.org/officeDocument/2006/relationships/slide" Target="/ppt/slides/slide34.xml"/><Relationship Id="rId26" Type="http://schemas.openxmlformats.org/officeDocument/2006/relationships/slide" Target="/ppt/slides/slide6.xml"/><Relationship Id="rId25" Type="http://schemas.openxmlformats.org/officeDocument/2006/relationships/slide" Target="/ppt/slides/slide5.xml"/><Relationship Id="rId28" Type="http://schemas.openxmlformats.org/officeDocument/2006/relationships/slide" Target="/ppt/slides/slide8.xml"/><Relationship Id="rId27" Type="http://schemas.openxmlformats.org/officeDocument/2006/relationships/slide" Target="/ppt/slides/slide7.xml"/><Relationship Id="rId5" Type="http://schemas.openxmlformats.org/officeDocument/2006/relationships/slide" Target="/ppt/slides/slide22.xml"/><Relationship Id="rId6" Type="http://schemas.openxmlformats.org/officeDocument/2006/relationships/slide" Target="/ppt/slides/slide22.xml"/><Relationship Id="rId29" Type="http://schemas.openxmlformats.org/officeDocument/2006/relationships/slide" Target="/ppt/slides/slide9.xml"/><Relationship Id="rId7" Type="http://schemas.openxmlformats.org/officeDocument/2006/relationships/slide" Target="/ppt/slides/slide20.xml"/><Relationship Id="rId8" Type="http://schemas.openxmlformats.org/officeDocument/2006/relationships/slide" Target="/ppt/slides/slide26.xml"/><Relationship Id="rId31" Type="http://schemas.openxmlformats.org/officeDocument/2006/relationships/slide" Target="/ppt/slides/slide11.xml"/><Relationship Id="rId30" Type="http://schemas.openxmlformats.org/officeDocument/2006/relationships/slide" Target="/ppt/slides/slide10.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33" Type="http://schemas.openxmlformats.org/officeDocument/2006/relationships/slide" Target="/ppt/slides/slide13.xml"/><Relationship Id="rId10" Type="http://schemas.openxmlformats.org/officeDocument/2006/relationships/slide" Target="/ppt/slides/slide28.xml"/><Relationship Id="rId32" Type="http://schemas.openxmlformats.org/officeDocument/2006/relationships/slide" Target="/ppt/slides/slide12.xml"/><Relationship Id="rId13" Type="http://schemas.openxmlformats.org/officeDocument/2006/relationships/hyperlink" Target="http://bit.ly/30B07Gq" TargetMode="External"/><Relationship Id="rId35" Type="http://schemas.openxmlformats.org/officeDocument/2006/relationships/slide" Target="/ppt/slides/slide15.xml"/><Relationship Id="rId12" Type="http://schemas.openxmlformats.org/officeDocument/2006/relationships/hyperlink" Target="https://bit.ly/3A1uf1Q" TargetMode="External"/><Relationship Id="rId34" Type="http://schemas.openxmlformats.org/officeDocument/2006/relationships/slide" Target="/ppt/slides/slide14.xml"/><Relationship Id="rId15" Type="http://schemas.openxmlformats.org/officeDocument/2006/relationships/hyperlink" Target="https://www.freepik.com/?utm_source=slidesgo_template&amp;utm_medium=referral-link&amp;utm_campaign=promo-slide&amp;utm_term=slidesgo&amp;utm_content=freepik" TargetMode="External"/><Relationship Id="rId37" Type="http://schemas.openxmlformats.org/officeDocument/2006/relationships/slide" Target="/ppt/slides/slide17.xml"/><Relationship Id="rId14" Type="http://schemas.openxmlformats.org/officeDocument/2006/relationships/hyperlink" Target="http://bit.ly/33VAFh3" TargetMode="External"/><Relationship Id="rId36" Type="http://schemas.openxmlformats.org/officeDocument/2006/relationships/slide" Target="/ppt/slides/slide16.xml"/><Relationship Id="rId17" Type="http://schemas.openxmlformats.org/officeDocument/2006/relationships/hyperlink" Target="https://storyset.com/?utm_source=slidesgo_template&amp;utm_medium=referral-link&amp;utm_campaign=promo-slide&amp;utm_term=slidesgo&amp;utm_content=storyset" TargetMode="External"/><Relationship Id="rId39" Type="http://schemas.openxmlformats.org/officeDocument/2006/relationships/slide" Target="/ppt/slides/slide19.xml"/><Relationship Id="rId16" Type="http://schemas.openxmlformats.org/officeDocument/2006/relationships/hyperlink" Target="https://www.flaticon.com/?utm_source=slidesgo_template&amp;utm_medium=referral-link&amp;utm_campaign=promo-slide&amp;utm_term=slidesgo&amp;utm_content=flaticon" TargetMode="External"/><Relationship Id="rId38" Type="http://schemas.openxmlformats.org/officeDocument/2006/relationships/slide" Target="/ppt/slides/slide18.xm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20" Type="http://schemas.openxmlformats.org/officeDocument/2006/relationships/slide" Target="/ppt/slides/slide18.xml"/><Relationship Id="rId22" Type="http://schemas.openxmlformats.org/officeDocument/2006/relationships/slide" Target="/ppt/slides/slide20.xml"/><Relationship Id="rId21" Type="http://schemas.openxmlformats.org/officeDocument/2006/relationships/slide" Target="/ppt/slides/slide19.xml"/><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slide" Target="/ppt/slides/slide1.xml"/><Relationship Id="rId4" Type="http://schemas.openxmlformats.org/officeDocument/2006/relationships/slide" Target="/ppt/slides/slide2.xml"/><Relationship Id="rId9" Type="http://schemas.openxmlformats.org/officeDocument/2006/relationships/slide" Target="/ppt/slides/slide7.xml"/><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5.xml"/><Relationship Id="rId8" Type="http://schemas.openxmlformats.org/officeDocument/2006/relationships/slide" Target="/ppt/slides/slide6.xml"/><Relationship Id="rId11" Type="http://schemas.openxmlformats.org/officeDocument/2006/relationships/slide" Target="/ppt/slides/slide9.xml"/><Relationship Id="rId10" Type="http://schemas.openxmlformats.org/officeDocument/2006/relationships/slide" Target="/ppt/slides/slide8.xml"/><Relationship Id="rId13" Type="http://schemas.openxmlformats.org/officeDocument/2006/relationships/slide" Target="/ppt/slides/slide11.xml"/><Relationship Id="rId12" Type="http://schemas.openxmlformats.org/officeDocument/2006/relationships/slide" Target="/ppt/slides/slide10.xml"/><Relationship Id="rId15" Type="http://schemas.openxmlformats.org/officeDocument/2006/relationships/slide" Target="/ppt/slides/slide13.xml"/><Relationship Id="rId14" Type="http://schemas.openxmlformats.org/officeDocument/2006/relationships/slide" Target="/ppt/slides/slide12.xml"/><Relationship Id="rId17" Type="http://schemas.openxmlformats.org/officeDocument/2006/relationships/slide" Target="/ppt/slides/slide15.xml"/><Relationship Id="rId16" Type="http://schemas.openxmlformats.org/officeDocument/2006/relationships/slide" Target="/ppt/slides/slide14.xml"/><Relationship Id="rId19" Type="http://schemas.openxmlformats.org/officeDocument/2006/relationships/slide" Target="/ppt/slides/slide17.xml"/><Relationship Id="rId18" Type="http://schemas.openxmlformats.org/officeDocument/2006/relationships/slide" Target="/ppt/slides/slide16.xml"/></Relationships>
</file>

<file path=ppt/slides/_rels/slide4.xml.rels><?xml version="1.0" encoding="UTF-8" standalone="yes"?><Relationships xmlns="http://schemas.openxmlformats.org/package/2006/relationships"><Relationship Id="rId20" Type="http://schemas.openxmlformats.org/officeDocument/2006/relationships/slide" Target="/ppt/slides/slide18.xml"/><Relationship Id="rId22" Type="http://schemas.openxmlformats.org/officeDocument/2006/relationships/slide" Target="/ppt/slides/slide20.xml"/><Relationship Id="rId21" Type="http://schemas.openxmlformats.org/officeDocument/2006/relationships/slide" Target="/ppt/slides/slide19.xml"/><Relationship Id="rId23" Type="http://schemas.openxmlformats.org/officeDocument/2006/relationships/slide" Target="/ppt/slides/slide1.xml"/><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6.jpg"/><Relationship Id="rId4" Type="http://schemas.openxmlformats.org/officeDocument/2006/relationships/slide" Target="/ppt/slides/slide2.xml"/><Relationship Id="rId9" Type="http://schemas.openxmlformats.org/officeDocument/2006/relationships/slide" Target="/ppt/slides/slide7.xml"/><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5.xml"/><Relationship Id="rId8" Type="http://schemas.openxmlformats.org/officeDocument/2006/relationships/slide" Target="/ppt/slides/slide6.xml"/><Relationship Id="rId11" Type="http://schemas.openxmlformats.org/officeDocument/2006/relationships/slide" Target="/ppt/slides/slide9.xml"/><Relationship Id="rId10" Type="http://schemas.openxmlformats.org/officeDocument/2006/relationships/slide" Target="/ppt/slides/slide8.xml"/><Relationship Id="rId13" Type="http://schemas.openxmlformats.org/officeDocument/2006/relationships/slide" Target="/ppt/slides/slide11.xml"/><Relationship Id="rId12" Type="http://schemas.openxmlformats.org/officeDocument/2006/relationships/slide" Target="/ppt/slides/slide10.xml"/><Relationship Id="rId15" Type="http://schemas.openxmlformats.org/officeDocument/2006/relationships/slide" Target="/ppt/slides/slide13.xml"/><Relationship Id="rId14" Type="http://schemas.openxmlformats.org/officeDocument/2006/relationships/slide" Target="/ppt/slides/slide12.xml"/><Relationship Id="rId17" Type="http://schemas.openxmlformats.org/officeDocument/2006/relationships/slide" Target="/ppt/slides/slide15.xml"/><Relationship Id="rId16" Type="http://schemas.openxmlformats.org/officeDocument/2006/relationships/slide" Target="/ppt/slides/slide14.xml"/><Relationship Id="rId19" Type="http://schemas.openxmlformats.org/officeDocument/2006/relationships/slide" Target="/ppt/slides/slide17.xml"/><Relationship Id="rId18" Type="http://schemas.openxmlformats.org/officeDocument/2006/relationships/slide" Target="/ppt/slides/slide16.xml"/></Relationships>
</file>

<file path=ppt/slides/_rels/slide5.xml.rels><?xml version="1.0" encoding="UTF-8" standalone="yes"?><Relationships xmlns="http://schemas.openxmlformats.org/package/2006/relationships"><Relationship Id="rId20" Type="http://schemas.openxmlformats.org/officeDocument/2006/relationships/slide" Target="/ppt/slides/slide18.xml"/><Relationship Id="rId22" Type="http://schemas.openxmlformats.org/officeDocument/2006/relationships/slide" Target="/ppt/slides/slide20.xml"/><Relationship Id="rId21" Type="http://schemas.openxmlformats.org/officeDocument/2006/relationships/slide" Target="/ppt/slides/slide19.xml"/><Relationship Id="rId23" Type="http://schemas.openxmlformats.org/officeDocument/2006/relationships/slide" Target="/ppt/slides/slide1.xml"/><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7.jpg"/><Relationship Id="rId4" Type="http://schemas.openxmlformats.org/officeDocument/2006/relationships/slide" Target="/ppt/slides/slide2.xml"/><Relationship Id="rId9" Type="http://schemas.openxmlformats.org/officeDocument/2006/relationships/slide" Target="/ppt/slides/slide7.xml"/><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5.xml"/><Relationship Id="rId8" Type="http://schemas.openxmlformats.org/officeDocument/2006/relationships/slide" Target="/ppt/slides/slide6.xml"/><Relationship Id="rId11" Type="http://schemas.openxmlformats.org/officeDocument/2006/relationships/slide" Target="/ppt/slides/slide9.xml"/><Relationship Id="rId10" Type="http://schemas.openxmlformats.org/officeDocument/2006/relationships/slide" Target="/ppt/slides/slide8.xml"/><Relationship Id="rId13" Type="http://schemas.openxmlformats.org/officeDocument/2006/relationships/slide" Target="/ppt/slides/slide11.xml"/><Relationship Id="rId12" Type="http://schemas.openxmlformats.org/officeDocument/2006/relationships/slide" Target="/ppt/slides/slide10.xml"/><Relationship Id="rId15" Type="http://schemas.openxmlformats.org/officeDocument/2006/relationships/slide" Target="/ppt/slides/slide13.xml"/><Relationship Id="rId14" Type="http://schemas.openxmlformats.org/officeDocument/2006/relationships/slide" Target="/ppt/slides/slide12.xml"/><Relationship Id="rId17" Type="http://schemas.openxmlformats.org/officeDocument/2006/relationships/slide" Target="/ppt/slides/slide15.xml"/><Relationship Id="rId16" Type="http://schemas.openxmlformats.org/officeDocument/2006/relationships/slide" Target="/ppt/slides/slide14.xml"/><Relationship Id="rId19" Type="http://schemas.openxmlformats.org/officeDocument/2006/relationships/slide" Target="/ppt/slides/slide17.xml"/><Relationship Id="rId18" Type="http://schemas.openxmlformats.org/officeDocument/2006/relationships/slide" Target="/ppt/slides/slide16.xml"/></Relationships>
</file>

<file path=ppt/slides/_rels/slide6.xml.rels><?xml version="1.0" encoding="UTF-8" standalone="yes"?><Relationships xmlns="http://schemas.openxmlformats.org/package/2006/relationships"><Relationship Id="rId20" Type="http://schemas.openxmlformats.org/officeDocument/2006/relationships/slide" Target="/ppt/slides/slide19.xml"/><Relationship Id="rId22" Type="http://schemas.openxmlformats.org/officeDocument/2006/relationships/slide" Target="/ppt/slides/slide1.xml"/><Relationship Id="rId21" Type="http://schemas.openxmlformats.org/officeDocument/2006/relationships/slide" Target="/ppt/slides/slide20.xml"/><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slide" Target="/ppt/slides/slide2.xml"/><Relationship Id="rId4" Type="http://schemas.openxmlformats.org/officeDocument/2006/relationships/slide" Target="/ppt/slides/slide3.xml"/><Relationship Id="rId9" Type="http://schemas.openxmlformats.org/officeDocument/2006/relationships/slide" Target="/ppt/slides/slide8.xml"/><Relationship Id="rId5" Type="http://schemas.openxmlformats.org/officeDocument/2006/relationships/slide" Target="/ppt/slides/slide4.xml"/><Relationship Id="rId6" Type="http://schemas.openxmlformats.org/officeDocument/2006/relationships/slide" Target="/ppt/slides/slide5.xml"/><Relationship Id="rId7" Type="http://schemas.openxmlformats.org/officeDocument/2006/relationships/slide" Target="/ppt/slides/slide6.xml"/><Relationship Id="rId8" Type="http://schemas.openxmlformats.org/officeDocument/2006/relationships/slide" Target="/ppt/slides/slide7.xml"/><Relationship Id="rId11" Type="http://schemas.openxmlformats.org/officeDocument/2006/relationships/slide" Target="/ppt/slides/slide10.xml"/><Relationship Id="rId10" Type="http://schemas.openxmlformats.org/officeDocument/2006/relationships/slide" Target="/ppt/slides/slide9.xml"/><Relationship Id="rId13" Type="http://schemas.openxmlformats.org/officeDocument/2006/relationships/slide" Target="/ppt/slides/slide12.xml"/><Relationship Id="rId12" Type="http://schemas.openxmlformats.org/officeDocument/2006/relationships/slide" Target="/ppt/slides/slide11.xml"/><Relationship Id="rId15" Type="http://schemas.openxmlformats.org/officeDocument/2006/relationships/slide" Target="/ppt/slides/slide14.xml"/><Relationship Id="rId14" Type="http://schemas.openxmlformats.org/officeDocument/2006/relationships/slide" Target="/ppt/slides/slide13.xml"/><Relationship Id="rId17" Type="http://schemas.openxmlformats.org/officeDocument/2006/relationships/slide" Target="/ppt/slides/slide16.xml"/><Relationship Id="rId16" Type="http://schemas.openxmlformats.org/officeDocument/2006/relationships/slide" Target="/ppt/slides/slide15.xml"/><Relationship Id="rId19" Type="http://schemas.openxmlformats.org/officeDocument/2006/relationships/slide" Target="/ppt/slides/slide18.xml"/><Relationship Id="rId18" Type="http://schemas.openxmlformats.org/officeDocument/2006/relationships/slide" Target="/ppt/slides/slide17.xml"/></Relationships>
</file>

<file path=ppt/slides/_rels/slide7.xml.rels><?xml version="1.0" encoding="UTF-8" standalone="yes"?><Relationships xmlns="http://schemas.openxmlformats.org/package/2006/relationships"><Relationship Id="rId20" Type="http://schemas.openxmlformats.org/officeDocument/2006/relationships/slide" Target="/ppt/slides/slide19.xml"/><Relationship Id="rId22" Type="http://schemas.openxmlformats.org/officeDocument/2006/relationships/slide" Target="/ppt/slides/slide1.xml"/><Relationship Id="rId21" Type="http://schemas.openxmlformats.org/officeDocument/2006/relationships/slide" Target="/ppt/slides/slide20.xml"/><Relationship Id="rId1" Type="http://schemas.openxmlformats.org/officeDocument/2006/relationships/slideLayout" Target="../slideLayouts/slideLayout13.xml"/><Relationship Id="rId2" Type="http://schemas.openxmlformats.org/officeDocument/2006/relationships/notesSlide" Target="../notesSlides/notesSlide7.xml"/><Relationship Id="rId3" Type="http://schemas.openxmlformats.org/officeDocument/2006/relationships/slide" Target="/ppt/slides/slide2.xml"/><Relationship Id="rId4" Type="http://schemas.openxmlformats.org/officeDocument/2006/relationships/slide" Target="/ppt/slides/slide3.xml"/><Relationship Id="rId9" Type="http://schemas.openxmlformats.org/officeDocument/2006/relationships/slide" Target="/ppt/slides/slide8.xml"/><Relationship Id="rId5" Type="http://schemas.openxmlformats.org/officeDocument/2006/relationships/slide" Target="/ppt/slides/slide4.xml"/><Relationship Id="rId6" Type="http://schemas.openxmlformats.org/officeDocument/2006/relationships/slide" Target="/ppt/slides/slide5.xml"/><Relationship Id="rId7" Type="http://schemas.openxmlformats.org/officeDocument/2006/relationships/slide" Target="/ppt/slides/slide6.xml"/><Relationship Id="rId8" Type="http://schemas.openxmlformats.org/officeDocument/2006/relationships/slide" Target="/ppt/slides/slide7.xml"/><Relationship Id="rId11" Type="http://schemas.openxmlformats.org/officeDocument/2006/relationships/slide" Target="/ppt/slides/slide10.xml"/><Relationship Id="rId10" Type="http://schemas.openxmlformats.org/officeDocument/2006/relationships/slide" Target="/ppt/slides/slide9.xml"/><Relationship Id="rId13" Type="http://schemas.openxmlformats.org/officeDocument/2006/relationships/slide" Target="/ppt/slides/slide12.xml"/><Relationship Id="rId12" Type="http://schemas.openxmlformats.org/officeDocument/2006/relationships/slide" Target="/ppt/slides/slide11.xml"/><Relationship Id="rId15" Type="http://schemas.openxmlformats.org/officeDocument/2006/relationships/slide" Target="/ppt/slides/slide14.xml"/><Relationship Id="rId14" Type="http://schemas.openxmlformats.org/officeDocument/2006/relationships/slide" Target="/ppt/slides/slide13.xml"/><Relationship Id="rId17" Type="http://schemas.openxmlformats.org/officeDocument/2006/relationships/slide" Target="/ppt/slides/slide16.xml"/><Relationship Id="rId16" Type="http://schemas.openxmlformats.org/officeDocument/2006/relationships/slide" Target="/ppt/slides/slide15.xml"/><Relationship Id="rId19" Type="http://schemas.openxmlformats.org/officeDocument/2006/relationships/slide" Target="/ppt/slides/slide18.xml"/><Relationship Id="rId18" Type="http://schemas.openxmlformats.org/officeDocument/2006/relationships/slide" Target="/ppt/slides/slide17.xml"/></Relationships>
</file>

<file path=ppt/slides/_rels/slide8.xml.rels><?xml version="1.0" encoding="UTF-8" standalone="yes"?><Relationships xmlns="http://schemas.openxmlformats.org/package/2006/relationships"><Relationship Id="rId20" Type="http://schemas.openxmlformats.org/officeDocument/2006/relationships/slide" Target="/ppt/slides/slide19.xml"/><Relationship Id="rId22" Type="http://schemas.openxmlformats.org/officeDocument/2006/relationships/slide" Target="/ppt/slides/slide1.xml"/><Relationship Id="rId21" Type="http://schemas.openxmlformats.org/officeDocument/2006/relationships/slide" Target="/ppt/slides/slide20.xml"/><Relationship Id="rId1" Type="http://schemas.openxmlformats.org/officeDocument/2006/relationships/slideLayout" Target="../slideLayouts/slideLayout14.xml"/><Relationship Id="rId2" Type="http://schemas.openxmlformats.org/officeDocument/2006/relationships/notesSlide" Target="../notesSlides/notesSlide8.xml"/><Relationship Id="rId3" Type="http://schemas.openxmlformats.org/officeDocument/2006/relationships/slide" Target="/ppt/slides/slide2.xml"/><Relationship Id="rId4" Type="http://schemas.openxmlformats.org/officeDocument/2006/relationships/slide" Target="/ppt/slides/slide3.xml"/><Relationship Id="rId9" Type="http://schemas.openxmlformats.org/officeDocument/2006/relationships/slide" Target="/ppt/slides/slide8.xml"/><Relationship Id="rId5" Type="http://schemas.openxmlformats.org/officeDocument/2006/relationships/slide" Target="/ppt/slides/slide4.xml"/><Relationship Id="rId6" Type="http://schemas.openxmlformats.org/officeDocument/2006/relationships/slide" Target="/ppt/slides/slide5.xml"/><Relationship Id="rId7" Type="http://schemas.openxmlformats.org/officeDocument/2006/relationships/slide" Target="/ppt/slides/slide6.xml"/><Relationship Id="rId8" Type="http://schemas.openxmlformats.org/officeDocument/2006/relationships/slide" Target="/ppt/slides/slide7.xml"/><Relationship Id="rId11" Type="http://schemas.openxmlformats.org/officeDocument/2006/relationships/slide" Target="/ppt/slides/slide10.xml"/><Relationship Id="rId10" Type="http://schemas.openxmlformats.org/officeDocument/2006/relationships/slide" Target="/ppt/slides/slide9.xml"/><Relationship Id="rId13" Type="http://schemas.openxmlformats.org/officeDocument/2006/relationships/slide" Target="/ppt/slides/slide12.xml"/><Relationship Id="rId12" Type="http://schemas.openxmlformats.org/officeDocument/2006/relationships/slide" Target="/ppt/slides/slide11.xml"/><Relationship Id="rId15" Type="http://schemas.openxmlformats.org/officeDocument/2006/relationships/slide" Target="/ppt/slides/slide14.xml"/><Relationship Id="rId14" Type="http://schemas.openxmlformats.org/officeDocument/2006/relationships/slide" Target="/ppt/slides/slide13.xml"/><Relationship Id="rId17" Type="http://schemas.openxmlformats.org/officeDocument/2006/relationships/slide" Target="/ppt/slides/slide16.xml"/><Relationship Id="rId16" Type="http://schemas.openxmlformats.org/officeDocument/2006/relationships/slide" Target="/ppt/slides/slide15.xml"/><Relationship Id="rId19" Type="http://schemas.openxmlformats.org/officeDocument/2006/relationships/slide" Target="/ppt/slides/slide18.xml"/><Relationship Id="rId18" Type="http://schemas.openxmlformats.org/officeDocument/2006/relationships/slide" Target="/ppt/slides/slide17.xml"/></Relationships>
</file>

<file path=ppt/slides/_rels/slide9.xml.rels><?xml version="1.0" encoding="UTF-8" standalone="yes"?><Relationships xmlns="http://schemas.openxmlformats.org/package/2006/relationships"><Relationship Id="rId20" Type="http://schemas.openxmlformats.org/officeDocument/2006/relationships/slide" Target="/ppt/slides/slide19.xml"/><Relationship Id="rId22" Type="http://schemas.openxmlformats.org/officeDocument/2006/relationships/slide" Target="/ppt/slides/slide1.xml"/><Relationship Id="rId21" Type="http://schemas.openxmlformats.org/officeDocument/2006/relationships/slide" Target="/ppt/slides/slide20.xml"/><Relationship Id="rId1" Type="http://schemas.openxmlformats.org/officeDocument/2006/relationships/slideLayout" Target="../slideLayouts/slideLayout15.xml"/><Relationship Id="rId2" Type="http://schemas.openxmlformats.org/officeDocument/2006/relationships/notesSlide" Target="../notesSlides/notesSlide9.xml"/><Relationship Id="rId3" Type="http://schemas.openxmlformats.org/officeDocument/2006/relationships/slide" Target="/ppt/slides/slide2.xml"/><Relationship Id="rId4" Type="http://schemas.openxmlformats.org/officeDocument/2006/relationships/slide" Target="/ppt/slides/slide3.xml"/><Relationship Id="rId9" Type="http://schemas.openxmlformats.org/officeDocument/2006/relationships/slide" Target="/ppt/slides/slide8.xml"/><Relationship Id="rId5" Type="http://schemas.openxmlformats.org/officeDocument/2006/relationships/slide" Target="/ppt/slides/slide4.xml"/><Relationship Id="rId6" Type="http://schemas.openxmlformats.org/officeDocument/2006/relationships/slide" Target="/ppt/slides/slide5.xml"/><Relationship Id="rId7" Type="http://schemas.openxmlformats.org/officeDocument/2006/relationships/slide" Target="/ppt/slides/slide6.xml"/><Relationship Id="rId8" Type="http://schemas.openxmlformats.org/officeDocument/2006/relationships/slide" Target="/ppt/slides/slide7.xml"/><Relationship Id="rId11" Type="http://schemas.openxmlformats.org/officeDocument/2006/relationships/slide" Target="/ppt/slides/slide10.xml"/><Relationship Id="rId10" Type="http://schemas.openxmlformats.org/officeDocument/2006/relationships/slide" Target="/ppt/slides/slide9.xml"/><Relationship Id="rId13" Type="http://schemas.openxmlformats.org/officeDocument/2006/relationships/slide" Target="/ppt/slides/slide12.xml"/><Relationship Id="rId12" Type="http://schemas.openxmlformats.org/officeDocument/2006/relationships/slide" Target="/ppt/slides/slide11.xml"/><Relationship Id="rId15" Type="http://schemas.openxmlformats.org/officeDocument/2006/relationships/slide" Target="/ppt/slides/slide14.xml"/><Relationship Id="rId14" Type="http://schemas.openxmlformats.org/officeDocument/2006/relationships/slide" Target="/ppt/slides/slide13.xml"/><Relationship Id="rId17" Type="http://schemas.openxmlformats.org/officeDocument/2006/relationships/slide" Target="/ppt/slides/slide16.xml"/><Relationship Id="rId16" Type="http://schemas.openxmlformats.org/officeDocument/2006/relationships/slide" Target="/ppt/slides/slide15.xml"/><Relationship Id="rId19" Type="http://schemas.openxmlformats.org/officeDocument/2006/relationships/slide" Target="/ppt/slides/slide18.xml"/><Relationship Id="rId18" Type="http://schemas.openxmlformats.org/officeDocument/2006/relationships/slide" Target="/ppt/slides/slide17.xml"/></Relationships>
</file>

<file path=ppt/slides/_rels/slide10.xml.rels><?xml version="1.0" encoding="UTF-8" standalone="yes"?><Relationships xmlns="http://schemas.openxmlformats.org/package/2006/relationships"><Relationship Id="rId20" Type="http://schemas.openxmlformats.org/officeDocument/2006/relationships/slide" Target="/ppt/slides/slide19.xml"/><Relationship Id="rId22" Type="http://schemas.openxmlformats.org/officeDocument/2006/relationships/slide" Target="/ppt/slides/slide1.xml"/><Relationship Id="rId21" Type="http://schemas.openxmlformats.org/officeDocument/2006/relationships/slide" Target="/ppt/slides/slide20.xml"/><Relationship Id="rId1" Type="http://schemas.openxmlformats.org/officeDocument/2006/relationships/slideLayout" Target="../slideLayouts/slideLayout16.xml"/><Relationship Id="rId2" Type="http://schemas.openxmlformats.org/officeDocument/2006/relationships/notesSlide" Target="../notesSlides/notesSlide10.xml"/><Relationship Id="rId3" Type="http://schemas.openxmlformats.org/officeDocument/2006/relationships/slide" Target="/ppt/slides/slide2.xml"/><Relationship Id="rId4" Type="http://schemas.openxmlformats.org/officeDocument/2006/relationships/slide" Target="/ppt/slides/slide3.xml"/><Relationship Id="rId9" Type="http://schemas.openxmlformats.org/officeDocument/2006/relationships/slide" Target="/ppt/slides/slide8.xml"/><Relationship Id="rId5" Type="http://schemas.openxmlformats.org/officeDocument/2006/relationships/slide" Target="/ppt/slides/slide4.xml"/><Relationship Id="rId6" Type="http://schemas.openxmlformats.org/officeDocument/2006/relationships/slide" Target="/ppt/slides/slide5.xml"/><Relationship Id="rId7" Type="http://schemas.openxmlformats.org/officeDocument/2006/relationships/slide" Target="/ppt/slides/slide6.xml"/><Relationship Id="rId8" Type="http://schemas.openxmlformats.org/officeDocument/2006/relationships/slide" Target="/ppt/slides/slide7.xml"/><Relationship Id="rId11" Type="http://schemas.openxmlformats.org/officeDocument/2006/relationships/slide" Target="/ppt/slides/slide10.xml"/><Relationship Id="rId10" Type="http://schemas.openxmlformats.org/officeDocument/2006/relationships/slide" Target="/ppt/slides/slide9.xml"/><Relationship Id="rId13" Type="http://schemas.openxmlformats.org/officeDocument/2006/relationships/slide" Target="/ppt/slides/slide12.xml"/><Relationship Id="rId12" Type="http://schemas.openxmlformats.org/officeDocument/2006/relationships/slide" Target="/ppt/slides/slide11.xml"/><Relationship Id="rId15" Type="http://schemas.openxmlformats.org/officeDocument/2006/relationships/slide" Target="/ppt/slides/slide14.xml"/><Relationship Id="rId14" Type="http://schemas.openxmlformats.org/officeDocument/2006/relationships/slide" Target="/ppt/slides/slide13.xml"/><Relationship Id="rId17" Type="http://schemas.openxmlformats.org/officeDocument/2006/relationships/slide" Target="/ppt/slides/slide16.xml"/><Relationship Id="rId16" Type="http://schemas.openxmlformats.org/officeDocument/2006/relationships/slide" Target="/ppt/slides/slide15.xml"/><Relationship Id="rId19" Type="http://schemas.openxmlformats.org/officeDocument/2006/relationships/slide" Target="/ppt/slides/slide18.xml"/><Relationship Id="rId18" Type="http://schemas.openxmlformats.org/officeDocument/2006/relationships/slide" Target="/ppt/slides/slide17.xml"/></Relationships>
</file>

<file path=ppt/slides/_rels/slide11.xml.rels><?xml version="1.0" encoding="UTF-8" standalone="yes"?><Relationships xmlns="http://schemas.openxmlformats.org/package/2006/relationships"><Relationship Id="rId20" Type="http://schemas.openxmlformats.org/officeDocument/2006/relationships/slide" Target="/ppt/slides/slide19.xml"/><Relationship Id="rId22" Type="http://schemas.openxmlformats.org/officeDocument/2006/relationships/slide" Target="/ppt/slides/slide1.xml"/><Relationship Id="rId21" Type="http://schemas.openxmlformats.org/officeDocument/2006/relationships/slide" Target="/ppt/slides/slide20.xml"/><Relationship Id="rId1" Type="http://schemas.openxmlformats.org/officeDocument/2006/relationships/slideLayout" Target="../slideLayouts/slideLayout10.xml"/><Relationship Id="rId2" Type="http://schemas.openxmlformats.org/officeDocument/2006/relationships/notesSlide" Target="../notesSlides/notesSlide11.xml"/><Relationship Id="rId3" Type="http://schemas.openxmlformats.org/officeDocument/2006/relationships/slide" Target="/ppt/slides/slide2.xml"/><Relationship Id="rId4" Type="http://schemas.openxmlformats.org/officeDocument/2006/relationships/slide" Target="/ppt/slides/slide3.xml"/><Relationship Id="rId9" Type="http://schemas.openxmlformats.org/officeDocument/2006/relationships/slide" Target="/ppt/slides/slide8.xml"/><Relationship Id="rId5" Type="http://schemas.openxmlformats.org/officeDocument/2006/relationships/slide" Target="/ppt/slides/slide4.xml"/><Relationship Id="rId6" Type="http://schemas.openxmlformats.org/officeDocument/2006/relationships/slide" Target="/ppt/slides/slide5.xml"/><Relationship Id="rId7" Type="http://schemas.openxmlformats.org/officeDocument/2006/relationships/slide" Target="/ppt/slides/slide6.xml"/><Relationship Id="rId8" Type="http://schemas.openxmlformats.org/officeDocument/2006/relationships/slide" Target="/ppt/slides/slide7.xml"/><Relationship Id="rId11" Type="http://schemas.openxmlformats.org/officeDocument/2006/relationships/slide" Target="/ppt/slides/slide10.xml"/><Relationship Id="rId10" Type="http://schemas.openxmlformats.org/officeDocument/2006/relationships/slide" Target="/ppt/slides/slide9.xml"/><Relationship Id="rId13" Type="http://schemas.openxmlformats.org/officeDocument/2006/relationships/slide" Target="/ppt/slides/slide12.xml"/><Relationship Id="rId12" Type="http://schemas.openxmlformats.org/officeDocument/2006/relationships/slide" Target="/ppt/slides/slide11.xml"/><Relationship Id="rId15" Type="http://schemas.openxmlformats.org/officeDocument/2006/relationships/slide" Target="/ppt/slides/slide14.xml"/><Relationship Id="rId14" Type="http://schemas.openxmlformats.org/officeDocument/2006/relationships/slide" Target="/ppt/slides/slide13.xml"/><Relationship Id="rId17" Type="http://schemas.openxmlformats.org/officeDocument/2006/relationships/slide" Target="/ppt/slides/slide16.xml"/><Relationship Id="rId16" Type="http://schemas.openxmlformats.org/officeDocument/2006/relationships/slide" Target="/ppt/slides/slide15.xml"/><Relationship Id="rId19" Type="http://schemas.openxmlformats.org/officeDocument/2006/relationships/slide" Target="/ppt/slides/slide18.xml"/><Relationship Id="rId18" Type="http://schemas.openxmlformats.org/officeDocument/2006/relationships/slide" Target="/ppt/slides/slide17.xml"/></Relationships>
</file>

<file path=ppt/slides/_rels/slide12.xml.rels><?xml version="1.0" encoding="UTF-8" standalone="yes"?><Relationships xmlns="http://schemas.openxmlformats.org/package/2006/relationships"><Relationship Id="rId20" Type="http://schemas.openxmlformats.org/officeDocument/2006/relationships/slide" Target="/ppt/slides/slide18.xml"/><Relationship Id="rId22" Type="http://schemas.openxmlformats.org/officeDocument/2006/relationships/slide" Target="/ppt/slides/slide20.xml"/><Relationship Id="rId21" Type="http://schemas.openxmlformats.org/officeDocument/2006/relationships/slide" Target="/ppt/slides/slide19.xml"/><Relationship Id="rId24" Type="http://schemas.openxmlformats.org/officeDocument/2006/relationships/hyperlink" Target="https://docs.google.com/spreadsheets/d/1k9pctFZYTFRmmQoJlcbHow70rgaKKUtM_lOyN7JnAd0/copy" TargetMode="External"/><Relationship Id="rId23" Type="http://schemas.openxmlformats.org/officeDocument/2006/relationships/slide" Target="/ppt/slides/slide1.xml"/><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slide" Target="/ppt/slides/slide2.xml"/><Relationship Id="rId9" Type="http://schemas.openxmlformats.org/officeDocument/2006/relationships/slide" Target="/ppt/slides/slide7.xml"/><Relationship Id="rId25" Type="http://schemas.openxmlformats.org/officeDocument/2006/relationships/image" Target="../media/image1.png"/><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5.xml"/><Relationship Id="rId8" Type="http://schemas.openxmlformats.org/officeDocument/2006/relationships/slide" Target="/ppt/slides/slide6.xml"/><Relationship Id="rId11" Type="http://schemas.openxmlformats.org/officeDocument/2006/relationships/slide" Target="/ppt/slides/slide9.xml"/><Relationship Id="rId10" Type="http://schemas.openxmlformats.org/officeDocument/2006/relationships/slide" Target="/ppt/slides/slide8.xml"/><Relationship Id="rId13" Type="http://schemas.openxmlformats.org/officeDocument/2006/relationships/slide" Target="/ppt/slides/slide11.xml"/><Relationship Id="rId12" Type="http://schemas.openxmlformats.org/officeDocument/2006/relationships/slide" Target="/ppt/slides/slide10.xml"/><Relationship Id="rId15" Type="http://schemas.openxmlformats.org/officeDocument/2006/relationships/slide" Target="/ppt/slides/slide13.xml"/><Relationship Id="rId14" Type="http://schemas.openxmlformats.org/officeDocument/2006/relationships/slide" Target="/ppt/slides/slide12.xml"/><Relationship Id="rId17" Type="http://schemas.openxmlformats.org/officeDocument/2006/relationships/slide" Target="/ppt/slides/slide15.xml"/><Relationship Id="rId16" Type="http://schemas.openxmlformats.org/officeDocument/2006/relationships/slide" Target="/ppt/slides/slide14.xml"/><Relationship Id="rId19" Type="http://schemas.openxmlformats.org/officeDocument/2006/relationships/slide" Target="/ppt/slides/slide17.xml"/><Relationship Id="rId18" Type="http://schemas.openxmlformats.org/officeDocument/2006/relationships/slide" Target="/ppt/slides/slide16.xml"/></Relationships>
</file>

<file path=ppt/slides/_rels/slide13.xml.rels><?xml version="1.0" encoding="UTF-8" standalone="yes"?><Relationships xmlns="http://schemas.openxmlformats.org/package/2006/relationships"><Relationship Id="rId20" Type="http://schemas.openxmlformats.org/officeDocument/2006/relationships/slide" Target="/ppt/slides/slide19.xml"/><Relationship Id="rId22" Type="http://schemas.openxmlformats.org/officeDocument/2006/relationships/slide" Target="/ppt/slides/slide1.xml"/><Relationship Id="rId21" Type="http://schemas.openxmlformats.org/officeDocument/2006/relationships/slide" Target="/ppt/slides/slide20.xml"/><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slide" Target="/ppt/slides/slide2.xml"/><Relationship Id="rId4" Type="http://schemas.openxmlformats.org/officeDocument/2006/relationships/slide" Target="/ppt/slides/slide3.xml"/><Relationship Id="rId9" Type="http://schemas.openxmlformats.org/officeDocument/2006/relationships/slide" Target="/ppt/slides/slide8.xml"/><Relationship Id="rId5" Type="http://schemas.openxmlformats.org/officeDocument/2006/relationships/slide" Target="/ppt/slides/slide4.xml"/><Relationship Id="rId6" Type="http://schemas.openxmlformats.org/officeDocument/2006/relationships/slide" Target="/ppt/slides/slide5.xml"/><Relationship Id="rId7" Type="http://schemas.openxmlformats.org/officeDocument/2006/relationships/slide" Target="/ppt/slides/slide6.xml"/><Relationship Id="rId8" Type="http://schemas.openxmlformats.org/officeDocument/2006/relationships/slide" Target="/ppt/slides/slide7.xml"/><Relationship Id="rId11" Type="http://schemas.openxmlformats.org/officeDocument/2006/relationships/slide" Target="/ppt/slides/slide10.xml"/><Relationship Id="rId10" Type="http://schemas.openxmlformats.org/officeDocument/2006/relationships/slide" Target="/ppt/slides/slide9.xml"/><Relationship Id="rId13" Type="http://schemas.openxmlformats.org/officeDocument/2006/relationships/slide" Target="/ppt/slides/slide12.xml"/><Relationship Id="rId12" Type="http://schemas.openxmlformats.org/officeDocument/2006/relationships/slide" Target="/ppt/slides/slide11.xml"/><Relationship Id="rId15" Type="http://schemas.openxmlformats.org/officeDocument/2006/relationships/slide" Target="/ppt/slides/slide14.xml"/><Relationship Id="rId14" Type="http://schemas.openxmlformats.org/officeDocument/2006/relationships/slide" Target="/ppt/slides/slide13.xml"/><Relationship Id="rId17" Type="http://schemas.openxmlformats.org/officeDocument/2006/relationships/slide" Target="/ppt/slides/slide16.xml"/><Relationship Id="rId16" Type="http://schemas.openxmlformats.org/officeDocument/2006/relationships/slide" Target="/ppt/slides/slide15.xml"/><Relationship Id="rId19" Type="http://schemas.openxmlformats.org/officeDocument/2006/relationships/slide" Target="/ppt/slides/slide18.xml"/><Relationship Id="rId18" Type="http://schemas.openxmlformats.org/officeDocument/2006/relationships/slide" Target="/ppt/slides/slide17.xml"/></Relationships>
</file>

<file path=ppt/slides/_rels/slide14.xml.rels><?xml version="1.0" encoding="UTF-8" standalone="yes"?><Relationships xmlns="http://schemas.openxmlformats.org/package/2006/relationships"><Relationship Id="rId20" Type="http://schemas.openxmlformats.org/officeDocument/2006/relationships/slide" Target="/ppt/slides/slide18.xml"/><Relationship Id="rId22" Type="http://schemas.openxmlformats.org/officeDocument/2006/relationships/slide" Target="/ppt/slides/slide20.xml"/><Relationship Id="rId21" Type="http://schemas.openxmlformats.org/officeDocument/2006/relationships/slide" Target="/ppt/slides/slide19.xml"/><Relationship Id="rId23" Type="http://schemas.openxmlformats.org/officeDocument/2006/relationships/slide" Target="/ppt/slides/slide1.xml"/><Relationship Id="rId1" Type="http://schemas.openxmlformats.org/officeDocument/2006/relationships/slideLayout" Target="../slideLayouts/slideLayout5.xml"/><Relationship Id="rId2" Type="http://schemas.openxmlformats.org/officeDocument/2006/relationships/notesSlide" Target="../notesSlides/notesSlide14.xml"/><Relationship Id="rId3" Type="http://schemas.openxmlformats.org/officeDocument/2006/relationships/image" Target="../media/image10.jpg"/><Relationship Id="rId4" Type="http://schemas.openxmlformats.org/officeDocument/2006/relationships/slide" Target="/ppt/slides/slide2.xml"/><Relationship Id="rId9" Type="http://schemas.openxmlformats.org/officeDocument/2006/relationships/slide" Target="/ppt/slides/slide7.xml"/><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5.xml"/><Relationship Id="rId8" Type="http://schemas.openxmlformats.org/officeDocument/2006/relationships/slide" Target="/ppt/slides/slide6.xml"/><Relationship Id="rId11" Type="http://schemas.openxmlformats.org/officeDocument/2006/relationships/slide" Target="/ppt/slides/slide9.xml"/><Relationship Id="rId10" Type="http://schemas.openxmlformats.org/officeDocument/2006/relationships/slide" Target="/ppt/slides/slide8.xml"/><Relationship Id="rId13" Type="http://schemas.openxmlformats.org/officeDocument/2006/relationships/slide" Target="/ppt/slides/slide11.xml"/><Relationship Id="rId12" Type="http://schemas.openxmlformats.org/officeDocument/2006/relationships/slide" Target="/ppt/slides/slide10.xml"/><Relationship Id="rId15" Type="http://schemas.openxmlformats.org/officeDocument/2006/relationships/slide" Target="/ppt/slides/slide13.xml"/><Relationship Id="rId14" Type="http://schemas.openxmlformats.org/officeDocument/2006/relationships/slide" Target="/ppt/slides/slide12.xml"/><Relationship Id="rId17" Type="http://schemas.openxmlformats.org/officeDocument/2006/relationships/slide" Target="/ppt/slides/slide15.xml"/><Relationship Id="rId16" Type="http://schemas.openxmlformats.org/officeDocument/2006/relationships/slide" Target="/ppt/slides/slide14.xml"/><Relationship Id="rId19" Type="http://schemas.openxmlformats.org/officeDocument/2006/relationships/slide" Target="/ppt/slides/slide17.xml"/><Relationship Id="rId18" Type="http://schemas.openxmlformats.org/officeDocument/2006/relationships/slide" Target="/ppt/slides/slide16.xml"/></Relationships>
</file>

<file path=ppt/slides/_rels/slide15.xml.rels><?xml version="1.0" encoding="UTF-8" standalone="yes"?><Relationships xmlns="http://schemas.openxmlformats.org/package/2006/relationships"><Relationship Id="rId20" Type="http://schemas.openxmlformats.org/officeDocument/2006/relationships/slide" Target="/ppt/slides/slide19.xml"/><Relationship Id="rId22" Type="http://schemas.openxmlformats.org/officeDocument/2006/relationships/slide" Target="/ppt/slides/slide1.xml"/><Relationship Id="rId21" Type="http://schemas.openxmlformats.org/officeDocument/2006/relationships/slide" Target="/ppt/slides/slide20.xml"/><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slide" Target="/ppt/slides/slide2.xml"/><Relationship Id="rId4" Type="http://schemas.openxmlformats.org/officeDocument/2006/relationships/slide" Target="/ppt/slides/slide3.xml"/><Relationship Id="rId9" Type="http://schemas.openxmlformats.org/officeDocument/2006/relationships/slide" Target="/ppt/slides/slide8.xml"/><Relationship Id="rId5" Type="http://schemas.openxmlformats.org/officeDocument/2006/relationships/slide" Target="/ppt/slides/slide4.xml"/><Relationship Id="rId6" Type="http://schemas.openxmlformats.org/officeDocument/2006/relationships/slide" Target="/ppt/slides/slide5.xml"/><Relationship Id="rId7" Type="http://schemas.openxmlformats.org/officeDocument/2006/relationships/slide" Target="/ppt/slides/slide6.xml"/><Relationship Id="rId8" Type="http://schemas.openxmlformats.org/officeDocument/2006/relationships/slide" Target="/ppt/slides/slide7.xml"/><Relationship Id="rId11" Type="http://schemas.openxmlformats.org/officeDocument/2006/relationships/slide" Target="/ppt/slides/slide10.xml"/><Relationship Id="rId10" Type="http://schemas.openxmlformats.org/officeDocument/2006/relationships/slide" Target="/ppt/slides/slide9.xml"/><Relationship Id="rId13" Type="http://schemas.openxmlformats.org/officeDocument/2006/relationships/slide" Target="/ppt/slides/slide12.xml"/><Relationship Id="rId12" Type="http://schemas.openxmlformats.org/officeDocument/2006/relationships/slide" Target="/ppt/slides/slide11.xml"/><Relationship Id="rId15" Type="http://schemas.openxmlformats.org/officeDocument/2006/relationships/slide" Target="/ppt/slides/slide14.xml"/><Relationship Id="rId14" Type="http://schemas.openxmlformats.org/officeDocument/2006/relationships/slide" Target="/ppt/slides/slide13.xml"/><Relationship Id="rId17" Type="http://schemas.openxmlformats.org/officeDocument/2006/relationships/slide" Target="/ppt/slides/slide16.xml"/><Relationship Id="rId16" Type="http://schemas.openxmlformats.org/officeDocument/2006/relationships/slide" Target="/ppt/slides/slide15.xml"/><Relationship Id="rId19" Type="http://schemas.openxmlformats.org/officeDocument/2006/relationships/slide" Target="/ppt/slides/slide18.xml"/><Relationship Id="rId18" Type="http://schemas.openxmlformats.org/officeDocument/2006/relationships/slide" Target="/ppt/slides/slide17.xml"/></Relationships>
</file>

<file path=ppt/slides/_rels/slide16.xml.rels><?xml version="1.0" encoding="UTF-8" standalone="yes"?><Relationships xmlns="http://schemas.openxmlformats.org/package/2006/relationships"><Relationship Id="rId20" Type="http://schemas.openxmlformats.org/officeDocument/2006/relationships/slide" Target="/ppt/slides/slide19.xml"/><Relationship Id="rId22" Type="http://schemas.openxmlformats.org/officeDocument/2006/relationships/slide" Target="/ppt/slides/slide1.xml"/><Relationship Id="rId21" Type="http://schemas.openxmlformats.org/officeDocument/2006/relationships/slide" Target="/ppt/slides/slide20.xml"/><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slide" Target="/ppt/slides/slide2.xml"/><Relationship Id="rId4" Type="http://schemas.openxmlformats.org/officeDocument/2006/relationships/slide" Target="/ppt/slides/slide3.xml"/><Relationship Id="rId9" Type="http://schemas.openxmlformats.org/officeDocument/2006/relationships/slide" Target="/ppt/slides/slide8.xml"/><Relationship Id="rId5" Type="http://schemas.openxmlformats.org/officeDocument/2006/relationships/slide" Target="/ppt/slides/slide4.xml"/><Relationship Id="rId6" Type="http://schemas.openxmlformats.org/officeDocument/2006/relationships/slide" Target="/ppt/slides/slide5.xml"/><Relationship Id="rId7" Type="http://schemas.openxmlformats.org/officeDocument/2006/relationships/slide" Target="/ppt/slides/slide6.xml"/><Relationship Id="rId8" Type="http://schemas.openxmlformats.org/officeDocument/2006/relationships/slide" Target="/ppt/slides/slide7.xml"/><Relationship Id="rId11" Type="http://schemas.openxmlformats.org/officeDocument/2006/relationships/slide" Target="/ppt/slides/slide10.xml"/><Relationship Id="rId10" Type="http://schemas.openxmlformats.org/officeDocument/2006/relationships/slide" Target="/ppt/slides/slide9.xml"/><Relationship Id="rId13" Type="http://schemas.openxmlformats.org/officeDocument/2006/relationships/slide" Target="/ppt/slides/slide12.xml"/><Relationship Id="rId12" Type="http://schemas.openxmlformats.org/officeDocument/2006/relationships/slide" Target="/ppt/slides/slide11.xml"/><Relationship Id="rId15" Type="http://schemas.openxmlformats.org/officeDocument/2006/relationships/slide" Target="/ppt/slides/slide14.xml"/><Relationship Id="rId14" Type="http://schemas.openxmlformats.org/officeDocument/2006/relationships/slide" Target="/ppt/slides/slide13.xml"/><Relationship Id="rId17" Type="http://schemas.openxmlformats.org/officeDocument/2006/relationships/slide" Target="/ppt/slides/slide16.xml"/><Relationship Id="rId16" Type="http://schemas.openxmlformats.org/officeDocument/2006/relationships/slide" Target="/ppt/slides/slide15.xml"/><Relationship Id="rId19" Type="http://schemas.openxmlformats.org/officeDocument/2006/relationships/slide" Target="/ppt/slides/slide18.xml"/><Relationship Id="rId18" Type="http://schemas.openxmlformats.org/officeDocument/2006/relationships/slide" Target="/ppt/slides/slide17.xml"/></Relationships>
</file>

<file path=ppt/slides/_rels/slide17.xml.rels><?xml version="1.0" encoding="UTF-8" standalone="yes"?><Relationships xmlns="http://schemas.openxmlformats.org/package/2006/relationships"><Relationship Id="rId20" Type="http://schemas.openxmlformats.org/officeDocument/2006/relationships/slide" Target="/ppt/slides/slide19.xml"/><Relationship Id="rId22" Type="http://schemas.openxmlformats.org/officeDocument/2006/relationships/slide" Target="/ppt/slides/slide1.xml"/><Relationship Id="rId21" Type="http://schemas.openxmlformats.org/officeDocument/2006/relationships/slide" Target="/ppt/slides/slide20.xml"/><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slide" Target="/ppt/slides/slide2.xml"/><Relationship Id="rId4" Type="http://schemas.openxmlformats.org/officeDocument/2006/relationships/slide" Target="/ppt/slides/slide3.xml"/><Relationship Id="rId9" Type="http://schemas.openxmlformats.org/officeDocument/2006/relationships/slide" Target="/ppt/slides/slide8.xml"/><Relationship Id="rId5" Type="http://schemas.openxmlformats.org/officeDocument/2006/relationships/slide" Target="/ppt/slides/slide4.xml"/><Relationship Id="rId6" Type="http://schemas.openxmlformats.org/officeDocument/2006/relationships/slide" Target="/ppt/slides/slide5.xml"/><Relationship Id="rId7" Type="http://schemas.openxmlformats.org/officeDocument/2006/relationships/slide" Target="/ppt/slides/slide6.xml"/><Relationship Id="rId8" Type="http://schemas.openxmlformats.org/officeDocument/2006/relationships/slide" Target="/ppt/slides/slide7.xml"/><Relationship Id="rId11" Type="http://schemas.openxmlformats.org/officeDocument/2006/relationships/slide" Target="/ppt/slides/slide10.xml"/><Relationship Id="rId10" Type="http://schemas.openxmlformats.org/officeDocument/2006/relationships/slide" Target="/ppt/slides/slide9.xml"/><Relationship Id="rId13" Type="http://schemas.openxmlformats.org/officeDocument/2006/relationships/slide" Target="/ppt/slides/slide12.xml"/><Relationship Id="rId12" Type="http://schemas.openxmlformats.org/officeDocument/2006/relationships/slide" Target="/ppt/slides/slide11.xml"/><Relationship Id="rId15" Type="http://schemas.openxmlformats.org/officeDocument/2006/relationships/slide" Target="/ppt/slides/slide14.xml"/><Relationship Id="rId14" Type="http://schemas.openxmlformats.org/officeDocument/2006/relationships/slide" Target="/ppt/slides/slide13.xml"/><Relationship Id="rId17" Type="http://schemas.openxmlformats.org/officeDocument/2006/relationships/slide" Target="/ppt/slides/slide16.xml"/><Relationship Id="rId16" Type="http://schemas.openxmlformats.org/officeDocument/2006/relationships/slide" Target="/ppt/slides/slide15.xml"/><Relationship Id="rId19" Type="http://schemas.openxmlformats.org/officeDocument/2006/relationships/slide" Target="/ppt/slides/slide18.xml"/><Relationship Id="rId18" Type="http://schemas.openxmlformats.org/officeDocument/2006/relationships/slide" Target="/ppt/slides/slide17.xml"/></Relationships>
</file>

<file path=ppt/slides/_rels/slide18.xml.rels><?xml version="1.0" encoding="UTF-8" standalone="yes"?><Relationships xmlns="http://schemas.openxmlformats.org/package/2006/relationships"><Relationship Id="rId20" Type="http://schemas.openxmlformats.org/officeDocument/2006/relationships/slide" Target="/ppt/slides/slide19.xml"/><Relationship Id="rId22" Type="http://schemas.openxmlformats.org/officeDocument/2006/relationships/slide" Target="/ppt/slides/slide1.xml"/><Relationship Id="rId21" Type="http://schemas.openxmlformats.org/officeDocument/2006/relationships/slide" Target="/ppt/slides/slide20.xml"/><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slide" Target="/ppt/slides/slide2.xml"/><Relationship Id="rId4" Type="http://schemas.openxmlformats.org/officeDocument/2006/relationships/slide" Target="/ppt/slides/slide3.xml"/><Relationship Id="rId9" Type="http://schemas.openxmlformats.org/officeDocument/2006/relationships/slide" Target="/ppt/slides/slide8.xml"/><Relationship Id="rId5" Type="http://schemas.openxmlformats.org/officeDocument/2006/relationships/slide" Target="/ppt/slides/slide4.xml"/><Relationship Id="rId6" Type="http://schemas.openxmlformats.org/officeDocument/2006/relationships/slide" Target="/ppt/slides/slide5.xml"/><Relationship Id="rId7" Type="http://schemas.openxmlformats.org/officeDocument/2006/relationships/slide" Target="/ppt/slides/slide6.xml"/><Relationship Id="rId8" Type="http://schemas.openxmlformats.org/officeDocument/2006/relationships/slide" Target="/ppt/slides/slide7.xml"/><Relationship Id="rId11" Type="http://schemas.openxmlformats.org/officeDocument/2006/relationships/slide" Target="/ppt/slides/slide10.xml"/><Relationship Id="rId10" Type="http://schemas.openxmlformats.org/officeDocument/2006/relationships/slide" Target="/ppt/slides/slide9.xml"/><Relationship Id="rId13" Type="http://schemas.openxmlformats.org/officeDocument/2006/relationships/slide" Target="/ppt/slides/slide12.xml"/><Relationship Id="rId12" Type="http://schemas.openxmlformats.org/officeDocument/2006/relationships/slide" Target="/ppt/slides/slide11.xml"/><Relationship Id="rId15" Type="http://schemas.openxmlformats.org/officeDocument/2006/relationships/slide" Target="/ppt/slides/slide14.xml"/><Relationship Id="rId14" Type="http://schemas.openxmlformats.org/officeDocument/2006/relationships/slide" Target="/ppt/slides/slide13.xml"/><Relationship Id="rId17" Type="http://schemas.openxmlformats.org/officeDocument/2006/relationships/slide" Target="/ppt/slides/slide16.xml"/><Relationship Id="rId16" Type="http://schemas.openxmlformats.org/officeDocument/2006/relationships/slide" Target="/ppt/slides/slide15.xml"/><Relationship Id="rId19" Type="http://schemas.openxmlformats.org/officeDocument/2006/relationships/slide" Target="/ppt/slides/slide18.xml"/><Relationship Id="rId18" Type="http://schemas.openxmlformats.org/officeDocument/2006/relationships/slide" Target="/ppt/slides/slide17.xml"/></Relationships>
</file>

<file path=ppt/slides/_rels/slide19.xml.rels><?xml version="1.0" encoding="UTF-8" standalone="yes"?><Relationships xmlns="http://schemas.openxmlformats.org/package/2006/relationships"><Relationship Id="rId20" Type="http://schemas.openxmlformats.org/officeDocument/2006/relationships/slide" Target="/ppt/slides/slide16.xml"/><Relationship Id="rId22" Type="http://schemas.openxmlformats.org/officeDocument/2006/relationships/slide" Target="/ppt/slides/slide18.xml"/><Relationship Id="rId21" Type="http://schemas.openxmlformats.org/officeDocument/2006/relationships/slide" Target="/ppt/slides/slide17.xml"/><Relationship Id="rId24" Type="http://schemas.openxmlformats.org/officeDocument/2006/relationships/slide" Target="/ppt/slides/slide20.xml"/><Relationship Id="rId23" Type="http://schemas.openxmlformats.org/officeDocument/2006/relationships/slide" Target="/ppt/slides/slide19.xml"/><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k9pctFZYTFRmmQoJlcbHow70rgaKKUtM_lOyN7JnAd0/copy" TargetMode="External"/><Relationship Id="rId9" Type="http://schemas.openxmlformats.org/officeDocument/2006/relationships/slide" Target="/ppt/slides/slide5.xml"/><Relationship Id="rId25" Type="http://schemas.openxmlformats.org/officeDocument/2006/relationships/slide" Target="/ppt/slides/slide1.xml"/><Relationship Id="rId5" Type="http://schemas.openxmlformats.org/officeDocument/2006/relationships/image" Target="../media/image5.png"/><Relationship Id="rId6" Type="http://schemas.openxmlformats.org/officeDocument/2006/relationships/slide" Target="/ppt/slides/slide2.xml"/><Relationship Id="rId7" Type="http://schemas.openxmlformats.org/officeDocument/2006/relationships/slide" Target="/ppt/slides/slide3.xml"/><Relationship Id="rId8" Type="http://schemas.openxmlformats.org/officeDocument/2006/relationships/slide" Target="/ppt/slides/slide4.xml"/><Relationship Id="rId11" Type="http://schemas.openxmlformats.org/officeDocument/2006/relationships/slide" Target="/ppt/slides/slide7.xml"/><Relationship Id="rId10" Type="http://schemas.openxmlformats.org/officeDocument/2006/relationships/slide" Target="/ppt/slides/slide6.xml"/><Relationship Id="rId13" Type="http://schemas.openxmlformats.org/officeDocument/2006/relationships/slide" Target="/ppt/slides/slide9.xml"/><Relationship Id="rId12" Type="http://schemas.openxmlformats.org/officeDocument/2006/relationships/slide" Target="/ppt/slides/slide8.xml"/><Relationship Id="rId15" Type="http://schemas.openxmlformats.org/officeDocument/2006/relationships/slide" Target="/ppt/slides/slide11.xml"/><Relationship Id="rId14" Type="http://schemas.openxmlformats.org/officeDocument/2006/relationships/slide" Target="/ppt/slides/slide10.xml"/><Relationship Id="rId17" Type="http://schemas.openxmlformats.org/officeDocument/2006/relationships/slide" Target="/ppt/slides/slide13.xml"/><Relationship Id="rId16" Type="http://schemas.openxmlformats.org/officeDocument/2006/relationships/slide" Target="/ppt/slides/slide12.xml"/><Relationship Id="rId19" Type="http://schemas.openxmlformats.org/officeDocument/2006/relationships/slide" Target="/ppt/slides/slide15.xml"/><Relationship Id="rId18" Type="http://schemas.openxmlformats.org/officeDocument/2006/relationships/slide" Target="/ppt/slides/slide14.xml"/></Relationships>
</file>

<file path=ppt/slides/_rels/slide20.xml.rels><?xml version="1.0" encoding="UTF-8" standalone="yes"?><Relationships xmlns="http://schemas.openxmlformats.org/package/2006/relationships"><Relationship Id="rId20" Type="http://schemas.openxmlformats.org/officeDocument/2006/relationships/slide" Target="/ppt/slides/slide19.xml"/><Relationship Id="rId22" Type="http://schemas.openxmlformats.org/officeDocument/2006/relationships/slide" Target="/ppt/slides/slide1.xml"/><Relationship Id="rId21" Type="http://schemas.openxmlformats.org/officeDocument/2006/relationships/slide" Target="/ppt/slides/slide20.xml"/><Relationship Id="rId1" Type="http://schemas.openxmlformats.org/officeDocument/2006/relationships/slideLayout" Target="../slideLayouts/slideLayout17.xml"/><Relationship Id="rId2" Type="http://schemas.openxmlformats.org/officeDocument/2006/relationships/notesSlide" Target="../notesSlides/notesSlide20.xml"/><Relationship Id="rId3" Type="http://schemas.openxmlformats.org/officeDocument/2006/relationships/slide" Target="/ppt/slides/slide2.xml"/><Relationship Id="rId4" Type="http://schemas.openxmlformats.org/officeDocument/2006/relationships/slide" Target="/ppt/slides/slide3.xml"/><Relationship Id="rId9" Type="http://schemas.openxmlformats.org/officeDocument/2006/relationships/slide" Target="/ppt/slides/slide8.xml"/><Relationship Id="rId5" Type="http://schemas.openxmlformats.org/officeDocument/2006/relationships/slide" Target="/ppt/slides/slide4.xml"/><Relationship Id="rId6" Type="http://schemas.openxmlformats.org/officeDocument/2006/relationships/slide" Target="/ppt/slides/slide5.xml"/><Relationship Id="rId7" Type="http://schemas.openxmlformats.org/officeDocument/2006/relationships/slide" Target="/ppt/slides/slide6.xml"/><Relationship Id="rId8" Type="http://schemas.openxmlformats.org/officeDocument/2006/relationships/slide" Target="/ppt/slides/slide7.xml"/><Relationship Id="rId11" Type="http://schemas.openxmlformats.org/officeDocument/2006/relationships/slide" Target="/ppt/slides/slide10.xml"/><Relationship Id="rId10" Type="http://schemas.openxmlformats.org/officeDocument/2006/relationships/slide" Target="/ppt/slides/slide9.xml"/><Relationship Id="rId13" Type="http://schemas.openxmlformats.org/officeDocument/2006/relationships/slide" Target="/ppt/slides/slide12.xml"/><Relationship Id="rId12" Type="http://schemas.openxmlformats.org/officeDocument/2006/relationships/slide" Target="/ppt/slides/slide11.xml"/><Relationship Id="rId15" Type="http://schemas.openxmlformats.org/officeDocument/2006/relationships/slide" Target="/ppt/slides/slide14.xml"/><Relationship Id="rId14" Type="http://schemas.openxmlformats.org/officeDocument/2006/relationships/slide" Target="/ppt/slides/slide13.xml"/><Relationship Id="rId17" Type="http://schemas.openxmlformats.org/officeDocument/2006/relationships/slide" Target="/ppt/slides/slide16.xml"/><Relationship Id="rId16" Type="http://schemas.openxmlformats.org/officeDocument/2006/relationships/slide" Target="/ppt/slides/slide15.xml"/><Relationship Id="rId19" Type="http://schemas.openxmlformats.org/officeDocument/2006/relationships/slide" Target="/ppt/slides/slide18.xml"/><Relationship Id="rId18" Type="http://schemas.openxmlformats.org/officeDocument/2006/relationships/slide" Target="/ppt/slides/slide1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free-vector/flat-design-ui-ux-background-illustrated_16735339.htm/?utm_source=slidesgo_template&amp;utm_medium=referral-link&amp;utm_campaign=sg_resources&amp;utm_content=freepik" TargetMode="External"/><Relationship Id="rId4" Type="http://schemas.openxmlformats.org/officeDocument/2006/relationships/hyperlink" Target="https://www.freepik.com/free-vector/gradient-ui-ux-landing-page-template_17053993.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xml"/><Relationship Id="rId3" Type="http://schemas.openxmlformats.org/officeDocument/2006/relationships/hyperlink" Target="https://www.freepik.com/free-photo/top-view-woman-working-as-economist_36300807.htm/?utm_source=slidesgo_template&amp;utm_medium=referral-link&amp;utm_campaign=sg_resources&amp;utm_content=freepik" TargetMode="External"/><Relationship Id="rId4" Type="http://schemas.openxmlformats.org/officeDocument/2006/relationships/hyperlink" Target="https://www.freepik.com/free-photo/woman-working-laptop-high-angle_37453483.htm/?utm_source=slidesgo_template&amp;utm_medium=referral-link&amp;utm_campaign=sg_resources&amp;utm_content=freepik" TargetMode="External"/><Relationship Id="rId5" Type="http://schemas.openxmlformats.org/officeDocument/2006/relationships/hyperlink" Target="https://www.freepik.com/free-photo/young-woman-doing-shopping-online_20546153.htm/?utm_source=slidesgo_template&amp;utm_medium=referral-link&amp;utm_campaign=sg_resources&amp;utm_content=freepik" TargetMode="External"/><Relationship Id="rId6" Type="http://schemas.openxmlformats.org/officeDocument/2006/relationships/hyperlink" Target="https://www.flaticon.com/packs/seo-and-sem/?utm_source=slidesgo_template&amp;utm_medium=referral-link&amp;utm_campaign=sg_resources&amp;utm_content=flaticon"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hyperlink" Target="https://fonts.google.com/specimen/Darker+Grotesque" TargetMode="External"/><Relationship Id="rId4" Type="http://schemas.openxmlformats.org/officeDocument/2006/relationships/hyperlink" Target="https://fonts.google.com/specimen/Barlow"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2.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4.png"/><Relationship Id="rId14" Type="http://schemas.openxmlformats.org/officeDocument/2006/relationships/image" Target="../media/image8.png"/><Relationship Id="rId17" Type="http://schemas.openxmlformats.org/officeDocument/2006/relationships/image" Target="../media/image9.png"/><Relationship Id="rId16" Type="http://schemas.openxmlformats.org/officeDocument/2006/relationships/image" Target="../media/image3.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 name="Shape 212"/>
        <p:cNvGrpSpPr/>
        <p:nvPr/>
      </p:nvGrpSpPr>
      <p:grpSpPr>
        <a:xfrm>
          <a:off x="0" y="0"/>
          <a:ext cx="0" cy="0"/>
          <a:chOff x="0" y="0"/>
          <a:chExt cx="0" cy="0"/>
        </a:xfrm>
      </p:grpSpPr>
      <p:grpSp>
        <p:nvGrpSpPr>
          <p:cNvPr id="213" name="Google Shape;213;p24"/>
          <p:cNvGrpSpPr/>
          <p:nvPr/>
        </p:nvGrpSpPr>
        <p:grpSpPr>
          <a:xfrm>
            <a:off x="1738925" y="4718600"/>
            <a:ext cx="5666144" cy="116400"/>
            <a:chOff x="1738925" y="4718600"/>
            <a:chExt cx="5666144" cy="116400"/>
          </a:xfrm>
        </p:grpSpPr>
        <p:sp>
          <p:nvSpPr>
            <p:cNvPr id="214" name="Google Shape;214;p24">
              <a:hlinkClick action="ppaction://hlinksldjump" r:id="rId3"/>
            </p:cNvPr>
            <p:cNvSpPr/>
            <p:nvPr/>
          </p:nvSpPr>
          <p:spPr>
            <a:xfrm>
              <a:off x="1738925"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5" name="Google Shape;215;p24">
              <a:hlinkClick action="ppaction://hlinksldjump" r:id="rId4"/>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6" name="Google Shape;216;p24">
              <a:hlinkClick action="ppaction://hlinksldjump" r:id="rId5"/>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7" name="Google Shape;217;p24">
              <a:hlinkClick action="ppaction://hlinksldjump" r:id="rId6"/>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8" name="Google Shape;218;p24">
              <a:hlinkClick action="ppaction://hlinksldjump" r:id="rId7"/>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9" name="Google Shape;219;p24">
              <a:hlinkClick action="ppaction://hlinksldjump" r:id="rId8"/>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0" name="Google Shape;220;p24">
              <a:hlinkClick action="ppaction://hlinksldjump" r:id="rId9"/>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1" name="Google Shape;221;p24">
              <a:hlinkClick action="ppaction://hlinksldjump" r:id="rId10"/>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2" name="Google Shape;222;p24">
              <a:hlinkClick action="ppaction://hlinksldjump" r:id="rId11"/>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3" name="Google Shape;223;p24">
              <a:hlinkClick action="ppaction://hlinksldjump" r:id="rId12"/>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4" name="Google Shape;224;p24">
              <a:hlinkClick action="ppaction://hlinksldjump" r:id="rId13"/>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5" name="Google Shape;225;p24">
              <a:hlinkClick action="ppaction://hlinksldjump" r:id="rId14"/>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6" name="Google Shape;226;p24">
              <a:hlinkClick action="ppaction://hlinksldjump" r:id="rId15"/>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7" name="Google Shape;227;p24">
              <a:hlinkClick action="ppaction://hlinksldjump" r:id="rId16"/>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8" name="Google Shape;228;p24">
              <a:hlinkClick action="ppaction://hlinksldjump" r:id="rId17"/>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9" name="Google Shape;229;p24">
              <a:hlinkClick action="ppaction://hlinksldjump" r:id="rId18"/>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0" name="Google Shape;230;p24">
              <a:hlinkClick action="ppaction://hlinksldjump" r:id="rId19"/>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1" name="Google Shape;231;p24">
              <a:hlinkClick action="ppaction://hlinksldjump" r:id="rId20"/>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2" name="Google Shape;232;p24">
              <a:hlinkClick action="ppaction://hlinksldjump" r:id="rId21"/>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3" name="Google Shape;233;p24">
              <a:hlinkClick action="ppaction://hlinksldjump" r:id="rId22"/>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34" name="Google Shape;234;p24"/>
          <p:cNvSpPr txBox="1"/>
          <p:nvPr>
            <p:ph type="ctrTitle"/>
          </p:nvPr>
        </p:nvSpPr>
        <p:spPr>
          <a:xfrm>
            <a:off x="1738925" y="1235288"/>
            <a:ext cx="5666100" cy="210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Quoting App Pitch Deck</a:t>
            </a:r>
            <a:endParaRPr/>
          </a:p>
        </p:txBody>
      </p:sp>
      <p:sp>
        <p:nvSpPr>
          <p:cNvPr id="235" name="Google Shape;235;p24"/>
          <p:cNvSpPr txBox="1"/>
          <p:nvPr>
            <p:ph idx="1" type="subTitle"/>
          </p:nvPr>
        </p:nvSpPr>
        <p:spPr>
          <a:xfrm>
            <a:off x="1739019" y="3432363"/>
            <a:ext cx="56661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 name="Shape 239"/>
        <p:cNvGrpSpPr/>
        <p:nvPr/>
      </p:nvGrpSpPr>
      <p:grpSpPr>
        <a:xfrm>
          <a:off x="0" y="0"/>
          <a:ext cx="0" cy="0"/>
          <a:chOff x="0" y="0"/>
          <a:chExt cx="0" cy="0"/>
        </a:xfrm>
      </p:grpSpPr>
      <p:sp>
        <p:nvSpPr>
          <p:cNvPr id="240" name="Google Shape;240;p25"/>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241" name="Google Shape;241;p25"/>
          <p:cNvGraphicFramePr/>
          <p:nvPr/>
        </p:nvGraphicFramePr>
        <p:xfrm>
          <a:off x="713225" y="1659688"/>
          <a:ext cx="3000000" cy="3000000"/>
        </p:xfrm>
        <a:graphic>
          <a:graphicData uri="http://schemas.openxmlformats.org/drawingml/2006/table">
            <a:tbl>
              <a:tblPr>
                <a:noFill/>
                <a:tableStyleId>{809BBBBC-70AD-4397-9F97-8F485A803ECE}</a:tableStyleId>
              </a:tblPr>
              <a:tblGrid>
                <a:gridCol w="2342100"/>
                <a:gridCol w="5375450"/>
              </a:tblGrid>
              <a:tr h="350500">
                <a:tc>
                  <a:txBody>
                    <a:bodyPr/>
                    <a:lstStyle/>
                    <a:p>
                      <a:pPr indent="0" lvl="0" marL="0" rtl="0" algn="l">
                        <a:lnSpc>
                          <a:spcPct val="115000"/>
                        </a:lnSpc>
                        <a:spcBef>
                          <a:spcPts val="0"/>
                        </a:spcBef>
                        <a:spcAft>
                          <a:spcPts val="0"/>
                        </a:spcAft>
                        <a:buNone/>
                      </a:pPr>
                      <a:r>
                        <a:rPr lang="en" sz="1200" u="sng">
                          <a:solidFill>
                            <a:schemeClr val="dk1"/>
                          </a:solidFill>
                          <a:latin typeface="Darker Grotesque Black"/>
                          <a:ea typeface="Darker Grotesque Black"/>
                          <a:cs typeface="Darker Grotesque Black"/>
                          <a:sym typeface="Darker Grotesque Black"/>
                          <a:hlinkClick action="ppaction://hlinksldjump" r:id="rId3">
                            <a:extLst>
                              <a:ext uri="{A12FA001-AC4F-418D-AE19-62706E023703}">
                                <ahyp:hlinkClr val="tx"/>
                              </a:ext>
                            </a:extLst>
                          </a:hlinkClick>
                        </a:rPr>
                        <a:t>Fonts</a:t>
                      </a:r>
                      <a:endParaRPr sz="1200" u="sng">
                        <a:solidFill>
                          <a:schemeClr val="dk1"/>
                        </a:solidFill>
                        <a:latin typeface="Darker Grotesque Black"/>
                        <a:ea typeface="Darker Grotesque Black"/>
                        <a:cs typeface="Darker Grotesque Black"/>
                        <a:sym typeface="Darker Grotesque Black"/>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l">
                        <a:lnSpc>
                          <a:spcPct val="115000"/>
                        </a:lnSpc>
                        <a:spcBef>
                          <a:spcPts val="0"/>
                        </a:spcBef>
                        <a:spcAft>
                          <a:spcPts val="1600"/>
                        </a:spcAft>
                        <a:buNone/>
                      </a:pPr>
                      <a:r>
                        <a:rPr lang="en" sz="1100">
                          <a:solidFill>
                            <a:schemeClr val="dk1"/>
                          </a:solidFill>
                          <a:latin typeface="Barlow Medium"/>
                          <a:ea typeface="Barlow Medium"/>
                          <a:cs typeface="Barlow Medium"/>
                          <a:sym typeface="Barlow Medium"/>
                        </a:rPr>
                        <a:t>To view this template correctly in PowerPoint, download and install the fonts we used</a:t>
                      </a:r>
                      <a:endParaRPr sz="1100">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50500">
                <a:tc>
                  <a:txBody>
                    <a:bodyPr/>
                    <a:lstStyle/>
                    <a:p>
                      <a:pPr indent="0" lvl="0" marL="0" rtl="0" algn="l">
                        <a:lnSpc>
                          <a:spcPct val="115000"/>
                        </a:lnSpc>
                        <a:spcBef>
                          <a:spcPts val="0"/>
                        </a:spcBef>
                        <a:spcAft>
                          <a:spcPts val="0"/>
                        </a:spcAft>
                        <a:buNone/>
                      </a:pPr>
                      <a:r>
                        <a:rPr lang="en" sz="1200" u="sng">
                          <a:solidFill>
                            <a:schemeClr val="dk1"/>
                          </a:solidFill>
                          <a:latin typeface="Darker Grotesque Black"/>
                          <a:ea typeface="Darker Grotesque Black"/>
                          <a:cs typeface="Darker Grotesque Black"/>
                          <a:sym typeface="Darker Grotesque Black"/>
                          <a:hlinkClick action="ppaction://hlinksldjump" r:id="rId4">
                            <a:extLst>
                              <a:ext uri="{A12FA001-AC4F-418D-AE19-62706E023703}">
                                <ahyp:hlinkClr val="tx"/>
                              </a:ext>
                            </a:extLst>
                          </a:hlinkClick>
                        </a:rPr>
                        <a:t>Used</a:t>
                      </a:r>
                      <a:r>
                        <a:rPr lang="en" sz="1200">
                          <a:solidFill>
                            <a:schemeClr val="dk1"/>
                          </a:solidFill>
                          <a:latin typeface="Darker Grotesque Black"/>
                          <a:ea typeface="Darker Grotesque Black"/>
                          <a:cs typeface="Darker Grotesque Black"/>
                          <a:sym typeface="Darker Grotesque Black"/>
                        </a:rPr>
                        <a:t> and </a:t>
                      </a:r>
                      <a:r>
                        <a:rPr lang="en" sz="1200" u="sng">
                          <a:solidFill>
                            <a:schemeClr val="dk1"/>
                          </a:solidFill>
                          <a:latin typeface="Darker Grotesque Black"/>
                          <a:ea typeface="Darker Grotesque Black"/>
                          <a:cs typeface="Darker Grotesque Black"/>
                          <a:sym typeface="Darker Grotesque Black"/>
                          <a:hlinkClick action="ppaction://hlinksldjump" r:id="rId5">
                            <a:extLst>
                              <a:ext uri="{A12FA001-AC4F-418D-AE19-62706E023703}">
                                <ahyp:hlinkClr val="tx"/>
                              </a:ext>
                            </a:extLst>
                          </a:hlinkClick>
                        </a:rPr>
                        <a:t>alternative</a:t>
                      </a:r>
                      <a:r>
                        <a:rPr lang="en" sz="1200" u="sng">
                          <a:solidFill>
                            <a:schemeClr val="dk1"/>
                          </a:solidFill>
                          <a:latin typeface="Darker Grotesque Black"/>
                          <a:ea typeface="Darker Grotesque Black"/>
                          <a:cs typeface="Darker Grotesque Black"/>
                          <a:sym typeface="Darker Grotesque Black"/>
                          <a:hlinkClick action="ppaction://hlinksldjump" r:id="rId6">
                            <a:extLst>
                              <a:ext uri="{A12FA001-AC4F-418D-AE19-62706E023703}">
                                <ahyp:hlinkClr val="tx"/>
                              </a:ext>
                            </a:extLst>
                          </a:hlinkClick>
                        </a:rPr>
                        <a:t> resources</a:t>
                      </a:r>
                      <a:endParaRPr sz="1200" u="sng">
                        <a:solidFill>
                          <a:schemeClr val="dk1"/>
                        </a:solidFill>
                        <a:latin typeface="Darker Grotesque Black"/>
                        <a:ea typeface="Darker Grotesque Black"/>
                        <a:cs typeface="Darker Grotesque Black"/>
                        <a:sym typeface="Darker Grotesque Black"/>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marR="0" rtl="0" algn="l">
                        <a:lnSpc>
                          <a:spcPct val="115000"/>
                        </a:lnSpc>
                        <a:spcBef>
                          <a:spcPts val="0"/>
                        </a:spcBef>
                        <a:spcAft>
                          <a:spcPts val="1600"/>
                        </a:spcAft>
                        <a:buNone/>
                      </a:pPr>
                      <a:r>
                        <a:rPr lang="en" sz="1100">
                          <a:solidFill>
                            <a:schemeClr val="dk1"/>
                          </a:solidFill>
                          <a:latin typeface="Barlow Medium"/>
                          <a:ea typeface="Barlow Medium"/>
                          <a:cs typeface="Barlow Medium"/>
                          <a:sym typeface="Barlow Medium"/>
                        </a:rPr>
                        <a:t>An assortment of graphic resources that are suitable for use in this presentation</a:t>
                      </a:r>
                      <a:endParaRPr sz="1100">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50500">
                <a:tc>
                  <a:txBody>
                    <a:bodyPr/>
                    <a:lstStyle/>
                    <a:p>
                      <a:pPr indent="0" lvl="0" marL="0" rtl="0" algn="l">
                        <a:lnSpc>
                          <a:spcPct val="115000"/>
                        </a:lnSpc>
                        <a:spcBef>
                          <a:spcPts val="0"/>
                        </a:spcBef>
                        <a:spcAft>
                          <a:spcPts val="0"/>
                        </a:spcAft>
                        <a:buNone/>
                      </a:pPr>
                      <a:r>
                        <a:rPr lang="en" sz="1200" u="sng">
                          <a:solidFill>
                            <a:schemeClr val="dk1"/>
                          </a:solidFill>
                          <a:latin typeface="Darker Grotesque Black"/>
                          <a:ea typeface="Darker Grotesque Black"/>
                          <a:cs typeface="Darker Grotesque Black"/>
                          <a:sym typeface="Darker Grotesque Black"/>
                          <a:hlinkClick action="ppaction://hlinksldjump" r:id="rId7">
                            <a:extLst>
                              <a:ext uri="{A12FA001-AC4F-418D-AE19-62706E023703}">
                                <ahyp:hlinkClr val="tx"/>
                              </a:ext>
                            </a:extLst>
                          </a:hlinkClick>
                        </a:rPr>
                        <a:t>Thanks slide</a:t>
                      </a:r>
                      <a:endParaRPr sz="1200" u="sng">
                        <a:solidFill>
                          <a:schemeClr val="dk1"/>
                        </a:solidFill>
                        <a:latin typeface="Darker Grotesque Black"/>
                        <a:ea typeface="Darker Grotesque Black"/>
                        <a:cs typeface="Darker Grotesque Black"/>
                        <a:sym typeface="Darker Grotesque Black"/>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l">
                        <a:lnSpc>
                          <a:spcPct val="115000"/>
                        </a:lnSpc>
                        <a:spcBef>
                          <a:spcPts val="0"/>
                        </a:spcBef>
                        <a:spcAft>
                          <a:spcPts val="1600"/>
                        </a:spcAft>
                        <a:buNone/>
                      </a:pPr>
                      <a:r>
                        <a:rPr lang="en" sz="1100">
                          <a:solidFill>
                            <a:schemeClr val="dk1"/>
                          </a:solidFill>
                          <a:latin typeface="Barlow Medium"/>
                          <a:ea typeface="Barlow Medium"/>
                          <a:cs typeface="Barlow Medium"/>
                          <a:sym typeface="Barlow Medium"/>
                        </a:rPr>
                        <a:t>You must keep it so that proper credits for our design are given</a:t>
                      </a:r>
                      <a:endParaRPr sz="1100">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50500">
                <a:tc>
                  <a:txBody>
                    <a:bodyPr/>
                    <a:lstStyle/>
                    <a:p>
                      <a:pPr indent="0" lvl="0" marL="0" rtl="0" algn="l">
                        <a:lnSpc>
                          <a:spcPct val="115000"/>
                        </a:lnSpc>
                        <a:spcBef>
                          <a:spcPts val="0"/>
                        </a:spcBef>
                        <a:spcAft>
                          <a:spcPts val="0"/>
                        </a:spcAft>
                        <a:buNone/>
                      </a:pPr>
                      <a:r>
                        <a:rPr lang="en" sz="1200" u="sng">
                          <a:solidFill>
                            <a:schemeClr val="dk1"/>
                          </a:solidFill>
                          <a:latin typeface="Darker Grotesque Black"/>
                          <a:ea typeface="Darker Grotesque Black"/>
                          <a:cs typeface="Darker Grotesque Black"/>
                          <a:sym typeface="Darker Grotesque Black"/>
                          <a:hlinkClick action="ppaction://hlinksldjump" r:id="rId8">
                            <a:extLst>
                              <a:ext uri="{A12FA001-AC4F-418D-AE19-62706E023703}">
                                <ahyp:hlinkClr val="tx"/>
                              </a:ext>
                            </a:extLst>
                          </a:hlinkClick>
                        </a:rPr>
                        <a:t>Colors</a:t>
                      </a:r>
                      <a:endParaRPr sz="1200" u="sng">
                        <a:solidFill>
                          <a:schemeClr val="dk1"/>
                        </a:solidFill>
                        <a:latin typeface="Darker Grotesque Black"/>
                        <a:ea typeface="Darker Grotesque Black"/>
                        <a:cs typeface="Darker Grotesque Black"/>
                        <a:sym typeface="Darker Grotesque Black"/>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l">
                        <a:lnSpc>
                          <a:spcPct val="115000"/>
                        </a:lnSpc>
                        <a:spcBef>
                          <a:spcPts val="0"/>
                        </a:spcBef>
                        <a:spcAft>
                          <a:spcPts val="1600"/>
                        </a:spcAft>
                        <a:buNone/>
                      </a:pPr>
                      <a:r>
                        <a:rPr lang="en" sz="1100">
                          <a:solidFill>
                            <a:schemeClr val="dk1"/>
                          </a:solidFill>
                          <a:latin typeface="Barlow Medium"/>
                          <a:ea typeface="Barlow Medium"/>
                          <a:cs typeface="Barlow Medium"/>
                          <a:sym typeface="Barlow Medium"/>
                        </a:rPr>
                        <a:t>All the colors used in this presentation</a:t>
                      </a:r>
                      <a:endParaRPr sz="1100">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50500">
                <a:tc>
                  <a:txBody>
                    <a:bodyPr/>
                    <a:lstStyle/>
                    <a:p>
                      <a:pPr indent="0" lvl="0" marL="0" rtl="0" algn="l">
                        <a:lnSpc>
                          <a:spcPct val="115000"/>
                        </a:lnSpc>
                        <a:spcBef>
                          <a:spcPts val="0"/>
                        </a:spcBef>
                        <a:spcAft>
                          <a:spcPts val="0"/>
                        </a:spcAft>
                        <a:buNone/>
                      </a:pPr>
                      <a:r>
                        <a:rPr lang="en" sz="1200" u="sng">
                          <a:solidFill>
                            <a:schemeClr val="dk1"/>
                          </a:solidFill>
                          <a:latin typeface="Darker Grotesque Black"/>
                          <a:ea typeface="Darker Grotesque Black"/>
                          <a:cs typeface="Darker Grotesque Black"/>
                          <a:sym typeface="Darker Grotesque Black"/>
                          <a:hlinkClick action="ppaction://hlinksldjump" r:id="rId9">
                            <a:extLst>
                              <a:ext uri="{A12FA001-AC4F-418D-AE19-62706E023703}">
                                <ahyp:hlinkClr val="tx"/>
                              </a:ext>
                            </a:extLst>
                          </a:hlinkClick>
                        </a:rPr>
                        <a:t>Icons</a:t>
                      </a:r>
                      <a:r>
                        <a:rPr lang="en" sz="1200">
                          <a:solidFill>
                            <a:schemeClr val="dk1"/>
                          </a:solidFill>
                          <a:latin typeface="Darker Grotesque Black"/>
                          <a:ea typeface="Darker Grotesque Black"/>
                          <a:cs typeface="Darker Grotesque Black"/>
                          <a:sym typeface="Darker Grotesque Black"/>
                        </a:rPr>
                        <a:t> and </a:t>
                      </a:r>
                      <a:r>
                        <a:rPr lang="en" sz="1200" u="sng">
                          <a:solidFill>
                            <a:schemeClr val="dk1"/>
                          </a:solidFill>
                          <a:latin typeface="Darker Grotesque Black"/>
                          <a:ea typeface="Darker Grotesque Black"/>
                          <a:cs typeface="Darker Grotesque Black"/>
                          <a:sym typeface="Darker Grotesque Black"/>
                          <a:hlinkClick action="ppaction://hlinksldjump" r:id="rId10">
                            <a:extLst>
                              <a:ext uri="{A12FA001-AC4F-418D-AE19-62706E023703}">
                                <ahyp:hlinkClr val="tx"/>
                              </a:ext>
                            </a:extLst>
                          </a:hlinkClick>
                        </a:rPr>
                        <a:t>infographic resources</a:t>
                      </a:r>
                      <a:endParaRPr sz="1200" u="sng">
                        <a:solidFill>
                          <a:schemeClr val="dk1"/>
                        </a:solidFill>
                        <a:latin typeface="Darker Grotesque Black"/>
                        <a:ea typeface="Darker Grotesque Black"/>
                        <a:cs typeface="Darker Grotesque Black"/>
                        <a:sym typeface="Darker Grotesque Black"/>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100">
                          <a:solidFill>
                            <a:schemeClr val="dk1"/>
                          </a:solidFill>
                          <a:latin typeface="Barlow Medium"/>
                          <a:ea typeface="Barlow Medium"/>
                          <a:cs typeface="Barlow Medium"/>
                          <a:sym typeface="Barlow Medium"/>
                        </a:rPr>
                        <a:t>These can be used in the template, and their size and color can be edited</a:t>
                      </a:r>
                      <a:endParaRPr sz="1100">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50500">
                <a:tc>
                  <a:txBody>
                    <a:bodyPr/>
                    <a:lstStyle/>
                    <a:p>
                      <a:pPr indent="0" lvl="0" marL="0" rtl="0" algn="l">
                        <a:lnSpc>
                          <a:spcPct val="115000"/>
                        </a:lnSpc>
                        <a:spcBef>
                          <a:spcPts val="0"/>
                        </a:spcBef>
                        <a:spcAft>
                          <a:spcPts val="0"/>
                        </a:spcAft>
                        <a:buNone/>
                      </a:pPr>
                      <a:r>
                        <a:rPr lang="en" sz="1200">
                          <a:solidFill>
                            <a:schemeClr val="dk1"/>
                          </a:solidFill>
                          <a:latin typeface="Darker Grotesque Black"/>
                          <a:ea typeface="Darker Grotesque Black"/>
                          <a:cs typeface="Darker Grotesque Black"/>
                          <a:sym typeface="Darker Grotesque Black"/>
                        </a:rPr>
                        <a:t>Editable presentation theme </a:t>
                      </a:r>
                      <a:endParaRPr sz="1200">
                        <a:solidFill>
                          <a:schemeClr val="dk1"/>
                        </a:solidFill>
                        <a:latin typeface="Darker Grotesque Black"/>
                        <a:ea typeface="Darker Grotesque Black"/>
                        <a:cs typeface="Darker Grotesque Black"/>
                        <a:sym typeface="Darker Grotesque Black"/>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l">
                        <a:lnSpc>
                          <a:spcPct val="115000"/>
                        </a:lnSpc>
                        <a:spcBef>
                          <a:spcPts val="0"/>
                        </a:spcBef>
                        <a:spcAft>
                          <a:spcPts val="1600"/>
                        </a:spcAft>
                        <a:buNone/>
                      </a:pPr>
                      <a:r>
                        <a:rPr lang="en" sz="1100">
                          <a:solidFill>
                            <a:schemeClr val="dk1"/>
                          </a:solidFill>
                          <a:latin typeface="Barlow Medium"/>
                          <a:ea typeface="Barlow Medium"/>
                          <a:cs typeface="Barlow Medium"/>
                          <a:sym typeface="Barlow Medium"/>
                        </a:rPr>
                        <a:t>You can edit the master slides easily. For more info, click </a:t>
                      </a:r>
                      <a:r>
                        <a:rPr lang="en" sz="1100" u="sng">
                          <a:solidFill>
                            <a:schemeClr val="dk1"/>
                          </a:solidFill>
                          <a:latin typeface="Barlow Medium"/>
                          <a:ea typeface="Barlow Medium"/>
                          <a:cs typeface="Barlow Medium"/>
                          <a:sym typeface="Barlow Medium"/>
                          <a:hlinkClick r:id="rId11">
                            <a:extLst>
                              <a:ext uri="{A12FA001-AC4F-418D-AE19-62706E023703}">
                                <ahyp:hlinkClr val="tx"/>
                              </a:ext>
                            </a:extLst>
                          </a:hlinkClick>
                        </a:rPr>
                        <a:t>here</a:t>
                      </a:r>
                      <a:endParaRPr sz="1100" u="sng">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bl>
          </a:graphicData>
        </a:graphic>
      </p:graphicFrame>
      <p:sp>
        <p:nvSpPr>
          <p:cNvPr id="242" name="Google Shape;242;p25"/>
          <p:cNvSpPr txBox="1"/>
          <p:nvPr/>
        </p:nvSpPr>
        <p:spPr>
          <a:xfrm>
            <a:off x="713250" y="1168838"/>
            <a:ext cx="7717500" cy="339000"/>
          </a:xfrm>
          <a:prstGeom prst="rect">
            <a:avLst/>
          </a:prstGeom>
          <a:noFill/>
          <a:ln>
            <a:noFill/>
          </a:ln>
        </p:spPr>
        <p:txBody>
          <a:bodyPr anchorCtr="0" anchor="t" bIns="91425" lIns="91425" spcFirstLastPara="1" rIns="0" wrap="square" tIns="91425">
            <a:noAutofit/>
          </a:bodyPr>
          <a:lstStyle/>
          <a:p>
            <a:pPr indent="0" lvl="0" marL="0" rtl="0" algn="l">
              <a:lnSpc>
                <a:spcPct val="115000"/>
              </a:lnSpc>
              <a:spcBef>
                <a:spcPts val="0"/>
              </a:spcBef>
              <a:spcAft>
                <a:spcPts val="0"/>
              </a:spcAft>
              <a:buNone/>
            </a:pPr>
            <a:r>
              <a:rPr lang="en" sz="1200">
                <a:solidFill>
                  <a:schemeClr val="dk1"/>
                </a:solidFill>
                <a:latin typeface="Barlow Medium"/>
                <a:ea typeface="Barlow Medium"/>
                <a:cs typeface="Barlow Medium"/>
                <a:sym typeface="Barlow Medium"/>
              </a:rPr>
              <a:t>You can delete this slide when you’re done editing the presentation</a:t>
            </a:r>
            <a:endParaRPr sz="1200">
              <a:solidFill>
                <a:schemeClr val="dk1"/>
              </a:solidFill>
              <a:latin typeface="Barlow Medium"/>
              <a:ea typeface="Barlow Medium"/>
              <a:cs typeface="Barlow Medium"/>
              <a:sym typeface="Barlow Medium"/>
            </a:endParaRPr>
          </a:p>
        </p:txBody>
      </p:sp>
      <p:sp>
        <p:nvSpPr>
          <p:cNvPr id="243" name="Google Shape;243;p25"/>
          <p:cNvSpPr txBox="1"/>
          <p:nvPr/>
        </p:nvSpPr>
        <p:spPr>
          <a:xfrm>
            <a:off x="1450513" y="4005900"/>
            <a:ext cx="243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Barlow Medium"/>
                <a:ea typeface="Barlow Medium"/>
                <a:cs typeface="Barlow Medium"/>
                <a:sym typeface="Barlow Medium"/>
              </a:rPr>
              <a:t>For more info:</a:t>
            </a:r>
            <a:br>
              <a:rPr lang="en" sz="900">
                <a:solidFill>
                  <a:schemeClr val="dk1"/>
                </a:solidFill>
                <a:latin typeface="Barlow Medium"/>
                <a:ea typeface="Barlow Medium"/>
                <a:cs typeface="Barlow Medium"/>
                <a:sym typeface="Barlow Medium"/>
              </a:rPr>
            </a:br>
            <a:r>
              <a:rPr b="1" lang="en" sz="1000" u="sng">
                <a:solidFill>
                  <a:schemeClr val="dk1"/>
                </a:solidFill>
                <a:latin typeface="Barlow"/>
                <a:ea typeface="Barlow"/>
                <a:cs typeface="Barlow"/>
                <a:sym typeface="Barlow"/>
                <a:hlinkClick r:id="rId12">
                  <a:extLst>
                    <a:ext uri="{A12FA001-AC4F-418D-AE19-62706E023703}">
                      <ahyp:hlinkClr val="tx"/>
                    </a:ext>
                  </a:extLst>
                </a:hlinkClick>
              </a:rPr>
              <a:t>SLIDESGO</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3">
                  <a:extLst>
                    <a:ext uri="{A12FA001-AC4F-418D-AE19-62706E023703}">
                      <ahyp:hlinkClr val="tx"/>
                    </a:ext>
                  </a:extLst>
                </a:hlinkClick>
              </a:rPr>
              <a:t>BLOG</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4">
                  <a:extLst>
                    <a:ext uri="{A12FA001-AC4F-418D-AE19-62706E023703}">
                      <ahyp:hlinkClr val="tx"/>
                    </a:ext>
                  </a:extLst>
                </a:hlinkClick>
              </a:rPr>
              <a:t>FAQs</a:t>
            </a:r>
            <a:endParaRPr b="1" sz="1000">
              <a:solidFill>
                <a:schemeClr val="dk1"/>
              </a:solidFill>
              <a:latin typeface="Barlow"/>
              <a:ea typeface="Barlow"/>
              <a:cs typeface="Barlow"/>
              <a:sym typeface="Barlow"/>
            </a:endParaRPr>
          </a:p>
        </p:txBody>
      </p:sp>
      <p:sp>
        <p:nvSpPr>
          <p:cNvPr id="244" name="Google Shape;244;p25"/>
          <p:cNvSpPr txBox="1"/>
          <p:nvPr/>
        </p:nvSpPr>
        <p:spPr>
          <a:xfrm>
            <a:off x="4196072" y="4005900"/>
            <a:ext cx="34974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Barlow Medium"/>
                <a:ea typeface="Barlow Medium"/>
                <a:cs typeface="Barlow Medium"/>
                <a:sym typeface="Barlow Medium"/>
              </a:rPr>
              <a:t>You can visit our sister </a:t>
            </a:r>
            <a:r>
              <a:rPr lang="en" sz="1100">
                <a:solidFill>
                  <a:schemeClr val="dk1"/>
                </a:solidFill>
                <a:latin typeface="Barlow Medium"/>
                <a:ea typeface="Barlow Medium"/>
                <a:cs typeface="Barlow Medium"/>
                <a:sym typeface="Barlow Medium"/>
              </a:rPr>
              <a:t>projects</a:t>
            </a:r>
            <a:r>
              <a:rPr lang="en" sz="1100">
                <a:solidFill>
                  <a:schemeClr val="dk1"/>
                </a:solidFill>
                <a:latin typeface="Barlow Medium"/>
                <a:ea typeface="Barlow Medium"/>
                <a:cs typeface="Barlow Medium"/>
                <a:sym typeface="Barlow Medium"/>
              </a:rPr>
              <a:t>:</a:t>
            </a:r>
            <a:br>
              <a:rPr lang="en" sz="1100">
                <a:solidFill>
                  <a:schemeClr val="dk1"/>
                </a:solidFill>
                <a:latin typeface="Barlow Medium"/>
                <a:ea typeface="Barlow Medium"/>
                <a:cs typeface="Barlow Medium"/>
                <a:sym typeface="Barlow Medium"/>
              </a:rPr>
            </a:br>
            <a:r>
              <a:rPr b="1" lang="en" sz="1000" u="sng">
                <a:solidFill>
                  <a:schemeClr val="dk1"/>
                </a:solidFill>
                <a:latin typeface="Barlow"/>
                <a:ea typeface="Barlow"/>
                <a:cs typeface="Barlow"/>
                <a:sym typeface="Barlow"/>
                <a:hlinkClick r:id="rId15">
                  <a:extLst>
                    <a:ext uri="{A12FA001-AC4F-418D-AE19-62706E023703}">
                      <ahyp:hlinkClr val="tx"/>
                    </a:ext>
                  </a:extLst>
                </a:hlinkClick>
              </a:rPr>
              <a:t>FREEPIK</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6">
                  <a:extLst>
                    <a:ext uri="{A12FA001-AC4F-418D-AE19-62706E023703}">
                      <ahyp:hlinkClr val="tx"/>
                    </a:ext>
                  </a:extLst>
                </a:hlinkClick>
              </a:rPr>
              <a:t>FLATICON</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7">
                  <a:extLst>
                    <a:ext uri="{A12FA001-AC4F-418D-AE19-62706E023703}">
                      <ahyp:hlinkClr val="tx"/>
                    </a:ext>
                  </a:extLst>
                </a:hlinkClick>
              </a:rPr>
              <a:t>STORYSET</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8">
                  <a:extLst>
                    <a:ext uri="{A12FA001-AC4F-418D-AE19-62706E023703}">
                      <ahyp:hlinkClr val="tx"/>
                    </a:ext>
                  </a:extLst>
                </a:hlinkClick>
              </a:rPr>
              <a:t>WEPIK</a:t>
            </a:r>
            <a:r>
              <a:rPr b="1" lang="en" sz="1000">
                <a:solidFill>
                  <a:schemeClr val="dk1"/>
                </a:solidFill>
                <a:uFill>
                  <a:noFill/>
                </a:uFill>
                <a:latin typeface="Barlow"/>
                <a:ea typeface="Barlow"/>
                <a:cs typeface="Barlow"/>
                <a:sym typeface="Barlow"/>
                <a:hlinkClick r:id="rId19">
                  <a:extLst>
                    <a:ext uri="{A12FA001-AC4F-418D-AE19-62706E023703}">
                      <ahyp:hlinkClr val="tx"/>
                    </a:ext>
                  </a:extLst>
                </a:hlinkClick>
              </a:rPr>
              <a:t> </a:t>
            </a:r>
            <a:r>
              <a:rPr b="1" lang="en" sz="1000">
                <a:solidFill>
                  <a:schemeClr val="dk1"/>
                </a:solidFill>
                <a:latin typeface="Barlow"/>
                <a:ea typeface="Barlow"/>
                <a:cs typeface="Barlow"/>
                <a:sym typeface="Barlow"/>
              </a:rPr>
              <a:t>| </a:t>
            </a:r>
            <a:r>
              <a:rPr b="1" lang="en" sz="1000" u="sng">
                <a:solidFill>
                  <a:schemeClr val="dk1"/>
                </a:solidFill>
                <a:latin typeface="Barlow"/>
                <a:ea typeface="Barlow"/>
                <a:cs typeface="Barlow"/>
                <a:sym typeface="Barlow"/>
                <a:hlinkClick r:id="rId20">
                  <a:extLst>
                    <a:ext uri="{A12FA001-AC4F-418D-AE19-62706E023703}">
                      <ahyp:hlinkClr val="tx"/>
                    </a:ext>
                  </a:extLst>
                </a:hlinkClick>
              </a:rPr>
              <a:t>VIDEVO</a:t>
            </a:r>
            <a:endParaRPr b="1" sz="1000">
              <a:solidFill>
                <a:schemeClr val="dk1"/>
              </a:solidFill>
              <a:latin typeface="Barlow"/>
              <a:ea typeface="Barlow"/>
              <a:cs typeface="Barlow"/>
              <a:sym typeface="Barlow"/>
            </a:endParaRPr>
          </a:p>
        </p:txBody>
      </p:sp>
      <p:grpSp>
        <p:nvGrpSpPr>
          <p:cNvPr id="245" name="Google Shape;245;p25"/>
          <p:cNvGrpSpPr/>
          <p:nvPr/>
        </p:nvGrpSpPr>
        <p:grpSpPr>
          <a:xfrm>
            <a:off x="1738925" y="4718600"/>
            <a:ext cx="5666144" cy="116400"/>
            <a:chOff x="1738925" y="4718600"/>
            <a:chExt cx="5666144" cy="116400"/>
          </a:xfrm>
        </p:grpSpPr>
        <p:sp>
          <p:nvSpPr>
            <p:cNvPr id="246" name="Google Shape;246;p25">
              <a:hlinkClick action="ppaction://hlinksldjump" r:id="rId21"/>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7" name="Google Shape;247;p25">
              <a:hlinkClick action="ppaction://hlinksldjump" r:id="rId22"/>
            </p:cNvPr>
            <p:cNvSpPr/>
            <p:nvPr/>
          </p:nvSpPr>
          <p:spPr>
            <a:xfrm>
              <a:off x="2031017"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8" name="Google Shape;248;p25">
              <a:hlinkClick action="ppaction://hlinksldjump" r:id="rId23"/>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9" name="Google Shape;249;p25">
              <a:hlinkClick action="ppaction://hlinksldjump" r:id="rId24"/>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0" name="Google Shape;250;p25">
              <a:hlinkClick action="ppaction://hlinksldjump" r:id="rId25"/>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1" name="Google Shape;251;p25">
              <a:hlinkClick action="ppaction://hlinksldjump" r:id="rId26"/>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2" name="Google Shape;252;p25">
              <a:hlinkClick action="ppaction://hlinksldjump" r:id="rId27"/>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3" name="Google Shape;253;p25">
              <a:hlinkClick action="ppaction://hlinksldjump" r:id="rId28"/>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4" name="Google Shape;254;p25">
              <a:hlinkClick action="ppaction://hlinksldjump" r:id="rId29"/>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5" name="Google Shape;255;p25">
              <a:hlinkClick action="ppaction://hlinksldjump" r:id="rId30"/>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6" name="Google Shape;256;p25">
              <a:hlinkClick action="ppaction://hlinksldjump" r:id="rId31"/>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7" name="Google Shape;257;p25">
              <a:hlinkClick action="ppaction://hlinksldjump" r:id="rId32"/>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8" name="Google Shape;258;p25">
              <a:hlinkClick action="ppaction://hlinksldjump" r:id="rId33"/>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9" name="Google Shape;259;p25">
              <a:hlinkClick action="ppaction://hlinksldjump" r:id="rId34"/>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0" name="Google Shape;260;p25">
              <a:hlinkClick action="ppaction://hlinksldjump" r:id="rId35"/>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1" name="Google Shape;261;p25">
              <a:hlinkClick action="ppaction://hlinksldjump" r:id="rId36"/>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2" name="Google Shape;262;p25">
              <a:hlinkClick action="ppaction://hlinksldjump" r:id="rId37"/>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3" name="Google Shape;263;p25">
              <a:hlinkClick action="ppaction://hlinksldjump" r:id="rId38"/>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4" name="Google Shape;264;p25">
              <a:hlinkClick action="ppaction://hlinksldjump" r:id="rId39"/>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5" name="Google Shape;265;p25">
              <a:hlinkClick action="ppaction://hlinksldjump" r:id="rId40"/>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 name="Shape 269"/>
        <p:cNvGrpSpPr/>
        <p:nvPr/>
      </p:nvGrpSpPr>
      <p:grpSpPr>
        <a:xfrm>
          <a:off x="0" y="0"/>
          <a:ext cx="0" cy="0"/>
          <a:chOff x="0" y="0"/>
          <a:chExt cx="0" cy="0"/>
        </a:xfrm>
      </p:grpSpPr>
      <p:sp>
        <p:nvSpPr>
          <p:cNvPr id="270" name="Google Shape;270;p26"/>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271" name="Google Shape;271;p26"/>
          <p:cNvSpPr txBox="1"/>
          <p:nvPr>
            <p:ph idx="2" type="title"/>
          </p:nvPr>
        </p:nvSpPr>
        <p:spPr>
          <a:xfrm>
            <a:off x="1505400" y="1504162"/>
            <a:ext cx="7347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72" name="Google Shape;272;p26"/>
          <p:cNvSpPr txBox="1"/>
          <p:nvPr>
            <p:ph idx="3" type="title"/>
          </p:nvPr>
        </p:nvSpPr>
        <p:spPr>
          <a:xfrm>
            <a:off x="1505400" y="3090116"/>
            <a:ext cx="7347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73" name="Google Shape;273;p26"/>
          <p:cNvSpPr txBox="1"/>
          <p:nvPr>
            <p:ph idx="4" type="title"/>
          </p:nvPr>
        </p:nvSpPr>
        <p:spPr>
          <a:xfrm>
            <a:off x="4204675" y="1504162"/>
            <a:ext cx="7347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74" name="Google Shape;274;p26"/>
          <p:cNvSpPr txBox="1"/>
          <p:nvPr>
            <p:ph idx="5" type="title"/>
          </p:nvPr>
        </p:nvSpPr>
        <p:spPr>
          <a:xfrm>
            <a:off x="4204675" y="3090116"/>
            <a:ext cx="7347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75" name="Google Shape;275;p26"/>
          <p:cNvSpPr txBox="1"/>
          <p:nvPr>
            <p:ph idx="6" type="title"/>
          </p:nvPr>
        </p:nvSpPr>
        <p:spPr>
          <a:xfrm>
            <a:off x="6903950" y="1504162"/>
            <a:ext cx="7347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76" name="Google Shape;276;p26"/>
          <p:cNvSpPr txBox="1"/>
          <p:nvPr>
            <p:ph idx="7" type="title"/>
          </p:nvPr>
        </p:nvSpPr>
        <p:spPr>
          <a:xfrm>
            <a:off x="6903950" y="3090116"/>
            <a:ext cx="7347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77" name="Google Shape;277;p26"/>
          <p:cNvSpPr txBox="1"/>
          <p:nvPr>
            <p:ph idx="1" type="subTitle"/>
          </p:nvPr>
        </p:nvSpPr>
        <p:spPr>
          <a:xfrm>
            <a:off x="720000" y="2213388"/>
            <a:ext cx="2305500" cy="50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278" name="Google Shape;278;p26"/>
          <p:cNvSpPr txBox="1"/>
          <p:nvPr>
            <p:ph idx="8" type="subTitle"/>
          </p:nvPr>
        </p:nvSpPr>
        <p:spPr>
          <a:xfrm>
            <a:off x="3419275" y="2213388"/>
            <a:ext cx="2305500" cy="50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Problem &amp; solution</a:t>
            </a:r>
            <a:endParaRPr/>
          </a:p>
        </p:txBody>
      </p:sp>
      <p:sp>
        <p:nvSpPr>
          <p:cNvPr id="279" name="Google Shape;279;p26"/>
          <p:cNvSpPr txBox="1"/>
          <p:nvPr>
            <p:ph idx="9" type="subTitle"/>
          </p:nvPr>
        </p:nvSpPr>
        <p:spPr>
          <a:xfrm>
            <a:off x="6118550" y="2213388"/>
            <a:ext cx="2305500" cy="50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opportunity</a:t>
            </a:r>
            <a:endParaRPr/>
          </a:p>
        </p:txBody>
      </p:sp>
      <p:sp>
        <p:nvSpPr>
          <p:cNvPr id="280" name="Google Shape;280;p26"/>
          <p:cNvSpPr txBox="1"/>
          <p:nvPr>
            <p:ph idx="13" type="subTitle"/>
          </p:nvPr>
        </p:nvSpPr>
        <p:spPr>
          <a:xfrm>
            <a:off x="720000" y="3799263"/>
            <a:ext cx="2305500" cy="50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 demo</a:t>
            </a:r>
            <a:endParaRPr/>
          </a:p>
        </p:txBody>
      </p:sp>
      <p:sp>
        <p:nvSpPr>
          <p:cNvPr id="281" name="Google Shape;281;p26"/>
          <p:cNvSpPr txBox="1"/>
          <p:nvPr>
            <p:ph idx="14" type="subTitle"/>
          </p:nvPr>
        </p:nvSpPr>
        <p:spPr>
          <a:xfrm>
            <a:off x="3419275" y="3799263"/>
            <a:ext cx="2305500" cy="50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Team &amp; timeline</a:t>
            </a:r>
            <a:endParaRPr/>
          </a:p>
        </p:txBody>
      </p:sp>
      <p:sp>
        <p:nvSpPr>
          <p:cNvPr id="282" name="Google Shape;282;p26"/>
          <p:cNvSpPr txBox="1"/>
          <p:nvPr>
            <p:ph idx="15" type="subTitle"/>
          </p:nvPr>
        </p:nvSpPr>
        <p:spPr>
          <a:xfrm>
            <a:off x="6118550" y="3799263"/>
            <a:ext cx="2305500" cy="50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Financial &amp; metrics</a:t>
            </a:r>
            <a:endParaRPr/>
          </a:p>
        </p:txBody>
      </p:sp>
      <p:grpSp>
        <p:nvGrpSpPr>
          <p:cNvPr id="283" name="Google Shape;283;p26"/>
          <p:cNvGrpSpPr/>
          <p:nvPr/>
        </p:nvGrpSpPr>
        <p:grpSpPr>
          <a:xfrm>
            <a:off x="1738925" y="4718600"/>
            <a:ext cx="5666144" cy="116400"/>
            <a:chOff x="1738925" y="4718600"/>
            <a:chExt cx="5666144" cy="116400"/>
          </a:xfrm>
        </p:grpSpPr>
        <p:sp>
          <p:nvSpPr>
            <p:cNvPr id="284" name="Google Shape;284;p26">
              <a:hlinkClick action="ppaction://hlinksldjump" r:id="rId3"/>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85" name="Google Shape;285;p26">
              <a:hlinkClick action="ppaction://hlinksldjump" r:id="rId4"/>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86" name="Google Shape;286;p26">
              <a:hlinkClick action="ppaction://hlinksldjump" r:id="rId5"/>
            </p:cNvPr>
            <p:cNvSpPr/>
            <p:nvPr/>
          </p:nvSpPr>
          <p:spPr>
            <a:xfrm>
              <a:off x="2323109"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87" name="Google Shape;287;p26">
              <a:hlinkClick action="ppaction://hlinksldjump" r:id="rId6"/>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88" name="Google Shape;288;p26">
              <a:hlinkClick action="ppaction://hlinksldjump" r:id="rId7"/>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89" name="Google Shape;289;p26">
              <a:hlinkClick action="ppaction://hlinksldjump" r:id="rId8"/>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0" name="Google Shape;290;p26">
              <a:hlinkClick action="ppaction://hlinksldjump" r:id="rId9"/>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1" name="Google Shape;291;p26">
              <a:hlinkClick action="ppaction://hlinksldjump" r:id="rId10"/>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2" name="Google Shape;292;p26">
              <a:hlinkClick action="ppaction://hlinksldjump" r:id="rId11"/>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3" name="Google Shape;293;p26">
              <a:hlinkClick action="ppaction://hlinksldjump" r:id="rId12"/>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4" name="Google Shape;294;p26">
              <a:hlinkClick action="ppaction://hlinksldjump" r:id="rId13"/>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5" name="Google Shape;295;p26">
              <a:hlinkClick action="ppaction://hlinksldjump" r:id="rId14"/>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6" name="Google Shape;296;p26">
              <a:hlinkClick action="ppaction://hlinksldjump" r:id="rId15"/>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7" name="Google Shape;297;p26">
              <a:hlinkClick action="ppaction://hlinksldjump" r:id="rId16"/>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8" name="Google Shape;298;p26">
              <a:hlinkClick action="ppaction://hlinksldjump" r:id="rId17"/>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9" name="Google Shape;299;p26">
              <a:hlinkClick action="ppaction://hlinksldjump" r:id="rId18"/>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00" name="Google Shape;300;p26">
              <a:hlinkClick action="ppaction://hlinksldjump" r:id="rId19"/>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01" name="Google Shape;301;p26">
              <a:hlinkClick action="ppaction://hlinksldjump" r:id="rId20"/>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02" name="Google Shape;302;p26">
              <a:hlinkClick action="ppaction://hlinksldjump" r:id="rId21"/>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03" name="Google Shape;303;p26">
              <a:hlinkClick action="ppaction://hlinksldjump" r:id="rId22"/>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 name="Shape 307"/>
        <p:cNvGrpSpPr/>
        <p:nvPr/>
      </p:nvGrpSpPr>
      <p:grpSpPr>
        <a:xfrm>
          <a:off x="0" y="0"/>
          <a:ext cx="0" cy="0"/>
          <a:chOff x="0" y="0"/>
          <a:chExt cx="0" cy="0"/>
        </a:xfrm>
      </p:grpSpPr>
      <p:sp>
        <p:nvSpPr>
          <p:cNvPr id="308" name="Google Shape;308;p27"/>
          <p:cNvSpPr txBox="1"/>
          <p:nvPr>
            <p:ph type="title"/>
          </p:nvPr>
        </p:nvSpPr>
        <p:spPr>
          <a:xfrm>
            <a:off x="811975" y="1315000"/>
            <a:ext cx="42948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is a pitch deck?</a:t>
            </a:r>
            <a:endParaRPr/>
          </a:p>
        </p:txBody>
      </p:sp>
      <p:sp>
        <p:nvSpPr>
          <p:cNvPr id="309" name="Google Shape;309;p27"/>
          <p:cNvSpPr txBox="1"/>
          <p:nvPr>
            <p:ph idx="1" type="subTitle"/>
          </p:nvPr>
        </p:nvSpPr>
        <p:spPr>
          <a:xfrm>
            <a:off x="811975" y="1887700"/>
            <a:ext cx="4294800" cy="209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pitch deck is a short presentation that entrepreneurs use to describe their business and present it to potential investors. It usually consists of about 10 slides with:</a:t>
            </a:r>
            <a:endParaRPr/>
          </a:p>
          <a:p>
            <a:pPr indent="-304800" lvl="0" marL="457200" rtl="0" algn="l">
              <a:spcBef>
                <a:spcPts val="1000"/>
              </a:spcBef>
              <a:spcAft>
                <a:spcPts val="0"/>
              </a:spcAft>
              <a:buSzPts val="1200"/>
              <a:buChar char="●"/>
            </a:pPr>
            <a:r>
              <a:rPr lang="en"/>
              <a:t>An overview of the company's mission and the product or service offered</a:t>
            </a:r>
            <a:endParaRPr/>
          </a:p>
          <a:p>
            <a:pPr indent="-304800" lvl="0" marL="457200" rtl="0" algn="l">
              <a:spcBef>
                <a:spcPts val="0"/>
              </a:spcBef>
              <a:spcAft>
                <a:spcPts val="0"/>
              </a:spcAft>
              <a:buSzPts val="1200"/>
              <a:buChar char="●"/>
            </a:pPr>
            <a:r>
              <a:rPr lang="en"/>
              <a:t>Market opportunity</a:t>
            </a:r>
            <a:endParaRPr/>
          </a:p>
          <a:p>
            <a:pPr indent="-304800" lvl="0" marL="457200" rtl="0" algn="l">
              <a:spcBef>
                <a:spcPts val="0"/>
              </a:spcBef>
              <a:spcAft>
                <a:spcPts val="0"/>
              </a:spcAft>
              <a:buSzPts val="1200"/>
              <a:buChar char="●"/>
            </a:pPr>
            <a:r>
              <a:rPr lang="en"/>
              <a:t>Team, financials, etc.</a:t>
            </a:r>
            <a:endParaRPr/>
          </a:p>
          <a:p>
            <a:pPr indent="0" lvl="0" marL="0" rtl="0" algn="l">
              <a:spcBef>
                <a:spcPts val="1000"/>
              </a:spcBef>
              <a:spcAft>
                <a:spcPts val="0"/>
              </a:spcAft>
              <a:buNone/>
            </a:pPr>
            <a:r>
              <a:rPr lang="en"/>
              <a:t>The goal is to garner enough interest from investors so that they are motivated to invest in the business</a:t>
            </a:r>
            <a:endParaRPr/>
          </a:p>
        </p:txBody>
      </p:sp>
      <p:pic>
        <p:nvPicPr>
          <p:cNvPr id="310" name="Google Shape;310;p27"/>
          <p:cNvPicPr preferRelativeResize="0"/>
          <p:nvPr>
            <p:ph idx="2" type="pic"/>
          </p:nvPr>
        </p:nvPicPr>
        <p:blipFill rotWithShape="1">
          <a:blip r:embed="rId3">
            <a:alphaModFix/>
          </a:blip>
          <a:srcRect b="0" l="35876" r="10410" t="0"/>
          <a:stretch/>
        </p:blipFill>
        <p:spPr>
          <a:xfrm>
            <a:off x="5643775" y="922900"/>
            <a:ext cx="2787000" cy="3453300"/>
          </a:xfrm>
          <a:prstGeom prst="roundRect">
            <a:avLst>
              <a:gd fmla="val 16667" name="adj"/>
            </a:avLst>
          </a:prstGeom>
        </p:spPr>
      </p:pic>
      <p:grpSp>
        <p:nvGrpSpPr>
          <p:cNvPr id="311" name="Google Shape;311;p27"/>
          <p:cNvGrpSpPr/>
          <p:nvPr/>
        </p:nvGrpSpPr>
        <p:grpSpPr>
          <a:xfrm>
            <a:off x="1738925" y="4718600"/>
            <a:ext cx="5666144" cy="116400"/>
            <a:chOff x="1738925" y="4718600"/>
            <a:chExt cx="5666144" cy="116400"/>
          </a:xfrm>
        </p:grpSpPr>
        <p:sp>
          <p:nvSpPr>
            <p:cNvPr id="312" name="Google Shape;312;p27">
              <a:hlinkClick action="ppaction://hlinksldjump" r:id="rId4"/>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3" name="Google Shape;313;p27">
              <a:hlinkClick action="ppaction://hlinksldjump" r:id="rId5"/>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4" name="Google Shape;314;p27">
              <a:hlinkClick action="ppaction://hlinksldjump" r:id="rId6"/>
            </p:cNvPr>
            <p:cNvSpPr/>
            <p:nvPr/>
          </p:nvSpPr>
          <p:spPr>
            <a:xfrm>
              <a:off x="2615200"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5" name="Google Shape;315;p27">
              <a:hlinkClick action="ppaction://hlinksldjump" r:id="rId7"/>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6" name="Google Shape;316;p27">
              <a:hlinkClick action="ppaction://hlinksldjump" r:id="rId8"/>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7" name="Google Shape;317;p27">
              <a:hlinkClick action="ppaction://hlinksldjump" r:id="rId9"/>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8" name="Google Shape;318;p27">
              <a:hlinkClick action="ppaction://hlinksldjump" r:id="rId10"/>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9" name="Google Shape;319;p27">
              <a:hlinkClick action="ppaction://hlinksldjump" r:id="rId11"/>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0" name="Google Shape;320;p27">
              <a:hlinkClick action="ppaction://hlinksldjump" r:id="rId12"/>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1" name="Google Shape;321;p27">
              <a:hlinkClick action="ppaction://hlinksldjump" r:id="rId13"/>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2" name="Google Shape;322;p27">
              <a:hlinkClick action="ppaction://hlinksldjump" r:id="rId14"/>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3" name="Google Shape;323;p27">
              <a:hlinkClick action="ppaction://hlinksldjump" r:id="rId15"/>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4" name="Google Shape;324;p27">
              <a:hlinkClick action="ppaction://hlinksldjump" r:id="rId16"/>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5" name="Google Shape;325;p27">
              <a:hlinkClick action="ppaction://hlinksldjump" r:id="rId17"/>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6" name="Google Shape;326;p27">
              <a:hlinkClick action="ppaction://hlinksldjump" r:id="rId18"/>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7" name="Google Shape;327;p27">
              <a:hlinkClick action="ppaction://hlinksldjump" r:id="rId19"/>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8" name="Google Shape;328;p27">
              <a:hlinkClick action="ppaction://hlinksldjump" r:id="rId20"/>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9" name="Google Shape;329;p27">
              <a:hlinkClick action="ppaction://hlinksldjump" r:id="rId21"/>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30" name="Google Shape;330;p27">
              <a:hlinkClick action="ppaction://hlinksldjump" r:id="rId22"/>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31" name="Google Shape;331;p27">
              <a:hlinkClick action="ppaction://hlinksldjump" r:id="rId23"/>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5" name="Shape 335"/>
        <p:cNvGrpSpPr/>
        <p:nvPr/>
      </p:nvGrpSpPr>
      <p:grpSpPr>
        <a:xfrm>
          <a:off x="0" y="0"/>
          <a:ext cx="0" cy="0"/>
          <a:chOff x="0" y="0"/>
          <a:chExt cx="0" cy="0"/>
        </a:xfrm>
      </p:grpSpPr>
      <p:sp>
        <p:nvSpPr>
          <p:cNvPr id="336" name="Google Shape;336;p28"/>
          <p:cNvSpPr txBox="1"/>
          <p:nvPr>
            <p:ph type="title"/>
          </p:nvPr>
        </p:nvSpPr>
        <p:spPr>
          <a:xfrm>
            <a:off x="4047175" y="2775800"/>
            <a:ext cx="43836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337" name="Google Shape;337;p28"/>
          <p:cNvSpPr txBox="1"/>
          <p:nvPr>
            <p:ph idx="2" type="title"/>
          </p:nvPr>
        </p:nvSpPr>
        <p:spPr>
          <a:xfrm>
            <a:off x="4047175" y="1525800"/>
            <a:ext cx="1731600" cy="101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338" name="Google Shape;338;p28"/>
          <p:cNvPicPr preferRelativeResize="0"/>
          <p:nvPr>
            <p:ph idx="3" type="pic"/>
          </p:nvPr>
        </p:nvPicPr>
        <p:blipFill rotWithShape="1">
          <a:blip r:embed="rId3">
            <a:alphaModFix/>
          </a:blip>
          <a:srcRect b="0" l="16440" r="16433" t="0"/>
          <a:stretch/>
        </p:blipFill>
        <p:spPr>
          <a:xfrm>
            <a:off x="713225" y="1200862"/>
            <a:ext cx="2760600" cy="2741700"/>
          </a:xfrm>
          <a:prstGeom prst="roundRect">
            <a:avLst>
              <a:gd fmla="val 16667" name="adj"/>
            </a:avLst>
          </a:prstGeom>
        </p:spPr>
      </p:pic>
      <p:grpSp>
        <p:nvGrpSpPr>
          <p:cNvPr id="339" name="Google Shape;339;p28"/>
          <p:cNvGrpSpPr/>
          <p:nvPr/>
        </p:nvGrpSpPr>
        <p:grpSpPr>
          <a:xfrm>
            <a:off x="1738925" y="4718600"/>
            <a:ext cx="5666144" cy="116400"/>
            <a:chOff x="1738925" y="4718600"/>
            <a:chExt cx="5666144" cy="116400"/>
          </a:xfrm>
        </p:grpSpPr>
        <p:sp>
          <p:nvSpPr>
            <p:cNvPr id="340" name="Google Shape;340;p28">
              <a:hlinkClick action="ppaction://hlinksldjump" r:id="rId4"/>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1" name="Google Shape;341;p28">
              <a:hlinkClick action="ppaction://hlinksldjump" r:id="rId5"/>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2" name="Google Shape;342;p28">
              <a:hlinkClick action="ppaction://hlinksldjump" r:id="rId6"/>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3" name="Google Shape;343;p28">
              <a:hlinkClick action="ppaction://hlinksldjump" r:id="rId7"/>
            </p:cNvPr>
            <p:cNvSpPr/>
            <p:nvPr/>
          </p:nvSpPr>
          <p:spPr>
            <a:xfrm>
              <a:off x="2907292"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4" name="Google Shape;344;p28">
              <a:hlinkClick action="ppaction://hlinksldjump" r:id="rId8"/>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5" name="Google Shape;345;p28">
              <a:hlinkClick action="ppaction://hlinksldjump" r:id="rId9"/>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6" name="Google Shape;346;p28">
              <a:hlinkClick action="ppaction://hlinksldjump" r:id="rId10"/>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7" name="Google Shape;347;p28">
              <a:hlinkClick action="ppaction://hlinksldjump" r:id="rId11"/>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8" name="Google Shape;348;p28">
              <a:hlinkClick action="ppaction://hlinksldjump" r:id="rId12"/>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9" name="Google Shape;349;p28">
              <a:hlinkClick action="ppaction://hlinksldjump" r:id="rId13"/>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0" name="Google Shape;350;p28">
              <a:hlinkClick action="ppaction://hlinksldjump" r:id="rId14"/>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1" name="Google Shape;351;p28">
              <a:hlinkClick action="ppaction://hlinksldjump" r:id="rId15"/>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2" name="Google Shape;352;p28">
              <a:hlinkClick action="ppaction://hlinksldjump" r:id="rId16"/>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3" name="Google Shape;353;p28">
              <a:hlinkClick action="ppaction://hlinksldjump" r:id="rId17"/>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4" name="Google Shape;354;p28">
              <a:hlinkClick action="ppaction://hlinksldjump" r:id="rId18"/>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5" name="Google Shape;355;p28">
              <a:hlinkClick action="ppaction://hlinksldjump" r:id="rId19"/>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6" name="Google Shape;356;p28">
              <a:hlinkClick action="ppaction://hlinksldjump" r:id="rId20"/>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7" name="Google Shape;357;p28">
              <a:hlinkClick action="ppaction://hlinksldjump" r:id="rId21"/>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8" name="Google Shape;358;p28">
              <a:hlinkClick action="ppaction://hlinksldjump" r:id="rId22"/>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9" name="Google Shape;359;p28">
              <a:hlinkClick action="ppaction://hlinksldjump" r:id="rId23"/>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 name="Shape 363"/>
        <p:cNvGrpSpPr/>
        <p:nvPr/>
      </p:nvGrpSpPr>
      <p:grpSpPr>
        <a:xfrm>
          <a:off x="0" y="0"/>
          <a:ext cx="0" cy="0"/>
          <a:chOff x="0" y="0"/>
          <a:chExt cx="0" cy="0"/>
        </a:xfrm>
      </p:grpSpPr>
      <p:sp>
        <p:nvSpPr>
          <p:cNvPr id="364" name="Google Shape;364;p29"/>
          <p:cNvSpPr txBox="1"/>
          <p:nvPr>
            <p:ph idx="4" type="subTitle"/>
          </p:nvPr>
        </p:nvSpPr>
        <p:spPr>
          <a:xfrm>
            <a:off x="4923250" y="2383429"/>
            <a:ext cx="2505600" cy="46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idea</a:t>
            </a:r>
            <a:endParaRPr/>
          </a:p>
        </p:txBody>
      </p:sp>
      <p:sp>
        <p:nvSpPr>
          <p:cNvPr id="365" name="Google Shape;365;p29"/>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366" name="Google Shape;366;p29"/>
          <p:cNvSpPr txBox="1"/>
          <p:nvPr>
            <p:ph idx="1" type="subTitle"/>
          </p:nvPr>
        </p:nvSpPr>
        <p:spPr>
          <a:xfrm>
            <a:off x="4923249" y="2762675"/>
            <a:ext cx="2505600" cy="145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“our idea” part of a pitch deck should include an explanation of your product/service, how it works, and what the customer value is. You should also explain the market opportunity for your product/service</a:t>
            </a:r>
            <a:endParaRPr/>
          </a:p>
        </p:txBody>
      </p:sp>
      <p:sp>
        <p:nvSpPr>
          <p:cNvPr id="367" name="Google Shape;367;p29"/>
          <p:cNvSpPr txBox="1"/>
          <p:nvPr>
            <p:ph idx="2" type="subTitle"/>
          </p:nvPr>
        </p:nvSpPr>
        <p:spPr>
          <a:xfrm>
            <a:off x="1715375" y="2762675"/>
            <a:ext cx="2505600" cy="145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introduction of your company in the pitch deck should include a brief overview of who you are and what you do. It should also include a brief description of why your product or service is unique and the value it provides to customers</a:t>
            </a:r>
            <a:endParaRPr/>
          </a:p>
        </p:txBody>
      </p:sp>
      <p:sp>
        <p:nvSpPr>
          <p:cNvPr id="368" name="Google Shape;368;p29"/>
          <p:cNvSpPr txBox="1"/>
          <p:nvPr>
            <p:ph idx="3" type="subTitle"/>
          </p:nvPr>
        </p:nvSpPr>
        <p:spPr>
          <a:xfrm>
            <a:off x="1715375" y="2383429"/>
            <a:ext cx="2505600" cy="46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company</a:t>
            </a:r>
            <a:endParaRPr/>
          </a:p>
        </p:txBody>
      </p:sp>
      <p:grpSp>
        <p:nvGrpSpPr>
          <p:cNvPr id="369" name="Google Shape;369;p29"/>
          <p:cNvGrpSpPr/>
          <p:nvPr/>
        </p:nvGrpSpPr>
        <p:grpSpPr>
          <a:xfrm>
            <a:off x="2819955" y="1934577"/>
            <a:ext cx="296442" cy="296442"/>
            <a:chOff x="3400530" y="1483827"/>
            <a:chExt cx="296442" cy="296442"/>
          </a:xfrm>
        </p:grpSpPr>
        <p:sp>
          <p:nvSpPr>
            <p:cNvPr id="370" name="Google Shape;370;p29"/>
            <p:cNvSpPr/>
            <p:nvPr/>
          </p:nvSpPr>
          <p:spPr>
            <a:xfrm>
              <a:off x="3557656" y="1641455"/>
              <a:ext cx="17083" cy="47732"/>
            </a:xfrm>
            <a:custGeom>
              <a:rect b="b" l="l" r="r" t="t"/>
              <a:pathLst>
                <a:path extrusionOk="0" h="90487" w="32384">
                  <a:moveTo>
                    <a:pt x="0" y="90488"/>
                  </a:moveTo>
                  <a:cubicBezTo>
                    <a:pt x="15240" y="76200"/>
                    <a:pt x="29527" y="41910"/>
                    <a:pt x="32385" y="0"/>
                  </a:cubicBezTo>
                  <a:lnTo>
                    <a:pt x="0" y="0"/>
                  </a:lnTo>
                  <a:lnTo>
                    <a:pt x="0" y="9048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 name="Google Shape;371;p29"/>
            <p:cNvSpPr/>
            <p:nvPr/>
          </p:nvSpPr>
          <p:spPr>
            <a:xfrm>
              <a:off x="3523410" y="1641455"/>
              <a:ext cx="17083" cy="47732"/>
            </a:xfrm>
            <a:custGeom>
              <a:rect b="b" l="l" r="r" t="t"/>
              <a:pathLst>
                <a:path extrusionOk="0" h="90487" w="32384">
                  <a:moveTo>
                    <a:pt x="32385" y="90488"/>
                  </a:moveTo>
                  <a:lnTo>
                    <a:pt x="32385" y="0"/>
                  </a:lnTo>
                  <a:lnTo>
                    <a:pt x="0" y="0"/>
                  </a:lnTo>
                  <a:cubicBezTo>
                    <a:pt x="2858" y="41910"/>
                    <a:pt x="16193" y="75248"/>
                    <a:pt x="32385" y="90488"/>
                  </a:cubicBezTo>
                  <a:lnTo>
                    <a:pt x="32385" y="9048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29"/>
            <p:cNvSpPr/>
            <p:nvPr/>
          </p:nvSpPr>
          <p:spPr>
            <a:xfrm>
              <a:off x="3557656" y="1575483"/>
              <a:ext cx="17083" cy="47732"/>
            </a:xfrm>
            <a:custGeom>
              <a:rect b="b" l="l" r="r" t="t"/>
              <a:pathLst>
                <a:path extrusionOk="0" h="90487" w="32384">
                  <a:moveTo>
                    <a:pt x="0" y="0"/>
                  </a:moveTo>
                  <a:lnTo>
                    <a:pt x="0" y="90488"/>
                  </a:lnTo>
                  <a:lnTo>
                    <a:pt x="32385" y="90488"/>
                  </a:lnTo>
                  <a:cubicBezTo>
                    <a:pt x="29527" y="48577"/>
                    <a:pt x="16192" y="15240"/>
                    <a:pt x="0"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 name="Google Shape;373;p29"/>
            <p:cNvSpPr/>
            <p:nvPr/>
          </p:nvSpPr>
          <p:spPr>
            <a:xfrm>
              <a:off x="3523410" y="1575986"/>
              <a:ext cx="17083" cy="47732"/>
            </a:xfrm>
            <a:custGeom>
              <a:rect b="b" l="l" r="r" t="t"/>
              <a:pathLst>
                <a:path extrusionOk="0" h="90487" w="32384">
                  <a:moveTo>
                    <a:pt x="0" y="90488"/>
                  </a:moveTo>
                  <a:lnTo>
                    <a:pt x="32385" y="90488"/>
                  </a:lnTo>
                  <a:lnTo>
                    <a:pt x="32385" y="0"/>
                  </a:lnTo>
                  <a:cubicBezTo>
                    <a:pt x="16193" y="14288"/>
                    <a:pt x="2858" y="47625"/>
                    <a:pt x="0" y="90488"/>
                  </a:cubicBezTo>
                  <a:lnTo>
                    <a:pt x="0" y="9048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 name="Google Shape;374;p29"/>
            <p:cNvSpPr/>
            <p:nvPr/>
          </p:nvSpPr>
          <p:spPr>
            <a:xfrm>
              <a:off x="3582332" y="1581526"/>
              <a:ext cx="26629" cy="42205"/>
            </a:xfrm>
            <a:custGeom>
              <a:rect b="b" l="l" r="r" t="t"/>
              <a:pathLst>
                <a:path extrusionOk="0" h="80009" w="50482">
                  <a:moveTo>
                    <a:pt x="0" y="0"/>
                  </a:moveTo>
                  <a:cubicBezTo>
                    <a:pt x="10478" y="21908"/>
                    <a:pt x="16192" y="48578"/>
                    <a:pt x="18097" y="80010"/>
                  </a:cubicBezTo>
                  <a:lnTo>
                    <a:pt x="50482" y="80010"/>
                  </a:lnTo>
                  <a:cubicBezTo>
                    <a:pt x="45720" y="46672"/>
                    <a:pt x="27622" y="18097"/>
                    <a:pt x="0"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 name="Google Shape;375;p29"/>
            <p:cNvSpPr/>
            <p:nvPr/>
          </p:nvSpPr>
          <p:spPr>
            <a:xfrm>
              <a:off x="3489165" y="1581526"/>
              <a:ext cx="26629" cy="42205"/>
            </a:xfrm>
            <a:custGeom>
              <a:rect b="b" l="l" r="r" t="t"/>
              <a:pathLst>
                <a:path extrusionOk="0" h="80009" w="50482">
                  <a:moveTo>
                    <a:pt x="0" y="80010"/>
                  </a:moveTo>
                  <a:lnTo>
                    <a:pt x="32385" y="80010"/>
                  </a:lnTo>
                  <a:cubicBezTo>
                    <a:pt x="34290" y="49530"/>
                    <a:pt x="40957" y="21908"/>
                    <a:pt x="50482" y="0"/>
                  </a:cubicBezTo>
                  <a:cubicBezTo>
                    <a:pt x="22860" y="18097"/>
                    <a:pt x="4763" y="46672"/>
                    <a:pt x="0" y="80010"/>
                  </a:cubicBezTo>
                  <a:lnTo>
                    <a:pt x="0" y="8001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 name="Google Shape;376;p29"/>
            <p:cNvSpPr/>
            <p:nvPr/>
          </p:nvSpPr>
          <p:spPr>
            <a:xfrm>
              <a:off x="3582332" y="1640952"/>
              <a:ext cx="26629" cy="42205"/>
            </a:xfrm>
            <a:custGeom>
              <a:rect b="b" l="l" r="r" t="t"/>
              <a:pathLst>
                <a:path extrusionOk="0" h="80009" w="50482">
                  <a:moveTo>
                    <a:pt x="0" y="80010"/>
                  </a:moveTo>
                  <a:cubicBezTo>
                    <a:pt x="26670" y="61913"/>
                    <a:pt x="45720" y="33338"/>
                    <a:pt x="50482" y="0"/>
                  </a:cubicBezTo>
                  <a:lnTo>
                    <a:pt x="18097" y="0"/>
                  </a:lnTo>
                  <a:cubicBezTo>
                    <a:pt x="17145" y="31432"/>
                    <a:pt x="10478" y="58102"/>
                    <a:pt x="0" y="80010"/>
                  </a:cubicBezTo>
                  <a:lnTo>
                    <a:pt x="0" y="8001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 name="Google Shape;377;p29"/>
            <p:cNvSpPr/>
            <p:nvPr/>
          </p:nvSpPr>
          <p:spPr>
            <a:xfrm>
              <a:off x="3489165" y="1640952"/>
              <a:ext cx="26629" cy="42205"/>
            </a:xfrm>
            <a:custGeom>
              <a:rect b="b" l="l" r="r" t="t"/>
              <a:pathLst>
                <a:path extrusionOk="0" h="80009" w="50482">
                  <a:moveTo>
                    <a:pt x="0" y="0"/>
                  </a:moveTo>
                  <a:cubicBezTo>
                    <a:pt x="4763" y="33338"/>
                    <a:pt x="23813" y="61913"/>
                    <a:pt x="50482" y="80010"/>
                  </a:cubicBezTo>
                  <a:cubicBezTo>
                    <a:pt x="40005" y="58102"/>
                    <a:pt x="34290" y="31432"/>
                    <a:pt x="32385"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 name="Google Shape;378;p29"/>
            <p:cNvSpPr/>
            <p:nvPr/>
          </p:nvSpPr>
          <p:spPr>
            <a:xfrm>
              <a:off x="3400530" y="1483827"/>
              <a:ext cx="296442" cy="296442"/>
            </a:xfrm>
            <a:custGeom>
              <a:rect b="b" l="l" r="r" t="t"/>
              <a:pathLst>
                <a:path extrusionOk="0" h="561975" w="561975">
                  <a:moveTo>
                    <a:pt x="545782" y="263843"/>
                  </a:moveTo>
                  <a:lnTo>
                    <a:pt x="494347" y="263843"/>
                  </a:lnTo>
                  <a:cubicBezTo>
                    <a:pt x="485775" y="159068"/>
                    <a:pt x="401955" y="76200"/>
                    <a:pt x="297180" y="67628"/>
                  </a:cubicBezTo>
                  <a:lnTo>
                    <a:pt x="297180" y="16193"/>
                  </a:lnTo>
                  <a:cubicBezTo>
                    <a:pt x="297180" y="6668"/>
                    <a:pt x="289560" y="0"/>
                    <a:pt x="280988" y="0"/>
                  </a:cubicBezTo>
                  <a:cubicBezTo>
                    <a:pt x="271463" y="0"/>
                    <a:pt x="264795" y="7620"/>
                    <a:pt x="264795" y="16193"/>
                  </a:cubicBezTo>
                  <a:lnTo>
                    <a:pt x="264795" y="67628"/>
                  </a:lnTo>
                  <a:cubicBezTo>
                    <a:pt x="160020" y="75248"/>
                    <a:pt x="76200" y="160020"/>
                    <a:pt x="67628" y="264795"/>
                  </a:cubicBezTo>
                  <a:lnTo>
                    <a:pt x="16193" y="264795"/>
                  </a:lnTo>
                  <a:cubicBezTo>
                    <a:pt x="6668" y="264795"/>
                    <a:pt x="0" y="272415"/>
                    <a:pt x="0" y="280988"/>
                  </a:cubicBezTo>
                  <a:cubicBezTo>
                    <a:pt x="0" y="290513"/>
                    <a:pt x="7620" y="297180"/>
                    <a:pt x="16193" y="297180"/>
                  </a:cubicBezTo>
                  <a:lnTo>
                    <a:pt x="67628" y="297180"/>
                  </a:lnTo>
                  <a:cubicBezTo>
                    <a:pt x="75247" y="401955"/>
                    <a:pt x="160020" y="485775"/>
                    <a:pt x="264795" y="494348"/>
                  </a:cubicBezTo>
                  <a:lnTo>
                    <a:pt x="264795" y="545783"/>
                  </a:lnTo>
                  <a:cubicBezTo>
                    <a:pt x="264795" y="555308"/>
                    <a:pt x="272415" y="561975"/>
                    <a:pt x="280988" y="561975"/>
                  </a:cubicBezTo>
                  <a:cubicBezTo>
                    <a:pt x="290513" y="561975"/>
                    <a:pt x="297180" y="554355"/>
                    <a:pt x="297180" y="545783"/>
                  </a:cubicBezTo>
                  <a:lnTo>
                    <a:pt x="297180" y="494348"/>
                  </a:lnTo>
                  <a:cubicBezTo>
                    <a:pt x="402907" y="486728"/>
                    <a:pt x="486728" y="401955"/>
                    <a:pt x="494347" y="296228"/>
                  </a:cubicBezTo>
                  <a:lnTo>
                    <a:pt x="545782" y="296228"/>
                  </a:lnTo>
                  <a:cubicBezTo>
                    <a:pt x="555307" y="296228"/>
                    <a:pt x="561975" y="288608"/>
                    <a:pt x="561975" y="280035"/>
                  </a:cubicBezTo>
                  <a:cubicBezTo>
                    <a:pt x="561975" y="270510"/>
                    <a:pt x="554355" y="263843"/>
                    <a:pt x="545782" y="263843"/>
                  </a:cubicBezTo>
                  <a:lnTo>
                    <a:pt x="545782" y="263843"/>
                  </a:lnTo>
                  <a:close/>
                  <a:moveTo>
                    <a:pt x="280988" y="429578"/>
                  </a:moveTo>
                  <a:cubicBezTo>
                    <a:pt x="199072" y="429578"/>
                    <a:pt x="132397" y="362903"/>
                    <a:pt x="132397" y="280988"/>
                  </a:cubicBezTo>
                  <a:cubicBezTo>
                    <a:pt x="132397" y="199073"/>
                    <a:pt x="199072" y="132398"/>
                    <a:pt x="280988" y="132398"/>
                  </a:cubicBezTo>
                  <a:cubicBezTo>
                    <a:pt x="362903" y="132398"/>
                    <a:pt x="429578" y="199073"/>
                    <a:pt x="429578" y="280988"/>
                  </a:cubicBezTo>
                  <a:cubicBezTo>
                    <a:pt x="429578" y="362903"/>
                    <a:pt x="362903" y="429578"/>
                    <a:pt x="280988" y="429578"/>
                  </a:cubicBezTo>
                  <a:lnTo>
                    <a:pt x="280988" y="42957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9" name="Google Shape;379;p29"/>
          <p:cNvGrpSpPr/>
          <p:nvPr/>
        </p:nvGrpSpPr>
        <p:grpSpPr>
          <a:xfrm>
            <a:off x="6026935" y="1970332"/>
            <a:ext cx="298226" cy="226097"/>
            <a:chOff x="4120672" y="1519582"/>
            <a:chExt cx="298226" cy="226097"/>
          </a:xfrm>
        </p:grpSpPr>
        <p:sp>
          <p:nvSpPr>
            <p:cNvPr id="380" name="Google Shape;380;p29"/>
            <p:cNvSpPr/>
            <p:nvPr/>
          </p:nvSpPr>
          <p:spPr>
            <a:xfrm>
              <a:off x="4260691" y="1571957"/>
              <a:ext cx="17585" cy="52254"/>
            </a:xfrm>
            <a:custGeom>
              <a:rect b="b" l="l" r="r" t="t"/>
              <a:pathLst>
                <a:path extrusionOk="0" h="99059" w="33337">
                  <a:moveTo>
                    <a:pt x="0" y="0"/>
                  </a:moveTo>
                  <a:lnTo>
                    <a:pt x="33337" y="0"/>
                  </a:lnTo>
                  <a:lnTo>
                    <a:pt x="33337" y="99060"/>
                  </a:lnTo>
                  <a:lnTo>
                    <a:pt x="0" y="9906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 name="Google Shape;381;p29"/>
            <p:cNvSpPr/>
            <p:nvPr/>
          </p:nvSpPr>
          <p:spPr>
            <a:xfrm>
              <a:off x="4295440" y="1606706"/>
              <a:ext cx="17585" cy="17585"/>
            </a:xfrm>
            <a:custGeom>
              <a:rect b="b" l="l" r="r" t="t"/>
              <a:pathLst>
                <a:path extrusionOk="0" h="33337" w="33337">
                  <a:moveTo>
                    <a:pt x="0" y="0"/>
                  </a:moveTo>
                  <a:lnTo>
                    <a:pt x="33338" y="0"/>
                  </a:lnTo>
                  <a:lnTo>
                    <a:pt x="33338" y="33337"/>
                  </a:lnTo>
                  <a:lnTo>
                    <a:pt x="0" y="3333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29"/>
            <p:cNvSpPr/>
            <p:nvPr/>
          </p:nvSpPr>
          <p:spPr>
            <a:xfrm>
              <a:off x="4225942" y="1589080"/>
              <a:ext cx="17585" cy="34668"/>
            </a:xfrm>
            <a:custGeom>
              <a:rect b="b" l="l" r="r" t="t"/>
              <a:pathLst>
                <a:path extrusionOk="0" h="65722" w="33337">
                  <a:moveTo>
                    <a:pt x="0" y="0"/>
                  </a:moveTo>
                  <a:lnTo>
                    <a:pt x="33338" y="0"/>
                  </a:lnTo>
                  <a:lnTo>
                    <a:pt x="33338" y="65722"/>
                  </a:lnTo>
                  <a:lnTo>
                    <a:pt x="0" y="6572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 name="Google Shape;383;p29"/>
            <p:cNvSpPr/>
            <p:nvPr/>
          </p:nvSpPr>
          <p:spPr>
            <a:xfrm>
              <a:off x="4155941" y="1519582"/>
              <a:ext cx="226602" cy="139177"/>
            </a:xfrm>
            <a:custGeom>
              <a:rect b="b" l="l" r="r" t="t"/>
              <a:pathLst>
                <a:path extrusionOk="0" h="263842" w="429577">
                  <a:moveTo>
                    <a:pt x="429577" y="263843"/>
                  </a:moveTo>
                  <a:lnTo>
                    <a:pt x="429577" y="16193"/>
                  </a:lnTo>
                  <a:cubicBezTo>
                    <a:pt x="429577" y="6668"/>
                    <a:pt x="421957" y="0"/>
                    <a:pt x="413385" y="0"/>
                  </a:cubicBezTo>
                  <a:lnTo>
                    <a:pt x="16193" y="0"/>
                  </a:lnTo>
                  <a:cubicBezTo>
                    <a:pt x="6668" y="0"/>
                    <a:pt x="0" y="7620"/>
                    <a:pt x="0" y="16193"/>
                  </a:cubicBezTo>
                  <a:lnTo>
                    <a:pt x="0" y="262890"/>
                  </a:lnTo>
                  <a:lnTo>
                    <a:pt x="429577" y="262890"/>
                  </a:lnTo>
                  <a:close/>
                  <a:moveTo>
                    <a:pt x="280035" y="131445"/>
                  </a:moveTo>
                  <a:lnTo>
                    <a:pt x="313373" y="131445"/>
                  </a:lnTo>
                  <a:cubicBezTo>
                    <a:pt x="322898" y="131445"/>
                    <a:pt x="329565" y="139065"/>
                    <a:pt x="329565" y="147638"/>
                  </a:cubicBezTo>
                  <a:lnTo>
                    <a:pt x="329565" y="213360"/>
                  </a:lnTo>
                  <a:cubicBezTo>
                    <a:pt x="329565" y="222885"/>
                    <a:pt x="321945" y="229553"/>
                    <a:pt x="313373" y="229553"/>
                  </a:cubicBezTo>
                  <a:lnTo>
                    <a:pt x="116205" y="229553"/>
                  </a:lnTo>
                  <a:cubicBezTo>
                    <a:pt x="106680" y="229553"/>
                    <a:pt x="100013" y="221933"/>
                    <a:pt x="100013" y="213360"/>
                  </a:cubicBezTo>
                  <a:lnTo>
                    <a:pt x="100013" y="115253"/>
                  </a:lnTo>
                  <a:cubicBezTo>
                    <a:pt x="100013" y="105728"/>
                    <a:pt x="107632" y="99060"/>
                    <a:pt x="116205" y="99060"/>
                  </a:cubicBezTo>
                  <a:lnTo>
                    <a:pt x="165735" y="99060"/>
                  </a:lnTo>
                  <a:lnTo>
                    <a:pt x="165735" y="82868"/>
                  </a:lnTo>
                  <a:cubicBezTo>
                    <a:pt x="165735" y="73343"/>
                    <a:pt x="173355" y="66675"/>
                    <a:pt x="181927" y="66675"/>
                  </a:cubicBezTo>
                  <a:lnTo>
                    <a:pt x="247650" y="66675"/>
                  </a:lnTo>
                  <a:cubicBezTo>
                    <a:pt x="257175" y="66675"/>
                    <a:pt x="263843" y="74295"/>
                    <a:pt x="263843" y="82868"/>
                  </a:cubicBezTo>
                  <a:lnTo>
                    <a:pt x="263843" y="132398"/>
                  </a:lnTo>
                  <a:lnTo>
                    <a:pt x="280035" y="13239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84" name="Google Shape;384;p29"/>
            <p:cNvGrpSpPr/>
            <p:nvPr/>
          </p:nvGrpSpPr>
          <p:grpSpPr>
            <a:xfrm>
              <a:off x="4120672" y="1676185"/>
              <a:ext cx="298226" cy="69494"/>
              <a:chOff x="5243691" y="978217"/>
              <a:chExt cx="564075" cy="131444"/>
            </a:xfrm>
          </p:grpSpPr>
          <p:sp>
            <p:nvSpPr>
              <p:cNvPr id="385" name="Google Shape;385;p29"/>
              <p:cNvSpPr/>
              <p:nvPr/>
            </p:nvSpPr>
            <p:spPr>
              <a:xfrm>
                <a:off x="5438774" y="1043939"/>
                <a:ext cx="171450" cy="65722"/>
              </a:xfrm>
              <a:custGeom>
                <a:rect b="b" l="l" r="r" t="t"/>
                <a:pathLst>
                  <a:path extrusionOk="0" h="65722" w="171450">
                    <a:moveTo>
                      <a:pt x="16193" y="0"/>
                    </a:moveTo>
                    <a:lnTo>
                      <a:pt x="0" y="65723"/>
                    </a:lnTo>
                    <a:lnTo>
                      <a:pt x="171450" y="65723"/>
                    </a:lnTo>
                    <a:lnTo>
                      <a:pt x="155257" y="0"/>
                    </a:lnTo>
                    <a:lnTo>
                      <a:pt x="16193"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 name="Google Shape;386;p29"/>
              <p:cNvSpPr/>
              <p:nvPr/>
            </p:nvSpPr>
            <p:spPr>
              <a:xfrm>
                <a:off x="5243691" y="978217"/>
                <a:ext cx="564075" cy="131444"/>
              </a:xfrm>
              <a:custGeom>
                <a:rect b="b" l="l" r="r" t="t"/>
                <a:pathLst>
                  <a:path extrusionOk="0" h="131444" w="564075">
                    <a:moveTo>
                      <a:pt x="506550" y="0"/>
                    </a:moveTo>
                    <a:lnTo>
                      <a:pt x="56018" y="0"/>
                    </a:lnTo>
                    <a:lnTo>
                      <a:pt x="1725" y="107632"/>
                    </a:lnTo>
                    <a:cubicBezTo>
                      <a:pt x="-1132" y="112395"/>
                      <a:pt x="-180" y="119063"/>
                      <a:pt x="2678" y="123825"/>
                    </a:cubicBezTo>
                    <a:cubicBezTo>
                      <a:pt x="5535" y="128588"/>
                      <a:pt x="11250" y="131445"/>
                      <a:pt x="16965" y="131445"/>
                    </a:cubicBezTo>
                    <a:lnTo>
                      <a:pt x="161745" y="131445"/>
                    </a:lnTo>
                    <a:lnTo>
                      <a:pt x="183653" y="44768"/>
                    </a:lnTo>
                    <a:cubicBezTo>
                      <a:pt x="185558" y="37147"/>
                      <a:pt x="192225" y="32385"/>
                      <a:pt x="199845" y="32385"/>
                    </a:cubicBezTo>
                    <a:lnTo>
                      <a:pt x="364628" y="32385"/>
                    </a:lnTo>
                    <a:cubicBezTo>
                      <a:pt x="372248" y="32385"/>
                      <a:pt x="378915" y="37147"/>
                      <a:pt x="380820" y="44768"/>
                    </a:cubicBezTo>
                    <a:lnTo>
                      <a:pt x="402728" y="131445"/>
                    </a:lnTo>
                    <a:lnTo>
                      <a:pt x="547508" y="131445"/>
                    </a:lnTo>
                    <a:cubicBezTo>
                      <a:pt x="553223" y="131445"/>
                      <a:pt x="558938" y="128588"/>
                      <a:pt x="561795" y="123825"/>
                    </a:cubicBezTo>
                    <a:cubicBezTo>
                      <a:pt x="564653" y="119063"/>
                      <a:pt x="564653" y="113347"/>
                      <a:pt x="562748" y="107632"/>
                    </a:cubicBezTo>
                    <a:lnTo>
                      <a:pt x="50655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87" name="Google Shape;387;p29"/>
          <p:cNvGrpSpPr/>
          <p:nvPr/>
        </p:nvGrpSpPr>
        <p:grpSpPr>
          <a:xfrm>
            <a:off x="1738925" y="4718600"/>
            <a:ext cx="5666144" cy="116400"/>
            <a:chOff x="1738925" y="4718600"/>
            <a:chExt cx="5666144" cy="116400"/>
          </a:xfrm>
        </p:grpSpPr>
        <p:sp>
          <p:nvSpPr>
            <p:cNvPr id="388" name="Google Shape;388;p29">
              <a:hlinkClick action="ppaction://hlinksldjump" r:id="rId3"/>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89" name="Google Shape;389;p29">
              <a:hlinkClick action="ppaction://hlinksldjump" r:id="rId4"/>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90" name="Google Shape;390;p29">
              <a:hlinkClick action="ppaction://hlinksldjump" r:id="rId5"/>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91" name="Google Shape;391;p29">
              <a:hlinkClick action="ppaction://hlinksldjump" r:id="rId6"/>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92" name="Google Shape;392;p29">
              <a:hlinkClick action="ppaction://hlinksldjump" r:id="rId7"/>
            </p:cNvPr>
            <p:cNvSpPr/>
            <p:nvPr/>
          </p:nvSpPr>
          <p:spPr>
            <a:xfrm>
              <a:off x="3199384"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93" name="Google Shape;393;p29">
              <a:hlinkClick action="ppaction://hlinksldjump" r:id="rId8"/>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94" name="Google Shape;394;p29">
              <a:hlinkClick action="ppaction://hlinksldjump" r:id="rId9"/>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95" name="Google Shape;395;p29">
              <a:hlinkClick action="ppaction://hlinksldjump" r:id="rId10"/>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96" name="Google Shape;396;p29">
              <a:hlinkClick action="ppaction://hlinksldjump" r:id="rId11"/>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97" name="Google Shape;397;p29">
              <a:hlinkClick action="ppaction://hlinksldjump" r:id="rId12"/>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98" name="Google Shape;398;p29">
              <a:hlinkClick action="ppaction://hlinksldjump" r:id="rId13"/>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99" name="Google Shape;399;p29">
              <a:hlinkClick action="ppaction://hlinksldjump" r:id="rId14"/>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00" name="Google Shape;400;p29">
              <a:hlinkClick action="ppaction://hlinksldjump" r:id="rId15"/>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01" name="Google Shape;401;p29">
              <a:hlinkClick action="ppaction://hlinksldjump" r:id="rId16"/>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02" name="Google Shape;402;p29">
              <a:hlinkClick action="ppaction://hlinksldjump" r:id="rId17"/>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03" name="Google Shape;403;p29">
              <a:hlinkClick action="ppaction://hlinksldjump" r:id="rId18"/>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04" name="Google Shape;404;p29">
              <a:hlinkClick action="ppaction://hlinksldjump" r:id="rId19"/>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05" name="Google Shape;405;p29">
              <a:hlinkClick action="ppaction://hlinksldjump" r:id="rId20"/>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06" name="Google Shape;406;p29">
              <a:hlinkClick action="ppaction://hlinksldjump" r:id="rId21"/>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07" name="Google Shape;407;p29">
              <a:hlinkClick action="ppaction://hlinksldjump" r:id="rId22"/>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 name="Shape 411"/>
        <p:cNvGrpSpPr/>
        <p:nvPr/>
      </p:nvGrpSpPr>
      <p:grpSpPr>
        <a:xfrm>
          <a:off x="0" y="0"/>
          <a:ext cx="0" cy="0"/>
          <a:chOff x="0" y="0"/>
          <a:chExt cx="0" cy="0"/>
        </a:xfrm>
      </p:grpSpPr>
      <p:sp>
        <p:nvSpPr>
          <p:cNvPr id="412" name="Google Shape;412;p30"/>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Main ideas of a pitch deck</a:t>
            </a:r>
            <a:endParaRPr/>
          </a:p>
        </p:txBody>
      </p:sp>
      <p:sp>
        <p:nvSpPr>
          <p:cNvPr id="413" name="Google Shape;413;p30"/>
          <p:cNvSpPr txBox="1"/>
          <p:nvPr>
            <p:ph idx="4" type="subTitle"/>
          </p:nvPr>
        </p:nvSpPr>
        <p:spPr>
          <a:xfrm>
            <a:off x="2363650" y="1133338"/>
            <a:ext cx="4854000" cy="4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Presentation</a:t>
            </a:r>
            <a:endParaRPr/>
          </a:p>
        </p:txBody>
      </p:sp>
      <p:sp>
        <p:nvSpPr>
          <p:cNvPr id="414" name="Google Shape;414;p30"/>
          <p:cNvSpPr txBox="1"/>
          <p:nvPr>
            <p:ph idx="5" type="subTitle"/>
          </p:nvPr>
        </p:nvSpPr>
        <p:spPr>
          <a:xfrm>
            <a:off x="2363655" y="2246850"/>
            <a:ext cx="4854000" cy="4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Investors</a:t>
            </a:r>
            <a:endParaRPr/>
          </a:p>
        </p:txBody>
      </p:sp>
      <p:sp>
        <p:nvSpPr>
          <p:cNvPr id="415" name="Google Shape;415;p30"/>
          <p:cNvSpPr txBox="1"/>
          <p:nvPr>
            <p:ph idx="1" type="subTitle"/>
          </p:nvPr>
        </p:nvSpPr>
        <p:spPr>
          <a:xfrm>
            <a:off x="2363650" y="1515162"/>
            <a:ext cx="4854000" cy="73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great presentation for a pitch deck should be concise, clear and easy to understand. Visual elements such as charts, graphs, images, and videos can help to make the presentation engaging</a:t>
            </a:r>
            <a:endParaRPr/>
          </a:p>
        </p:txBody>
      </p:sp>
      <p:sp>
        <p:nvSpPr>
          <p:cNvPr id="416" name="Google Shape;416;p30"/>
          <p:cNvSpPr txBox="1"/>
          <p:nvPr>
            <p:ph idx="2" type="subTitle"/>
          </p:nvPr>
        </p:nvSpPr>
        <p:spPr>
          <a:xfrm>
            <a:off x="2363644" y="2628674"/>
            <a:ext cx="4854000" cy="73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When it comes to picking investors for a pitch deck, it's important to research potential investors and understand their preferences, goals and interests</a:t>
            </a:r>
            <a:endParaRPr/>
          </a:p>
        </p:txBody>
      </p:sp>
      <p:sp>
        <p:nvSpPr>
          <p:cNvPr id="417" name="Google Shape;417;p30"/>
          <p:cNvSpPr txBox="1"/>
          <p:nvPr>
            <p:ph idx="3" type="subTitle"/>
          </p:nvPr>
        </p:nvSpPr>
        <p:spPr>
          <a:xfrm>
            <a:off x="2363652" y="3742174"/>
            <a:ext cx="4854000" cy="73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value of a product is determined by how much customers are willing to pay for it. It's a combination of factors, including the quality of the product, its features, and how well it meets customer needs</a:t>
            </a:r>
            <a:endParaRPr/>
          </a:p>
        </p:txBody>
      </p:sp>
      <p:sp>
        <p:nvSpPr>
          <p:cNvPr id="418" name="Google Shape;418;p30"/>
          <p:cNvSpPr txBox="1"/>
          <p:nvPr>
            <p:ph idx="6" type="subTitle"/>
          </p:nvPr>
        </p:nvSpPr>
        <p:spPr>
          <a:xfrm>
            <a:off x="2363659" y="3360350"/>
            <a:ext cx="4854000" cy="4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Value</a:t>
            </a:r>
            <a:endParaRPr/>
          </a:p>
        </p:txBody>
      </p:sp>
      <p:grpSp>
        <p:nvGrpSpPr>
          <p:cNvPr id="419" name="Google Shape;419;p30"/>
          <p:cNvGrpSpPr/>
          <p:nvPr/>
        </p:nvGrpSpPr>
        <p:grpSpPr>
          <a:xfrm>
            <a:off x="1926338" y="1224956"/>
            <a:ext cx="295982" cy="277589"/>
            <a:chOff x="4120688" y="2163694"/>
            <a:chExt cx="295982" cy="277589"/>
          </a:xfrm>
        </p:grpSpPr>
        <p:sp>
          <p:nvSpPr>
            <p:cNvPr id="420" name="Google Shape;420;p30"/>
            <p:cNvSpPr/>
            <p:nvPr/>
          </p:nvSpPr>
          <p:spPr>
            <a:xfrm>
              <a:off x="4120688" y="2163694"/>
              <a:ext cx="295982" cy="208011"/>
            </a:xfrm>
            <a:custGeom>
              <a:rect b="b" l="l" r="r" t="t"/>
              <a:pathLst>
                <a:path extrusionOk="0" h="394334" w="561103">
                  <a:moveTo>
                    <a:pt x="545782" y="0"/>
                  </a:moveTo>
                  <a:lnTo>
                    <a:pt x="337185" y="0"/>
                  </a:lnTo>
                  <a:lnTo>
                    <a:pt x="297180" y="120015"/>
                  </a:lnTo>
                  <a:cubicBezTo>
                    <a:pt x="295275" y="126683"/>
                    <a:pt x="288607" y="131445"/>
                    <a:pt x="281940" y="131445"/>
                  </a:cubicBezTo>
                  <a:lnTo>
                    <a:pt x="0" y="131445"/>
                  </a:lnTo>
                  <a:lnTo>
                    <a:pt x="0" y="378142"/>
                  </a:lnTo>
                  <a:cubicBezTo>
                    <a:pt x="0" y="387667"/>
                    <a:pt x="7620" y="394335"/>
                    <a:pt x="16193" y="394335"/>
                  </a:cubicBezTo>
                  <a:lnTo>
                    <a:pt x="33338" y="394335"/>
                  </a:lnTo>
                  <a:lnTo>
                    <a:pt x="33338" y="213360"/>
                  </a:lnTo>
                  <a:cubicBezTo>
                    <a:pt x="33338" y="185738"/>
                    <a:pt x="55245" y="163830"/>
                    <a:pt x="82868" y="163830"/>
                  </a:cubicBezTo>
                  <a:lnTo>
                    <a:pt x="478155" y="163830"/>
                  </a:lnTo>
                  <a:cubicBezTo>
                    <a:pt x="505777" y="163830"/>
                    <a:pt x="527685" y="185738"/>
                    <a:pt x="527685" y="213360"/>
                  </a:cubicBezTo>
                  <a:lnTo>
                    <a:pt x="527685" y="394335"/>
                  </a:lnTo>
                  <a:lnTo>
                    <a:pt x="544830" y="394335"/>
                  </a:lnTo>
                  <a:cubicBezTo>
                    <a:pt x="554355" y="394335"/>
                    <a:pt x="561023" y="386715"/>
                    <a:pt x="561023" y="378142"/>
                  </a:cubicBezTo>
                  <a:lnTo>
                    <a:pt x="561023" y="16192"/>
                  </a:lnTo>
                  <a:cubicBezTo>
                    <a:pt x="561975" y="7620"/>
                    <a:pt x="554355" y="0"/>
                    <a:pt x="545782" y="0"/>
                  </a:cubicBezTo>
                  <a:lnTo>
                    <a:pt x="54578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 name="Google Shape;421;p30"/>
            <p:cNvSpPr/>
            <p:nvPr/>
          </p:nvSpPr>
          <p:spPr>
            <a:xfrm>
              <a:off x="4121192" y="2163694"/>
              <a:ext cx="159274" cy="52254"/>
            </a:xfrm>
            <a:custGeom>
              <a:rect b="b" l="l" r="r" t="t"/>
              <a:pathLst>
                <a:path extrusionOk="0" h="99059" w="301942">
                  <a:moveTo>
                    <a:pt x="268605" y="99060"/>
                  </a:moveTo>
                  <a:lnTo>
                    <a:pt x="301943" y="0"/>
                  </a:lnTo>
                  <a:lnTo>
                    <a:pt x="16193" y="0"/>
                  </a:lnTo>
                  <a:cubicBezTo>
                    <a:pt x="6668" y="0"/>
                    <a:pt x="0" y="7620"/>
                    <a:pt x="0" y="16192"/>
                  </a:cubicBezTo>
                  <a:lnTo>
                    <a:pt x="0" y="98108"/>
                  </a:lnTo>
                  <a:lnTo>
                    <a:pt x="268605" y="98108"/>
                  </a:lnTo>
                  <a:close/>
                  <a:moveTo>
                    <a:pt x="214313" y="33338"/>
                  </a:moveTo>
                  <a:cubicBezTo>
                    <a:pt x="223838" y="33338"/>
                    <a:pt x="230505" y="40958"/>
                    <a:pt x="230505" y="49530"/>
                  </a:cubicBezTo>
                  <a:cubicBezTo>
                    <a:pt x="230505" y="58103"/>
                    <a:pt x="222885" y="65722"/>
                    <a:pt x="214313" y="65722"/>
                  </a:cubicBezTo>
                  <a:cubicBezTo>
                    <a:pt x="205740" y="65722"/>
                    <a:pt x="198120" y="58103"/>
                    <a:pt x="198120" y="49530"/>
                  </a:cubicBezTo>
                  <a:cubicBezTo>
                    <a:pt x="198120" y="40958"/>
                    <a:pt x="204788" y="33338"/>
                    <a:pt x="214313" y="33338"/>
                  </a:cubicBezTo>
                  <a:lnTo>
                    <a:pt x="214313" y="33338"/>
                  </a:lnTo>
                  <a:close/>
                  <a:moveTo>
                    <a:pt x="148590" y="33338"/>
                  </a:moveTo>
                  <a:cubicBezTo>
                    <a:pt x="158115" y="33338"/>
                    <a:pt x="164783" y="40958"/>
                    <a:pt x="164783" y="49530"/>
                  </a:cubicBezTo>
                  <a:cubicBezTo>
                    <a:pt x="164783" y="58103"/>
                    <a:pt x="157163" y="65722"/>
                    <a:pt x="148590" y="65722"/>
                  </a:cubicBezTo>
                  <a:cubicBezTo>
                    <a:pt x="140018" y="65722"/>
                    <a:pt x="132398" y="58103"/>
                    <a:pt x="132398" y="49530"/>
                  </a:cubicBezTo>
                  <a:cubicBezTo>
                    <a:pt x="132398" y="40958"/>
                    <a:pt x="139065" y="33338"/>
                    <a:pt x="148590" y="33338"/>
                  </a:cubicBezTo>
                  <a:lnTo>
                    <a:pt x="148590" y="33338"/>
                  </a:lnTo>
                  <a:close/>
                  <a:moveTo>
                    <a:pt x="82868" y="33338"/>
                  </a:moveTo>
                  <a:cubicBezTo>
                    <a:pt x="92393" y="33338"/>
                    <a:pt x="99060" y="40958"/>
                    <a:pt x="99060" y="49530"/>
                  </a:cubicBezTo>
                  <a:cubicBezTo>
                    <a:pt x="99060" y="58103"/>
                    <a:pt x="91440" y="65722"/>
                    <a:pt x="82868" y="65722"/>
                  </a:cubicBezTo>
                  <a:cubicBezTo>
                    <a:pt x="74295" y="65722"/>
                    <a:pt x="66675" y="58103"/>
                    <a:pt x="66675" y="49530"/>
                  </a:cubicBezTo>
                  <a:cubicBezTo>
                    <a:pt x="66675" y="40958"/>
                    <a:pt x="73343" y="33338"/>
                    <a:pt x="82868" y="33338"/>
                  </a:cubicBezTo>
                  <a:lnTo>
                    <a:pt x="82868"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 name="Google Shape;422;p30"/>
            <p:cNvSpPr/>
            <p:nvPr/>
          </p:nvSpPr>
          <p:spPr>
            <a:xfrm>
              <a:off x="4155941" y="2267940"/>
              <a:ext cx="225640" cy="173343"/>
            </a:xfrm>
            <a:custGeom>
              <a:rect b="b" l="l" r="r" t="t"/>
              <a:pathLst>
                <a:path extrusionOk="0" h="328612" w="427753">
                  <a:moveTo>
                    <a:pt x="411480" y="0"/>
                  </a:moveTo>
                  <a:lnTo>
                    <a:pt x="16193" y="0"/>
                  </a:lnTo>
                  <a:cubicBezTo>
                    <a:pt x="6668" y="0"/>
                    <a:pt x="0" y="7620"/>
                    <a:pt x="0" y="16192"/>
                  </a:cubicBezTo>
                  <a:lnTo>
                    <a:pt x="0" y="312420"/>
                  </a:lnTo>
                  <a:cubicBezTo>
                    <a:pt x="0" y="321945"/>
                    <a:pt x="7620" y="328613"/>
                    <a:pt x="16193" y="328613"/>
                  </a:cubicBezTo>
                  <a:lnTo>
                    <a:pt x="411480" y="328613"/>
                  </a:lnTo>
                  <a:cubicBezTo>
                    <a:pt x="421005" y="328613"/>
                    <a:pt x="427673" y="320992"/>
                    <a:pt x="427673" y="312420"/>
                  </a:cubicBezTo>
                  <a:lnTo>
                    <a:pt x="427673" y="16192"/>
                  </a:lnTo>
                  <a:cubicBezTo>
                    <a:pt x="428625" y="7620"/>
                    <a:pt x="421005" y="0"/>
                    <a:pt x="411480" y="0"/>
                  </a:cubicBezTo>
                  <a:lnTo>
                    <a:pt x="411480" y="0"/>
                  </a:lnTo>
                  <a:close/>
                  <a:moveTo>
                    <a:pt x="313373" y="49530"/>
                  </a:moveTo>
                  <a:cubicBezTo>
                    <a:pt x="322898" y="49530"/>
                    <a:pt x="329565" y="57150"/>
                    <a:pt x="329565" y="65723"/>
                  </a:cubicBezTo>
                  <a:cubicBezTo>
                    <a:pt x="329565" y="74295"/>
                    <a:pt x="321945" y="81915"/>
                    <a:pt x="313373" y="81915"/>
                  </a:cubicBezTo>
                  <a:cubicBezTo>
                    <a:pt x="304800" y="81915"/>
                    <a:pt x="297180" y="74295"/>
                    <a:pt x="297180" y="65723"/>
                  </a:cubicBezTo>
                  <a:cubicBezTo>
                    <a:pt x="297180" y="57150"/>
                    <a:pt x="303848" y="49530"/>
                    <a:pt x="313373" y="49530"/>
                  </a:cubicBezTo>
                  <a:lnTo>
                    <a:pt x="313373" y="49530"/>
                  </a:lnTo>
                  <a:close/>
                  <a:moveTo>
                    <a:pt x="247650" y="49530"/>
                  </a:moveTo>
                  <a:cubicBezTo>
                    <a:pt x="257175" y="49530"/>
                    <a:pt x="263843" y="57150"/>
                    <a:pt x="263843" y="65723"/>
                  </a:cubicBezTo>
                  <a:cubicBezTo>
                    <a:pt x="263843" y="74295"/>
                    <a:pt x="256223" y="81915"/>
                    <a:pt x="247650" y="81915"/>
                  </a:cubicBezTo>
                  <a:cubicBezTo>
                    <a:pt x="239077" y="81915"/>
                    <a:pt x="231457" y="74295"/>
                    <a:pt x="231457" y="65723"/>
                  </a:cubicBezTo>
                  <a:cubicBezTo>
                    <a:pt x="231457" y="57150"/>
                    <a:pt x="238125" y="49530"/>
                    <a:pt x="247650" y="49530"/>
                  </a:cubicBezTo>
                  <a:lnTo>
                    <a:pt x="247650" y="49530"/>
                  </a:lnTo>
                  <a:close/>
                  <a:moveTo>
                    <a:pt x="230505" y="132398"/>
                  </a:moveTo>
                  <a:cubicBezTo>
                    <a:pt x="230505" y="141923"/>
                    <a:pt x="222885" y="148590"/>
                    <a:pt x="214313" y="148590"/>
                  </a:cubicBezTo>
                  <a:lnTo>
                    <a:pt x="115252" y="148590"/>
                  </a:lnTo>
                  <a:cubicBezTo>
                    <a:pt x="105727" y="148590"/>
                    <a:pt x="99060" y="140970"/>
                    <a:pt x="99060" y="132398"/>
                  </a:cubicBezTo>
                  <a:cubicBezTo>
                    <a:pt x="99060" y="123825"/>
                    <a:pt x="106680" y="116205"/>
                    <a:pt x="115252" y="116205"/>
                  </a:cubicBezTo>
                  <a:lnTo>
                    <a:pt x="214313" y="116205"/>
                  </a:lnTo>
                  <a:cubicBezTo>
                    <a:pt x="223838" y="115253"/>
                    <a:pt x="230505" y="122873"/>
                    <a:pt x="230505" y="132398"/>
                  </a:cubicBezTo>
                  <a:lnTo>
                    <a:pt x="230505" y="132398"/>
                  </a:lnTo>
                  <a:close/>
                  <a:moveTo>
                    <a:pt x="82868" y="49530"/>
                  </a:moveTo>
                  <a:lnTo>
                    <a:pt x="180975" y="49530"/>
                  </a:lnTo>
                  <a:cubicBezTo>
                    <a:pt x="190500" y="49530"/>
                    <a:pt x="197168" y="57150"/>
                    <a:pt x="197168" y="65723"/>
                  </a:cubicBezTo>
                  <a:cubicBezTo>
                    <a:pt x="197168" y="74295"/>
                    <a:pt x="189548" y="81915"/>
                    <a:pt x="180975" y="81915"/>
                  </a:cubicBezTo>
                  <a:lnTo>
                    <a:pt x="81915" y="81915"/>
                  </a:lnTo>
                  <a:cubicBezTo>
                    <a:pt x="72390" y="81915"/>
                    <a:pt x="65723" y="74295"/>
                    <a:pt x="65723" y="65723"/>
                  </a:cubicBezTo>
                  <a:cubicBezTo>
                    <a:pt x="65723" y="57150"/>
                    <a:pt x="73343" y="49530"/>
                    <a:pt x="82868" y="49530"/>
                  </a:cubicBezTo>
                  <a:lnTo>
                    <a:pt x="82868" y="49530"/>
                  </a:lnTo>
                  <a:close/>
                  <a:moveTo>
                    <a:pt x="82868" y="181928"/>
                  </a:moveTo>
                  <a:cubicBezTo>
                    <a:pt x="92393" y="181928"/>
                    <a:pt x="99060" y="189548"/>
                    <a:pt x="99060" y="198120"/>
                  </a:cubicBezTo>
                  <a:cubicBezTo>
                    <a:pt x="99060" y="206692"/>
                    <a:pt x="91440" y="214313"/>
                    <a:pt x="82868" y="214313"/>
                  </a:cubicBezTo>
                  <a:cubicBezTo>
                    <a:pt x="74295" y="214313"/>
                    <a:pt x="66675" y="206692"/>
                    <a:pt x="66675" y="198120"/>
                  </a:cubicBezTo>
                  <a:cubicBezTo>
                    <a:pt x="66675" y="189548"/>
                    <a:pt x="73343" y="181928"/>
                    <a:pt x="82868" y="181928"/>
                  </a:cubicBezTo>
                  <a:lnTo>
                    <a:pt x="82868" y="181928"/>
                  </a:lnTo>
                  <a:close/>
                  <a:moveTo>
                    <a:pt x="180975" y="280035"/>
                  </a:moveTo>
                  <a:lnTo>
                    <a:pt x="81915" y="280035"/>
                  </a:lnTo>
                  <a:cubicBezTo>
                    <a:pt x="72390" y="280035"/>
                    <a:pt x="65723" y="272415"/>
                    <a:pt x="65723" y="263842"/>
                  </a:cubicBezTo>
                  <a:cubicBezTo>
                    <a:pt x="65723" y="255270"/>
                    <a:pt x="73343" y="247650"/>
                    <a:pt x="81915" y="247650"/>
                  </a:cubicBezTo>
                  <a:lnTo>
                    <a:pt x="180975" y="247650"/>
                  </a:lnTo>
                  <a:cubicBezTo>
                    <a:pt x="190500" y="247650"/>
                    <a:pt x="197168" y="255270"/>
                    <a:pt x="197168" y="263842"/>
                  </a:cubicBezTo>
                  <a:cubicBezTo>
                    <a:pt x="197168" y="272415"/>
                    <a:pt x="190500" y="280035"/>
                    <a:pt x="180975" y="280035"/>
                  </a:cubicBezTo>
                  <a:lnTo>
                    <a:pt x="180975" y="280035"/>
                  </a:lnTo>
                  <a:close/>
                  <a:moveTo>
                    <a:pt x="214313" y="214313"/>
                  </a:moveTo>
                  <a:lnTo>
                    <a:pt x="148590" y="214313"/>
                  </a:lnTo>
                  <a:cubicBezTo>
                    <a:pt x="139065" y="214313"/>
                    <a:pt x="132398" y="206692"/>
                    <a:pt x="132398" y="198120"/>
                  </a:cubicBezTo>
                  <a:cubicBezTo>
                    <a:pt x="132398" y="189548"/>
                    <a:pt x="140018" y="181928"/>
                    <a:pt x="148590" y="181928"/>
                  </a:cubicBezTo>
                  <a:lnTo>
                    <a:pt x="214313" y="181928"/>
                  </a:lnTo>
                  <a:cubicBezTo>
                    <a:pt x="223838" y="181928"/>
                    <a:pt x="230505" y="189548"/>
                    <a:pt x="230505" y="198120"/>
                  </a:cubicBezTo>
                  <a:cubicBezTo>
                    <a:pt x="230505" y="206692"/>
                    <a:pt x="223838" y="214313"/>
                    <a:pt x="214313" y="214313"/>
                  </a:cubicBezTo>
                  <a:lnTo>
                    <a:pt x="214313" y="214313"/>
                  </a:lnTo>
                  <a:close/>
                  <a:moveTo>
                    <a:pt x="313373" y="280035"/>
                  </a:moveTo>
                  <a:lnTo>
                    <a:pt x="247650" y="280035"/>
                  </a:lnTo>
                  <a:cubicBezTo>
                    <a:pt x="238125" y="280035"/>
                    <a:pt x="231457" y="272415"/>
                    <a:pt x="231457" y="263842"/>
                  </a:cubicBezTo>
                  <a:cubicBezTo>
                    <a:pt x="231457" y="255270"/>
                    <a:pt x="239077" y="247650"/>
                    <a:pt x="247650" y="247650"/>
                  </a:cubicBezTo>
                  <a:lnTo>
                    <a:pt x="313373" y="247650"/>
                  </a:lnTo>
                  <a:cubicBezTo>
                    <a:pt x="322898" y="247650"/>
                    <a:pt x="329565" y="255270"/>
                    <a:pt x="329565" y="263842"/>
                  </a:cubicBezTo>
                  <a:cubicBezTo>
                    <a:pt x="329565" y="272415"/>
                    <a:pt x="321945" y="280035"/>
                    <a:pt x="313373" y="280035"/>
                  </a:cubicBezTo>
                  <a:lnTo>
                    <a:pt x="313373" y="280035"/>
                  </a:lnTo>
                  <a:close/>
                  <a:moveTo>
                    <a:pt x="345757" y="214313"/>
                  </a:moveTo>
                  <a:lnTo>
                    <a:pt x="280035" y="214313"/>
                  </a:lnTo>
                  <a:cubicBezTo>
                    <a:pt x="270510" y="214313"/>
                    <a:pt x="263843" y="206692"/>
                    <a:pt x="263843" y="198120"/>
                  </a:cubicBezTo>
                  <a:cubicBezTo>
                    <a:pt x="263843" y="189548"/>
                    <a:pt x="271463" y="181928"/>
                    <a:pt x="280035" y="181928"/>
                  </a:cubicBezTo>
                  <a:lnTo>
                    <a:pt x="345757" y="181928"/>
                  </a:lnTo>
                  <a:cubicBezTo>
                    <a:pt x="355282" y="181928"/>
                    <a:pt x="361950" y="189548"/>
                    <a:pt x="361950" y="198120"/>
                  </a:cubicBezTo>
                  <a:cubicBezTo>
                    <a:pt x="361950" y="206692"/>
                    <a:pt x="355282" y="214313"/>
                    <a:pt x="345757" y="214313"/>
                  </a:cubicBezTo>
                  <a:lnTo>
                    <a:pt x="345757" y="21431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3" name="Google Shape;423;p30"/>
          <p:cNvGrpSpPr/>
          <p:nvPr/>
        </p:nvGrpSpPr>
        <p:grpSpPr>
          <a:xfrm>
            <a:off x="1961282" y="2329029"/>
            <a:ext cx="226100" cy="296442"/>
            <a:chOff x="4156444" y="2823416"/>
            <a:chExt cx="226100" cy="296442"/>
          </a:xfrm>
        </p:grpSpPr>
        <p:sp>
          <p:nvSpPr>
            <p:cNvPr id="424" name="Google Shape;424;p30"/>
            <p:cNvSpPr/>
            <p:nvPr/>
          </p:nvSpPr>
          <p:spPr>
            <a:xfrm>
              <a:off x="4225942" y="2911043"/>
              <a:ext cx="17585" cy="52254"/>
            </a:xfrm>
            <a:custGeom>
              <a:rect b="b" l="l" r="r" t="t"/>
              <a:pathLst>
                <a:path extrusionOk="0" h="99059" w="33337">
                  <a:moveTo>
                    <a:pt x="0" y="0"/>
                  </a:moveTo>
                  <a:lnTo>
                    <a:pt x="33338" y="0"/>
                  </a:lnTo>
                  <a:lnTo>
                    <a:pt x="33338" y="99060"/>
                  </a:lnTo>
                  <a:lnTo>
                    <a:pt x="0" y="9906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 name="Google Shape;425;p30"/>
            <p:cNvSpPr/>
            <p:nvPr/>
          </p:nvSpPr>
          <p:spPr>
            <a:xfrm>
              <a:off x="4261194" y="2893417"/>
              <a:ext cx="17585" cy="69337"/>
            </a:xfrm>
            <a:custGeom>
              <a:rect b="b" l="l" r="r" t="t"/>
              <a:pathLst>
                <a:path extrusionOk="0" h="131445" w="33337">
                  <a:moveTo>
                    <a:pt x="0" y="0"/>
                  </a:moveTo>
                  <a:lnTo>
                    <a:pt x="33338" y="0"/>
                  </a:lnTo>
                  <a:lnTo>
                    <a:pt x="33338" y="131445"/>
                  </a:lnTo>
                  <a:lnTo>
                    <a:pt x="0" y="13144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30"/>
            <p:cNvSpPr/>
            <p:nvPr/>
          </p:nvSpPr>
          <p:spPr>
            <a:xfrm>
              <a:off x="4295943" y="2945792"/>
              <a:ext cx="17585" cy="17585"/>
            </a:xfrm>
            <a:custGeom>
              <a:rect b="b" l="l" r="r" t="t"/>
              <a:pathLst>
                <a:path extrusionOk="0" h="33337" w="33337">
                  <a:moveTo>
                    <a:pt x="0" y="0"/>
                  </a:moveTo>
                  <a:lnTo>
                    <a:pt x="33337" y="0"/>
                  </a:lnTo>
                  <a:lnTo>
                    <a:pt x="33337" y="33337"/>
                  </a:lnTo>
                  <a:lnTo>
                    <a:pt x="0" y="3333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30"/>
            <p:cNvSpPr/>
            <p:nvPr/>
          </p:nvSpPr>
          <p:spPr>
            <a:xfrm>
              <a:off x="4156444" y="2823416"/>
              <a:ext cx="226100" cy="296442"/>
            </a:xfrm>
            <a:custGeom>
              <a:rect b="b" l="l" r="r" t="t"/>
              <a:pathLst>
                <a:path extrusionOk="0" h="561975" w="428625">
                  <a:moveTo>
                    <a:pt x="428625" y="215265"/>
                  </a:moveTo>
                  <a:cubicBezTo>
                    <a:pt x="428625" y="96203"/>
                    <a:pt x="332423" y="0"/>
                    <a:pt x="214313" y="0"/>
                  </a:cubicBezTo>
                  <a:cubicBezTo>
                    <a:pt x="96203" y="0"/>
                    <a:pt x="0" y="96203"/>
                    <a:pt x="0" y="215265"/>
                  </a:cubicBezTo>
                  <a:cubicBezTo>
                    <a:pt x="0" y="366713"/>
                    <a:pt x="109538" y="480060"/>
                    <a:pt x="166688" y="529590"/>
                  </a:cubicBezTo>
                  <a:lnTo>
                    <a:pt x="82868" y="529590"/>
                  </a:lnTo>
                  <a:cubicBezTo>
                    <a:pt x="73343" y="529590"/>
                    <a:pt x="66675" y="537210"/>
                    <a:pt x="66675" y="545782"/>
                  </a:cubicBezTo>
                  <a:cubicBezTo>
                    <a:pt x="66675" y="555307"/>
                    <a:pt x="74295" y="561975"/>
                    <a:pt x="82868" y="561975"/>
                  </a:cubicBezTo>
                  <a:lnTo>
                    <a:pt x="346710" y="561975"/>
                  </a:lnTo>
                  <a:cubicBezTo>
                    <a:pt x="356235" y="561975"/>
                    <a:pt x="362903" y="554355"/>
                    <a:pt x="362903" y="545782"/>
                  </a:cubicBezTo>
                  <a:cubicBezTo>
                    <a:pt x="362903" y="536257"/>
                    <a:pt x="355283" y="529590"/>
                    <a:pt x="346710" y="529590"/>
                  </a:cubicBezTo>
                  <a:lnTo>
                    <a:pt x="262890" y="529590"/>
                  </a:lnTo>
                  <a:cubicBezTo>
                    <a:pt x="319088" y="480060"/>
                    <a:pt x="428625" y="365760"/>
                    <a:pt x="428625" y="215265"/>
                  </a:cubicBezTo>
                  <a:lnTo>
                    <a:pt x="428625" y="215265"/>
                  </a:lnTo>
                  <a:close/>
                  <a:moveTo>
                    <a:pt x="115253" y="297180"/>
                  </a:moveTo>
                  <a:cubicBezTo>
                    <a:pt x="105728" y="297180"/>
                    <a:pt x="99060" y="289560"/>
                    <a:pt x="99060" y="280988"/>
                  </a:cubicBezTo>
                  <a:cubicBezTo>
                    <a:pt x="99060" y="280988"/>
                    <a:pt x="99060" y="193357"/>
                    <a:pt x="99060" y="149543"/>
                  </a:cubicBezTo>
                  <a:cubicBezTo>
                    <a:pt x="99060" y="140018"/>
                    <a:pt x="106680" y="133350"/>
                    <a:pt x="115253" y="133350"/>
                  </a:cubicBezTo>
                  <a:lnTo>
                    <a:pt x="164783" y="133350"/>
                  </a:lnTo>
                  <a:lnTo>
                    <a:pt x="164783" y="117157"/>
                  </a:lnTo>
                  <a:cubicBezTo>
                    <a:pt x="164783" y="107632"/>
                    <a:pt x="172403" y="100965"/>
                    <a:pt x="180975" y="100965"/>
                  </a:cubicBezTo>
                  <a:lnTo>
                    <a:pt x="246698" y="100965"/>
                  </a:lnTo>
                  <a:cubicBezTo>
                    <a:pt x="256223" y="100965"/>
                    <a:pt x="262890" y="108585"/>
                    <a:pt x="262890" y="117157"/>
                  </a:cubicBezTo>
                  <a:lnTo>
                    <a:pt x="262890" y="199072"/>
                  </a:lnTo>
                  <a:lnTo>
                    <a:pt x="312420" y="199072"/>
                  </a:lnTo>
                  <a:cubicBezTo>
                    <a:pt x="321945" y="199072"/>
                    <a:pt x="328613" y="206693"/>
                    <a:pt x="328613" y="215265"/>
                  </a:cubicBezTo>
                  <a:lnTo>
                    <a:pt x="328613" y="280988"/>
                  </a:lnTo>
                  <a:cubicBezTo>
                    <a:pt x="328613" y="290513"/>
                    <a:pt x="320993" y="297180"/>
                    <a:pt x="312420" y="297180"/>
                  </a:cubicBezTo>
                  <a:lnTo>
                    <a:pt x="115253" y="29718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8" name="Google Shape;428;p30"/>
          <p:cNvGrpSpPr/>
          <p:nvPr/>
        </p:nvGrpSpPr>
        <p:grpSpPr>
          <a:xfrm>
            <a:off x="1961521" y="3451922"/>
            <a:ext cx="225601" cy="296101"/>
            <a:chOff x="5511146" y="3498247"/>
            <a:chExt cx="225601" cy="296101"/>
          </a:xfrm>
        </p:grpSpPr>
        <p:sp>
          <p:nvSpPr>
            <p:cNvPr id="429" name="Google Shape;429;p30"/>
            <p:cNvSpPr/>
            <p:nvPr/>
          </p:nvSpPr>
          <p:spPr>
            <a:xfrm>
              <a:off x="5511146" y="3498247"/>
              <a:ext cx="225601" cy="176722"/>
            </a:xfrm>
            <a:custGeom>
              <a:rect b="b" l="l" r="r" t="t"/>
              <a:pathLst>
                <a:path extrusionOk="0" h="335018" w="427679">
                  <a:moveTo>
                    <a:pt x="214313" y="0"/>
                  </a:moveTo>
                  <a:cubicBezTo>
                    <a:pt x="96203" y="0"/>
                    <a:pt x="0" y="96203"/>
                    <a:pt x="0" y="214313"/>
                  </a:cubicBezTo>
                  <a:cubicBezTo>
                    <a:pt x="0" y="254318"/>
                    <a:pt x="11430" y="293370"/>
                    <a:pt x="32385" y="327660"/>
                  </a:cubicBezTo>
                  <a:cubicBezTo>
                    <a:pt x="37148" y="335280"/>
                    <a:pt x="47625" y="337185"/>
                    <a:pt x="55245" y="332422"/>
                  </a:cubicBezTo>
                  <a:cubicBezTo>
                    <a:pt x="62865" y="327660"/>
                    <a:pt x="65723" y="317182"/>
                    <a:pt x="60008" y="309563"/>
                  </a:cubicBezTo>
                  <a:cubicBezTo>
                    <a:pt x="41910" y="280988"/>
                    <a:pt x="32385" y="247650"/>
                    <a:pt x="32385" y="213360"/>
                  </a:cubicBezTo>
                  <a:cubicBezTo>
                    <a:pt x="32385" y="113347"/>
                    <a:pt x="113348" y="32385"/>
                    <a:pt x="213360" y="32385"/>
                  </a:cubicBezTo>
                  <a:cubicBezTo>
                    <a:pt x="313373" y="32385"/>
                    <a:pt x="394335" y="113347"/>
                    <a:pt x="394335" y="213360"/>
                  </a:cubicBezTo>
                  <a:cubicBezTo>
                    <a:pt x="394335" y="241935"/>
                    <a:pt x="387668" y="268605"/>
                    <a:pt x="375285" y="294322"/>
                  </a:cubicBezTo>
                  <a:cubicBezTo>
                    <a:pt x="371475" y="302895"/>
                    <a:pt x="374333" y="312420"/>
                    <a:pt x="382905" y="316230"/>
                  </a:cubicBezTo>
                  <a:cubicBezTo>
                    <a:pt x="390525" y="320040"/>
                    <a:pt x="401003" y="317182"/>
                    <a:pt x="404813" y="308610"/>
                  </a:cubicBezTo>
                  <a:cubicBezTo>
                    <a:pt x="420053" y="279082"/>
                    <a:pt x="427673" y="246697"/>
                    <a:pt x="427673" y="212407"/>
                  </a:cubicBezTo>
                  <a:cubicBezTo>
                    <a:pt x="428625" y="96203"/>
                    <a:pt x="332423" y="0"/>
                    <a:pt x="214313" y="0"/>
                  </a:cubicBezTo>
                  <a:lnTo>
                    <a:pt x="214313"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 name="Google Shape;430;p30"/>
            <p:cNvSpPr/>
            <p:nvPr/>
          </p:nvSpPr>
          <p:spPr>
            <a:xfrm>
              <a:off x="5545392" y="3532492"/>
              <a:ext cx="156762" cy="123463"/>
            </a:xfrm>
            <a:custGeom>
              <a:rect b="b" l="l" r="r" t="t"/>
              <a:pathLst>
                <a:path extrusionOk="0" h="234054" w="297179">
                  <a:moveTo>
                    <a:pt x="260032" y="222885"/>
                  </a:moveTo>
                  <a:cubicBezTo>
                    <a:pt x="268605" y="226695"/>
                    <a:pt x="278130" y="223838"/>
                    <a:pt x="281940" y="215265"/>
                  </a:cubicBezTo>
                  <a:cubicBezTo>
                    <a:pt x="292417" y="194310"/>
                    <a:pt x="297180" y="172403"/>
                    <a:pt x="297180" y="148590"/>
                  </a:cubicBezTo>
                  <a:cubicBezTo>
                    <a:pt x="297180" y="66675"/>
                    <a:pt x="230505" y="0"/>
                    <a:pt x="148590" y="0"/>
                  </a:cubicBezTo>
                  <a:cubicBezTo>
                    <a:pt x="66675" y="0"/>
                    <a:pt x="0" y="66675"/>
                    <a:pt x="0" y="148590"/>
                  </a:cubicBezTo>
                  <a:cubicBezTo>
                    <a:pt x="0" y="176213"/>
                    <a:pt x="7620" y="203835"/>
                    <a:pt x="22860" y="226695"/>
                  </a:cubicBezTo>
                  <a:cubicBezTo>
                    <a:pt x="27622" y="234315"/>
                    <a:pt x="38100" y="236220"/>
                    <a:pt x="45720" y="231458"/>
                  </a:cubicBezTo>
                  <a:cubicBezTo>
                    <a:pt x="53340" y="226695"/>
                    <a:pt x="56197" y="216218"/>
                    <a:pt x="50482" y="208598"/>
                  </a:cubicBezTo>
                  <a:cubicBezTo>
                    <a:pt x="39052" y="190500"/>
                    <a:pt x="33338" y="169545"/>
                    <a:pt x="33338" y="147638"/>
                  </a:cubicBezTo>
                  <a:cubicBezTo>
                    <a:pt x="33338" y="83820"/>
                    <a:pt x="84772" y="32385"/>
                    <a:pt x="148590" y="32385"/>
                  </a:cubicBezTo>
                  <a:cubicBezTo>
                    <a:pt x="212407" y="32385"/>
                    <a:pt x="263842" y="83820"/>
                    <a:pt x="263842" y="147638"/>
                  </a:cubicBezTo>
                  <a:cubicBezTo>
                    <a:pt x="263842" y="165735"/>
                    <a:pt x="260032" y="182880"/>
                    <a:pt x="251460" y="199073"/>
                  </a:cubicBezTo>
                  <a:cubicBezTo>
                    <a:pt x="248602" y="208598"/>
                    <a:pt x="251460" y="219075"/>
                    <a:pt x="260032" y="222885"/>
                  </a:cubicBezTo>
                  <a:lnTo>
                    <a:pt x="260032" y="2228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 name="Google Shape;431;p30"/>
            <p:cNvSpPr/>
            <p:nvPr/>
          </p:nvSpPr>
          <p:spPr>
            <a:xfrm>
              <a:off x="5529780" y="3568248"/>
              <a:ext cx="189923" cy="226100"/>
            </a:xfrm>
            <a:custGeom>
              <a:rect b="b" l="l" r="r" t="t"/>
              <a:pathLst>
                <a:path extrusionOk="0" h="428625" w="360044">
                  <a:moveTo>
                    <a:pt x="343853" y="396240"/>
                  </a:moveTo>
                  <a:lnTo>
                    <a:pt x="321945" y="396240"/>
                  </a:lnTo>
                  <a:cubicBezTo>
                    <a:pt x="320040" y="391478"/>
                    <a:pt x="209550" y="141922"/>
                    <a:pt x="215265" y="155258"/>
                  </a:cubicBezTo>
                  <a:cubicBezTo>
                    <a:pt x="242888" y="141922"/>
                    <a:pt x="261938" y="114300"/>
                    <a:pt x="261938" y="81915"/>
                  </a:cubicBezTo>
                  <a:cubicBezTo>
                    <a:pt x="261938" y="36195"/>
                    <a:pt x="224790" y="0"/>
                    <a:pt x="180023" y="0"/>
                  </a:cubicBezTo>
                  <a:cubicBezTo>
                    <a:pt x="135255" y="0"/>
                    <a:pt x="98107" y="37147"/>
                    <a:pt x="98107" y="81915"/>
                  </a:cubicBezTo>
                  <a:cubicBezTo>
                    <a:pt x="98107" y="114300"/>
                    <a:pt x="117157" y="141922"/>
                    <a:pt x="144780" y="155258"/>
                  </a:cubicBezTo>
                  <a:cubicBezTo>
                    <a:pt x="141923" y="160972"/>
                    <a:pt x="37148" y="400050"/>
                    <a:pt x="38100" y="396240"/>
                  </a:cubicBezTo>
                  <a:lnTo>
                    <a:pt x="16193" y="396240"/>
                  </a:lnTo>
                  <a:cubicBezTo>
                    <a:pt x="6668" y="396240"/>
                    <a:pt x="0" y="403860"/>
                    <a:pt x="0" y="412433"/>
                  </a:cubicBezTo>
                  <a:cubicBezTo>
                    <a:pt x="0" y="421005"/>
                    <a:pt x="7620" y="428625"/>
                    <a:pt x="16193" y="428625"/>
                  </a:cubicBezTo>
                  <a:lnTo>
                    <a:pt x="81915" y="428625"/>
                  </a:lnTo>
                  <a:cubicBezTo>
                    <a:pt x="91440" y="428625"/>
                    <a:pt x="98107" y="421005"/>
                    <a:pt x="98107" y="412433"/>
                  </a:cubicBezTo>
                  <a:cubicBezTo>
                    <a:pt x="98107" y="403860"/>
                    <a:pt x="90488" y="396240"/>
                    <a:pt x="81915" y="396240"/>
                  </a:cubicBezTo>
                  <a:lnTo>
                    <a:pt x="74295" y="396240"/>
                  </a:lnTo>
                  <a:lnTo>
                    <a:pt x="88582" y="360997"/>
                  </a:lnTo>
                  <a:lnTo>
                    <a:pt x="272415" y="360997"/>
                  </a:lnTo>
                  <a:lnTo>
                    <a:pt x="286703" y="396240"/>
                  </a:lnTo>
                  <a:lnTo>
                    <a:pt x="278130" y="396240"/>
                  </a:lnTo>
                  <a:cubicBezTo>
                    <a:pt x="268605" y="396240"/>
                    <a:pt x="261938" y="403860"/>
                    <a:pt x="261938" y="412433"/>
                  </a:cubicBezTo>
                  <a:cubicBezTo>
                    <a:pt x="261938" y="421005"/>
                    <a:pt x="269557" y="428625"/>
                    <a:pt x="278130" y="428625"/>
                  </a:cubicBezTo>
                  <a:lnTo>
                    <a:pt x="343853" y="428625"/>
                  </a:lnTo>
                  <a:cubicBezTo>
                    <a:pt x="353378" y="428625"/>
                    <a:pt x="360045" y="421005"/>
                    <a:pt x="360045" y="412433"/>
                  </a:cubicBezTo>
                  <a:cubicBezTo>
                    <a:pt x="360045" y="403860"/>
                    <a:pt x="352425" y="396240"/>
                    <a:pt x="343853" y="396240"/>
                  </a:cubicBezTo>
                  <a:lnTo>
                    <a:pt x="343853" y="396240"/>
                  </a:lnTo>
                  <a:close/>
                  <a:moveTo>
                    <a:pt x="179070" y="163830"/>
                  </a:moveTo>
                  <a:cubicBezTo>
                    <a:pt x="180023" y="163830"/>
                    <a:pt x="181928" y="163830"/>
                    <a:pt x="182880" y="163830"/>
                  </a:cubicBezTo>
                  <a:lnTo>
                    <a:pt x="212407" y="230505"/>
                  </a:lnTo>
                  <a:lnTo>
                    <a:pt x="145732" y="230505"/>
                  </a:lnTo>
                  <a:lnTo>
                    <a:pt x="175260" y="163830"/>
                  </a:lnTo>
                  <a:cubicBezTo>
                    <a:pt x="176213" y="163830"/>
                    <a:pt x="178118" y="163830"/>
                    <a:pt x="179070" y="163830"/>
                  </a:cubicBezTo>
                  <a:lnTo>
                    <a:pt x="179070" y="163830"/>
                  </a:lnTo>
                  <a:close/>
                  <a:moveTo>
                    <a:pt x="101918" y="328613"/>
                  </a:moveTo>
                  <a:lnTo>
                    <a:pt x="131445" y="262890"/>
                  </a:lnTo>
                  <a:lnTo>
                    <a:pt x="226695" y="262890"/>
                  </a:lnTo>
                  <a:lnTo>
                    <a:pt x="256223" y="328613"/>
                  </a:lnTo>
                  <a:lnTo>
                    <a:pt x="101918" y="32861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2" name="Google Shape;432;p30"/>
          <p:cNvGrpSpPr/>
          <p:nvPr/>
        </p:nvGrpSpPr>
        <p:grpSpPr>
          <a:xfrm>
            <a:off x="1738925" y="4718600"/>
            <a:ext cx="5666144" cy="116400"/>
            <a:chOff x="1738925" y="4718600"/>
            <a:chExt cx="5666144" cy="116400"/>
          </a:xfrm>
        </p:grpSpPr>
        <p:sp>
          <p:nvSpPr>
            <p:cNvPr id="433" name="Google Shape;433;p30">
              <a:hlinkClick action="ppaction://hlinksldjump" r:id="rId3"/>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34" name="Google Shape;434;p30">
              <a:hlinkClick action="ppaction://hlinksldjump" r:id="rId4"/>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35" name="Google Shape;435;p30">
              <a:hlinkClick action="ppaction://hlinksldjump" r:id="rId5"/>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36" name="Google Shape;436;p30">
              <a:hlinkClick action="ppaction://hlinksldjump" r:id="rId6"/>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37" name="Google Shape;437;p30">
              <a:hlinkClick action="ppaction://hlinksldjump" r:id="rId7"/>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38" name="Google Shape;438;p30">
              <a:hlinkClick action="ppaction://hlinksldjump" r:id="rId8"/>
            </p:cNvPr>
            <p:cNvSpPr/>
            <p:nvPr/>
          </p:nvSpPr>
          <p:spPr>
            <a:xfrm>
              <a:off x="3491476"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39" name="Google Shape;439;p30">
              <a:hlinkClick action="ppaction://hlinksldjump" r:id="rId9"/>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0" name="Google Shape;440;p30">
              <a:hlinkClick action="ppaction://hlinksldjump" r:id="rId10"/>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1" name="Google Shape;441;p30">
              <a:hlinkClick action="ppaction://hlinksldjump" r:id="rId11"/>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2" name="Google Shape;442;p30">
              <a:hlinkClick action="ppaction://hlinksldjump" r:id="rId12"/>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3" name="Google Shape;443;p30">
              <a:hlinkClick action="ppaction://hlinksldjump" r:id="rId13"/>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4" name="Google Shape;444;p30">
              <a:hlinkClick action="ppaction://hlinksldjump" r:id="rId14"/>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5" name="Google Shape;445;p30">
              <a:hlinkClick action="ppaction://hlinksldjump" r:id="rId15"/>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6" name="Google Shape;446;p30">
              <a:hlinkClick action="ppaction://hlinksldjump" r:id="rId16"/>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7" name="Google Shape;447;p30">
              <a:hlinkClick action="ppaction://hlinksldjump" r:id="rId17"/>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8" name="Google Shape;448;p30">
              <a:hlinkClick action="ppaction://hlinksldjump" r:id="rId18"/>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9" name="Google Shape;449;p30">
              <a:hlinkClick action="ppaction://hlinksldjump" r:id="rId19"/>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0" name="Google Shape;450;p30">
              <a:hlinkClick action="ppaction://hlinksldjump" r:id="rId20"/>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1" name="Google Shape;451;p30">
              <a:hlinkClick action="ppaction://hlinksldjump" r:id="rId21"/>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2" name="Google Shape;452;p30">
              <a:hlinkClick action="ppaction://hlinksldjump" r:id="rId22"/>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6" name="Shape 456"/>
        <p:cNvGrpSpPr/>
        <p:nvPr/>
      </p:nvGrpSpPr>
      <p:grpSpPr>
        <a:xfrm>
          <a:off x="0" y="0"/>
          <a:ext cx="0" cy="0"/>
          <a:chOff x="0" y="0"/>
          <a:chExt cx="0" cy="0"/>
        </a:xfrm>
      </p:grpSpPr>
      <p:sp>
        <p:nvSpPr>
          <p:cNvPr id="457" name="Google Shape;457;p31"/>
          <p:cNvSpPr txBox="1"/>
          <p:nvPr>
            <p:ph idx="6" type="subTitle"/>
          </p:nvPr>
        </p:nvSpPr>
        <p:spPr>
          <a:xfrm>
            <a:off x="1598951" y="2917575"/>
            <a:ext cx="2592600" cy="4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Stay ahead of trends</a:t>
            </a:r>
            <a:endParaRPr/>
          </a:p>
        </p:txBody>
      </p:sp>
      <p:sp>
        <p:nvSpPr>
          <p:cNvPr id="458" name="Google Shape;458;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Key ideas in market opportunity</a:t>
            </a:r>
            <a:endParaRPr/>
          </a:p>
        </p:txBody>
      </p:sp>
      <p:sp>
        <p:nvSpPr>
          <p:cNvPr id="459" name="Google Shape;459;p31"/>
          <p:cNvSpPr txBox="1"/>
          <p:nvPr>
            <p:ph idx="1" type="subTitle"/>
          </p:nvPr>
        </p:nvSpPr>
        <p:spPr>
          <a:xfrm>
            <a:off x="1598950" y="1753075"/>
            <a:ext cx="2592600" cy="109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Analyze existing customer needs and identify gaps in the market to find new opportunities</a:t>
            </a:r>
            <a:endParaRPr/>
          </a:p>
        </p:txBody>
      </p:sp>
      <p:sp>
        <p:nvSpPr>
          <p:cNvPr id="460" name="Google Shape;460;p31"/>
          <p:cNvSpPr txBox="1"/>
          <p:nvPr>
            <p:ph idx="2" type="subTitle"/>
          </p:nvPr>
        </p:nvSpPr>
        <p:spPr>
          <a:xfrm>
            <a:off x="5477578" y="1753075"/>
            <a:ext cx="2592600" cy="109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Utilize technology and customer feedback to come up with novel solutions that meet your customer’s demands or needs</a:t>
            </a:r>
            <a:endParaRPr/>
          </a:p>
        </p:txBody>
      </p:sp>
      <p:sp>
        <p:nvSpPr>
          <p:cNvPr id="461" name="Google Shape;461;p31"/>
          <p:cNvSpPr txBox="1"/>
          <p:nvPr>
            <p:ph idx="3" type="subTitle"/>
          </p:nvPr>
        </p:nvSpPr>
        <p:spPr>
          <a:xfrm>
            <a:off x="1598950" y="3298725"/>
            <a:ext cx="2592600" cy="109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Monitor changes in the marketplace, such as shifts in consumer behavior or emerging technologies, to stay competitive and capitalize on new opportunities and trends</a:t>
            </a:r>
            <a:endParaRPr/>
          </a:p>
        </p:txBody>
      </p:sp>
      <p:sp>
        <p:nvSpPr>
          <p:cNvPr id="462" name="Google Shape;462;p31"/>
          <p:cNvSpPr txBox="1"/>
          <p:nvPr>
            <p:ph idx="4" type="subTitle"/>
          </p:nvPr>
        </p:nvSpPr>
        <p:spPr>
          <a:xfrm>
            <a:off x="5477578" y="3298725"/>
            <a:ext cx="2592600" cy="109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Identify times of year when demand for certain products may spike, such as holidays or special occasions, and use these times to target customers or maximize sales</a:t>
            </a:r>
            <a:endParaRPr/>
          </a:p>
        </p:txBody>
      </p:sp>
      <p:sp>
        <p:nvSpPr>
          <p:cNvPr id="463" name="Google Shape;463;p31"/>
          <p:cNvSpPr txBox="1"/>
          <p:nvPr>
            <p:ph idx="5" type="subTitle"/>
          </p:nvPr>
        </p:nvSpPr>
        <p:spPr>
          <a:xfrm>
            <a:off x="1598951" y="1371775"/>
            <a:ext cx="2592600" cy="4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Research new markets</a:t>
            </a:r>
            <a:endParaRPr/>
          </a:p>
        </p:txBody>
      </p:sp>
      <p:sp>
        <p:nvSpPr>
          <p:cNvPr id="464" name="Google Shape;464;p31"/>
          <p:cNvSpPr txBox="1"/>
          <p:nvPr>
            <p:ph idx="7" type="subTitle"/>
          </p:nvPr>
        </p:nvSpPr>
        <p:spPr>
          <a:xfrm>
            <a:off x="5477563" y="1371775"/>
            <a:ext cx="2592600" cy="4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Innovative solutions</a:t>
            </a:r>
            <a:endParaRPr/>
          </a:p>
        </p:txBody>
      </p:sp>
      <p:sp>
        <p:nvSpPr>
          <p:cNvPr id="465" name="Google Shape;465;p31"/>
          <p:cNvSpPr txBox="1"/>
          <p:nvPr>
            <p:ph idx="8" type="subTitle"/>
          </p:nvPr>
        </p:nvSpPr>
        <p:spPr>
          <a:xfrm>
            <a:off x="5477563" y="2917575"/>
            <a:ext cx="2592600" cy="4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Seasonal spikes</a:t>
            </a:r>
            <a:endParaRPr/>
          </a:p>
        </p:txBody>
      </p:sp>
      <p:grpSp>
        <p:nvGrpSpPr>
          <p:cNvPr id="466" name="Google Shape;466;p31"/>
          <p:cNvGrpSpPr/>
          <p:nvPr/>
        </p:nvGrpSpPr>
        <p:grpSpPr>
          <a:xfrm>
            <a:off x="4968977" y="1463011"/>
            <a:ext cx="296442" cy="278333"/>
            <a:chOff x="6799877" y="1493899"/>
            <a:chExt cx="296442" cy="278333"/>
          </a:xfrm>
        </p:grpSpPr>
        <p:sp>
          <p:nvSpPr>
            <p:cNvPr id="467" name="Google Shape;467;p31"/>
            <p:cNvSpPr/>
            <p:nvPr/>
          </p:nvSpPr>
          <p:spPr>
            <a:xfrm>
              <a:off x="6921749" y="1703021"/>
              <a:ext cx="52254" cy="69211"/>
            </a:xfrm>
            <a:custGeom>
              <a:rect b="b" l="l" r="r" t="t"/>
              <a:pathLst>
                <a:path extrusionOk="0" h="131206" w="99060">
                  <a:moveTo>
                    <a:pt x="49531" y="131207"/>
                  </a:moveTo>
                  <a:cubicBezTo>
                    <a:pt x="21908" y="131207"/>
                    <a:pt x="0" y="109299"/>
                    <a:pt x="0" y="81677"/>
                  </a:cubicBezTo>
                  <a:cubicBezTo>
                    <a:pt x="0" y="60722"/>
                    <a:pt x="24766" y="21669"/>
                    <a:pt x="36195" y="6429"/>
                  </a:cubicBezTo>
                  <a:cubicBezTo>
                    <a:pt x="41910" y="-2143"/>
                    <a:pt x="57150" y="-2143"/>
                    <a:pt x="62866" y="6429"/>
                  </a:cubicBezTo>
                  <a:cubicBezTo>
                    <a:pt x="73343" y="21669"/>
                    <a:pt x="99060" y="60722"/>
                    <a:pt x="99060" y="81677"/>
                  </a:cubicBezTo>
                  <a:cubicBezTo>
                    <a:pt x="99060" y="109299"/>
                    <a:pt x="76200" y="131207"/>
                    <a:pt x="49531" y="131207"/>
                  </a:cubicBezTo>
                  <a:lnTo>
                    <a:pt x="49531" y="13120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 name="Google Shape;468;p31"/>
            <p:cNvSpPr/>
            <p:nvPr/>
          </p:nvSpPr>
          <p:spPr>
            <a:xfrm>
              <a:off x="6874410" y="1633397"/>
              <a:ext cx="64814" cy="63810"/>
            </a:xfrm>
            <a:custGeom>
              <a:rect b="b" l="l" r="r" t="t"/>
              <a:pathLst>
                <a:path extrusionOk="0" h="120967" w="122871">
                  <a:moveTo>
                    <a:pt x="122872" y="0"/>
                  </a:moveTo>
                  <a:cubicBezTo>
                    <a:pt x="76200" y="3810"/>
                    <a:pt x="33338" y="21907"/>
                    <a:pt x="0" y="50482"/>
                  </a:cubicBezTo>
                  <a:lnTo>
                    <a:pt x="70484" y="120968"/>
                  </a:lnTo>
                  <a:cubicBezTo>
                    <a:pt x="85725" y="109538"/>
                    <a:pt x="102869" y="101918"/>
                    <a:pt x="122872" y="99060"/>
                  </a:cubicBezTo>
                  <a:lnTo>
                    <a:pt x="12287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 name="Google Shape;469;p31"/>
            <p:cNvSpPr/>
            <p:nvPr/>
          </p:nvSpPr>
          <p:spPr>
            <a:xfrm>
              <a:off x="6956498" y="1633397"/>
              <a:ext cx="64815" cy="64312"/>
            </a:xfrm>
            <a:custGeom>
              <a:rect b="b" l="l" r="r" t="t"/>
              <a:pathLst>
                <a:path extrusionOk="0" h="121919" w="122872">
                  <a:moveTo>
                    <a:pt x="0" y="0"/>
                  </a:moveTo>
                  <a:lnTo>
                    <a:pt x="0" y="100013"/>
                  </a:lnTo>
                  <a:cubicBezTo>
                    <a:pt x="19050" y="102870"/>
                    <a:pt x="37148" y="110490"/>
                    <a:pt x="52388" y="121920"/>
                  </a:cubicBezTo>
                  <a:lnTo>
                    <a:pt x="122873" y="51435"/>
                  </a:lnTo>
                  <a:cubicBezTo>
                    <a:pt x="89535" y="22860"/>
                    <a:pt x="46673" y="3810"/>
                    <a:pt x="0"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 name="Google Shape;470;p31"/>
            <p:cNvSpPr/>
            <p:nvPr/>
          </p:nvSpPr>
          <p:spPr>
            <a:xfrm>
              <a:off x="6996283" y="1672678"/>
              <a:ext cx="63876" cy="81898"/>
            </a:xfrm>
            <a:custGeom>
              <a:rect b="b" l="l" r="r" t="t"/>
              <a:pathLst>
                <a:path extrusionOk="0" h="155257" w="121092">
                  <a:moveTo>
                    <a:pt x="70485" y="0"/>
                  </a:moveTo>
                  <a:lnTo>
                    <a:pt x="0" y="70485"/>
                  </a:lnTo>
                  <a:cubicBezTo>
                    <a:pt x="14288" y="89535"/>
                    <a:pt x="22860" y="113348"/>
                    <a:pt x="22860" y="139065"/>
                  </a:cubicBezTo>
                  <a:cubicBezTo>
                    <a:pt x="22860" y="148590"/>
                    <a:pt x="30480" y="155258"/>
                    <a:pt x="39052" y="155258"/>
                  </a:cubicBezTo>
                  <a:lnTo>
                    <a:pt x="104775" y="155258"/>
                  </a:lnTo>
                  <a:cubicBezTo>
                    <a:pt x="114300" y="155258"/>
                    <a:pt x="120967" y="147638"/>
                    <a:pt x="120967" y="139065"/>
                  </a:cubicBezTo>
                  <a:cubicBezTo>
                    <a:pt x="122873" y="86677"/>
                    <a:pt x="102870" y="38100"/>
                    <a:pt x="70485" y="0"/>
                  </a:cubicBezTo>
                  <a:lnTo>
                    <a:pt x="70485"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 name="Google Shape;471;p31"/>
            <p:cNvSpPr/>
            <p:nvPr/>
          </p:nvSpPr>
          <p:spPr>
            <a:xfrm>
              <a:off x="6834625" y="1672678"/>
              <a:ext cx="63810" cy="81898"/>
            </a:xfrm>
            <a:custGeom>
              <a:rect b="b" l="l" r="r" t="t"/>
              <a:pathLst>
                <a:path extrusionOk="0" h="155257" w="120967">
                  <a:moveTo>
                    <a:pt x="51435" y="0"/>
                  </a:moveTo>
                  <a:cubicBezTo>
                    <a:pt x="19050" y="37148"/>
                    <a:pt x="0" y="85725"/>
                    <a:pt x="0" y="139065"/>
                  </a:cubicBezTo>
                  <a:cubicBezTo>
                    <a:pt x="0" y="148590"/>
                    <a:pt x="7619" y="155258"/>
                    <a:pt x="16192" y="155258"/>
                  </a:cubicBezTo>
                  <a:lnTo>
                    <a:pt x="81915" y="155258"/>
                  </a:lnTo>
                  <a:cubicBezTo>
                    <a:pt x="91440" y="155258"/>
                    <a:pt x="98107" y="147638"/>
                    <a:pt x="98107" y="139065"/>
                  </a:cubicBezTo>
                  <a:cubicBezTo>
                    <a:pt x="98107" y="113348"/>
                    <a:pt x="106680" y="89535"/>
                    <a:pt x="120967" y="70485"/>
                  </a:cubicBezTo>
                  <a:lnTo>
                    <a:pt x="51435"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 name="Google Shape;472;p31"/>
            <p:cNvSpPr/>
            <p:nvPr/>
          </p:nvSpPr>
          <p:spPr>
            <a:xfrm>
              <a:off x="6799877" y="1493899"/>
              <a:ext cx="296442" cy="225597"/>
            </a:xfrm>
            <a:custGeom>
              <a:rect b="b" l="l" r="r" t="t"/>
              <a:pathLst>
                <a:path extrusionOk="0" h="427672" w="561975">
                  <a:moveTo>
                    <a:pt x="545783" y="0"/>
                  </a:moveTo>
                  <a:lnTo>
                    <a:pt x="336233" y="0"/>
                  </a:lnTo>
                  <a:lnTo>
                    <a:pt x="296227" y="120015"/>
                  </a:lnTo>
                  <a:cubicBezTo>
                    <a:pt x="294323" y="126683"/>
                    <a:pt x="287655" y="131445"/>
                    <a:pt x="280988" y="131445"/>
                  </a:cubicBezTo>
                  <a:lnTo>
                    <a:pt x="0" y="131445"/>
                  </a:lnTo>
                  <a:lnTo>
                    <a:pt x="0" y="411480"/>
                  </a:lnTo>
                  <a:cubicBezTo>
                    <a:pt x="0" y="421005"/>
                    <a:pt x="7620" y="427673"/>
                    <a:pt x="16192" y="427673"/>
                  </a:cubicBezTo>
                  <a:lnTo>
                    <a:pt x="38100" y="427673"/>
                  </a:lnTo>
                  <a:cubicBezTo>
                    <a:pt x="60960" y="315278"/>
                    <a:pt x="160973" y="230505"/>
                    <a:pt x="280035" y="230505"/>
                  </a:cubicBezTo>
                  <a:cubicBezTo>
                    <a:pt x="399098" y="230505"/>
                    <a:pt x="499110" y="315278"/>
                    <a:pt x="521970" y="427673"/>
                  </a:cubicBezTo>
                  <a:lnTo>
                    <a:pt x="545783" y="427673"/>
                  </a:lnTo>
                  <a:cubicBezTo>
                    <a:pt x="555308" y="427673"/>
                    <a:pt x="561975" y="420053"/>
                    <a:pt x="561975" y="411480"/>
                  </a:cubicBezTo>
                  <a:lnTo>
                    <a:pt x="561975" y="16193"/>
                  </a:lnTo>
                  <a:cubicBezTo>
                    <a:pt x="561975" y="7620"/>
                    <a:pt x="554355" y="0"/>
                    <a:pt x="545783" y="0"/>
                  </a:cubicBezTo>
                  <a:lnTo>
                    <a:pt x="545783" y="0"/>
                  </a:lnTo>
                  <a:close/>
                  <a:moveTo>
                    <a:pt x="444817" y="197168"/>
                  </a:moveTo>
                  <a:lnTo>
                    <a:pt x="115252" y="197168"/>
                  </a:lnTo>
                  <a:cubicBezTo>
                    <a:pt x="105727" y="197168"/>
                    <a:pt x="99060" y="189548"/>
                    <a:pt x="99060" y="180975"/>
                  </a:cubicBezTo>
                  <a:cubicBezTo>
                    <a:pt x="99060" y="172403"/>
                    <a:pt x="106680" y="164783"/>
                    <a:pt x="115252" y="164783"/>
                  </a:cubicBezTo>
                  <a:lnTo>
                    <a:pt x="444817" y="164783"/>
                  </a:lnTo>
                  <a:cubicBezTo>
                    <a:pt x="454342" y="164783"/>
                    <a:pt x="461010" y="172403"/>
                    <a:pt x="461010" y="180975"/>
                  </a:cubicBezTo>
                  <a:cubicBezTo>
                    <a:pt x="461010" y="189548"/>
                    <a:pt x="453390" y="197168"/>
                    <a:pt x="444817" y="197168"/>
                  </a:cubicBezTo>
                  <a:lnTo>
                    <a:pt x="444817" y="19716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 name="Google Shape;473;p31"/>
            <p:cNvSpPr/>
            <p:nvPr/>
          </p:nvSpPr>
          <p:spPr>
            <a:xfrm>
              <a:off x="6799877" y="1493899"/>
              <a:ext cx="158772" cy="52254"/>
            </a:xfrm>
            <a:custGeom>
              <a:rect b="b" l="l" r="r" t="t"/>
              <a:pathLst>
                <a:path extrusionOk="0" h="99059" w="300989">
                  <a:moveTo>
                    <a:pt x="267652" y="99060"/>
                  </a:moveTo>
                  <a:lnTo>
                    <a:pt x="300990" y="0"/>
                  </a:lnTo>
                  <a:lnTo>
                    <a:pt x="16192" y="0"/>
                  </a:lnTo>
                  <a:cubicBezTo>
                    <a:pt x="6667" y="0"/>
                    <a:pt x="0" y="7620"/>
                    <a:pt x="0" y="16193"/>
                  </a:cubicBezTo>
                  <a:lnTo>
                    <a:pt x="0" y="98108"/>
                  </a:lnTo>
                  <a:lnTo>
                    <a:pt x="267652" y="98108"/>
                  </a:lnTo>
                  <a:close/>
                  <a:moveTo>
                    <a:pt x="214313" y="33338"/>
                  </a:moveTo>
                  <a:cubicBezTo>
                    <a:pt x="223838" y="33338"/>
                    <a:pt x="230505" y="40958"/>
                    <a:pt x="230505" y="49530"/>
                  </a:cubicBezTo>
                  <a:cubicBezTo>
                    <a:pt x="230505" y="58103"/>
                    <a:pt x="222885" y="65723"/>
                    <a:pt x="214313" y="65723"/>
                  </a:cubicBezTo>
                  <a:cubicBezTo>
                    <a:pt x="205740" y="65723"/>
                    <a:pt x="198120" y="58103"/>
                    <a:pt x="198120" y="49530"/>
                  </a:cubicBezTo>
                  <a:cubicBezTo>
                    <a:pt x="198120" y="40958"/>
                    <a:pt x="204788" y="33338"/>
                    <a:pt x="214313" y="33338"/>
                  </a:cubicBezTo>
                  <a:lnTo>
                    <a:pt x="214313" y="33338"/>
                  </a:lnTo>
                  <a:close/>
                  <a:moveTo>
                    <a:pt x="148590" y="33338"/>
                  </a:moveTo>
                  <a:cubicBezTo>
                    <a:pt x="158115" y="33338"/>
                    <a:pt x="164783" y="40958"/>
                    <a:pt x="164783" y="49530"/>
                  </a:cubicBezTo>
                  <a:cubicBezTo>
                    <a:pt x="164783" y="58103"/>
                    <a:pt x="157163" y="65723"/>
                    <a:pt x="148590" y="65723"/>
                  </a:cubicBezTo>
                  <a:cubicBezTo>
                    <a:pt x="140017" y="65723"/>
                    <a:pt x="132398" y="58103"/>
                    <a:pt x="132398" y="49530"/>
                  </a:cubicBezTo>
                  <a:cubicBezTo>
                    <a:pt x="132398" y="40958"/>
                    <a:pt x="139065" y="33338"/>
                    <a:pt x="148590" y="33338"/>
                  </a:cubicBezTo>
                  <a:lnTo>
                    <a:pt x="148590" y="33338"/>
                  </a:lnTo>
                  <a:close/>
                  <a:moveTo>
                    <a:pt x="81915" y="33338"/>
                  </a:moveTo>
                  <a:cubicBezTo>
                    <a:pt x="91440" y="33338"/>
                    <a:pt x="98108" y="40958"/>
                    <a:pt x="98108" y="49530"/>
                  </a:cubicBezTo>
                  <a:cubicBezTo>
                    <a:pt x="98108" y="58103"/>
                    <a:pt x="90488" y="65723"/>
                    <a:pt x="81915" y="65723"/>
                  </a:cubicBezTo>
                  <a:cubicBezTo>
                    <a:pt x="73342" y="65723"/>
                    <a:pt x="65723" y="58103"/>
                    <a:pt x="65723" y="49530"/>
                  </a:cubicBezTo>
                  <a:cubicBezTo>
                    <a:pt x="65723" y="40958"/>
                    <a:pt x="73342" y="33338"/>
                    <a:pt x="81915" y="33338"/>
                  </a:cubicBezTo>
                  <a:lnTo>
                    <a:pt x="81915"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4" name="Google Shape;474;p31"/>
          <p:cNvGrpSpPr/>
          <p:nvPr/>
        </p:nvGrpSpPr>
        <p:grpSpPr>
          <a:xfrm>
            <a:off x="1073901" y="1453709"/>
            <a:ext cx="296442" cy="296936"/>
            <a:chOff x="1350851" y="3498247"/>
            <a:chExt cx="296442" cy="296936"/>
          </a:xfrm>
        </p:grpSpPr>
        <p:grpSp>
          <p:nvGrpSpPr>
            <p:cNvPr id="475" name="Google Shape;475;p31"/>
            <p:cNvGrpSpPr/>
            <p:nvPr/>
          </p:nvGrpSpPr>
          <p:grpSpPr>
            <a:xfrm>
              <a:off x="1370004" y="3628087"/>
              <a:ext cx="256703" cy="167095"/>
              <a:chOff x="40989" y="4670107"/>
              <a:chExt cx="485537" cy="316049"/>
            </a:xfrm>
          </p:grpSpPr>
          <p:sp>
            <p:nvSpPr>
              <p:cNvPr id="476" name="Google Shape;476;p31"/>
              <p:cNvSpPr/>
              <p:nvPr/>
            </p:nvSpPr>
            <p:spPr>
              <a:xfrm>
                <a:off x="175292" y="4670107"/>
                <a:ext cx="221694" cy="211586"/>
              </a:xfrm>
              <a:custGeom>
                <a:rect b="b" l="l" r="r" t="t"/>
                <a:pathLst>
                  <a:path extrusionOk="0" h="211586" w="221694">
                    <a:moveTo>
                      <a:pt x="159987" y="209550"/>
                    </a:moveTo>
                    <a:lnTo>
                      <a:pt x="109505" y="182880"/>
                    </a:lnTo>
                    <a:lnTo>
                      <a:pt x="59022" y="209550"/>
                    </a:lnTo>
                    <a:cubicBezTo>
                      <a:pt x="53307" y="212408"/>
                      <a:pt x="46640" y="212408"/>
                      <a:pt x="41877" y="208598"/>
                    </a:cubicBezTo>
                    <a:cubicBezTo>
                      <a:pt x="37115" y="204787"/>
                      <a:pt x="34257" y="199073"/>
                      <a:pt x="35210" y="192405"/>
                    </a:cubicBezTo>
                    <a:lnTo>
                      <a:pt x="44735" y="136208"/>
                    </a:lnTo>
                    <a:lnTo>
                      <a:pt x="4730" y="96202"/>
                    </a:lnTo>
                    <a:cubicBezTo>
                      <a:pt x="-33" y="91440"/>
                      <a:pt x="-985" y="85725"/>
                      <a:pt x="920" y="79058"/>
                    </a:cubicBezTo>
                    <a:cubicBezTo>
                      <a:pt x="2825" y="73342"/>
                      <a:pt x="7587" y="68580"/>
                      <a:pt x="14255" y="67627"/>
                    </a:cubicBezTo>
                    <a:lnTo>
                      <a:pt x="70452" y="59055"/>
                    </a:lnTo>
                    <a:lnTo>
                      <a:pt x="96170" y="8573"/>
                    </a:lnTo>
                    <a:cubicBezTo>
                      <a:pt x="101885" y="-2858"/>
                      <a:pt x="119982" y="-2858"/>
                      <a:pt x="125697" y="8573"/>
                    </a:cubicBezTo>
                    <a:lnTo>
                      <a:pt x="151415" y="59055"/>
                    </a:lnTo>
                    <a:lnTo>
                      <a:pt x="207612" y="67627"/>
                    </a:lnTo>
                    <a:cubicBezTo>
                      <a:pt x="213327" y="68580"/>
                      <a:pt x="219042" y="72390"/>
                      <a:pt x="220947" y="79058"/>
                    </a:cubicBezTo>
                    <a:cubicBezTo>
                      <a:pt x="222852" y="84773"/>
                      <a:pt x="220947" y="91440"/>
                      <a:pt x="217137" y="96202"/>
                    </a:cubicBezTo>
                    <a:lnTo>
                      <a:pt x="177132" y="136208"/>
                    </a:lnTo>
                    <a:lnTo>
                      <a:pt x="186657" y="192405"/>
                    </a:lnTo>
                    <a:cubicBezTo>
                      <a:pt x="187610" y="198120"/>
                      <a:pt x="184752" y="204787"/>
                      <a:pt x="179990" y="208598"/>
                    </a:cubicBezTo>
                    <a:cubicBezTo>
                      <a:pt x="172370" y="211455"/>
                      <a:pt x="165702" y="212408"/>
                      <a:pt x="159987" y="209550"/>
                    </a:cubicBezTo>
                    <a:lnTo>
                      <a:pt x="159987" y="20955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 name="Google Shape;477;p31"/>
              <p:cNvSpPr/>
              <p:nvPr/>
            </p:nvSpPr>
            <p:spPr>
              <a:xfrm>
                <a:off x="40989" y="4834889"/>
                <a:ext cx="156924" cy="151267"/>
              </a:xfrm>
              <a:custGeom>
                <a:rect b="b" l="l" r="r" t="t"/>
                <a:pathLst>
                  <a:path extrusionOk="0" h="151267" w="156924">
                    <a:moveTo>
                      <a:pt x="110457" y="149542"/>
                    </a:moveTo>
                    <a:lnTo>
                      <a:pt x="79025" y="133350"/>
                    </a:lnTo>
                    <a:lnTo>
                      <a:pt x="47592" y="149542"/>
                    </a:lnTo>
                    <a:cubicBezTo>
                      <a:pt x="41877" y="152400"/>
                      <a:pt x="35210" y="151448"/>
                      <a:pt x="30447" y="148590"/>
                    </a:cubicBezTo>
                    <a:cubicBezTo>
                      <a:pt x="25685" y="144780"/>
                      <a:pt x="22827" y="139065"/>
                      <a:pt x="23780" y="132398"/>
                    </a:cubicBezTo>
                    <a:lnTo>
                      <a:pt x="29495" y="98108"/>
                    </a:lnTo>
                    <a:lnTo>
                      <a:pt x="4730" y="73342"/>
                    </a:lnTo>
                    <a:cubicBezTo>
                      <a:pt x="-33" y="68580"/>
                      <a:pt x="-985" y="62865"/>
                      <a:pt x="920" y="56198"/>
                    </a:cubicBezTo>
                    <a:cubicBezTo>
                      <a:pt x="2825" y="50483"/>
                      <a:pt x="7587" y="45720"/>
                      <a:pt x="14255" y="44767"/>
                    </a:cubicBezTo>
                    <a:lnTo>
                      <a:pt x="48545" y="40005"/>
                    </a:lnTo>
                    <a:lnTo>
                      <a:pt x="63785" y="8573"/>
                    </a:lnTo>
                    <a:cubicBezTo>
                      <a:pt x="69500" y="-2858"/>
                      <a:pt x="87597" y="-2858"/>
                      <a:pt x="93312" y="8573"/>
                    </a:cubicBezTo>
                    <a:lnTo>
                      <a:pt x="108552" y="40005"/>
                    </a:lnTo>
                    <a:lnTo>
                      <a:pt x="142842" y="44767"/>
                    </a:lnTo>
                    <a:cubicBezTo>
                      <a:pt x="148557" y="45720"/>
                      <a:pt x="154272" y="50483"/>
                      <a:pt x="156177" y="56198"/>
                    </a:cubicBezTo>
                    <a:cubicBezTo>
                      <a:pt x="158082" y="61913"/>
                      <a:pt x="156177" y="68580"/>
                      <a:pt x="152367" y="73342"/>
                    </a:cubicBezTo>
                    <a:lnTo>
                      <a:pt x="127602" y="98108"/>
                    </a:lnTo>
                    <a:lnTo>
                      <a:pt x="133317" y="132398"/>
                    </a:lnTo>
                    <a:cubicBezTo>
                      <a:pt x="134270" y="138113"/>
                      <a:pt x="131412" y="144780"/>
                      <a:pt x="126650" y="148590"/>
                    </a:cubicBezTo>
                    <a:cubicBezTo>
                      <a:pt x="122840" y="151448"/>
                      <a:pt x="116172" y="152400"/>
                      <a:pt x="110457" y="149542"/>
                    </a:cubicBezTo>
                    <a:lnTo>
                      <a:pt x="110457" y="14954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 name="Google Shape;478;p31"/>
              <p:cNvSpPr/>
              <p:nvPr/>
            </p:nvSpPr>
            <p:spPr>
              <a:xfrm>
                <a:off x="369602" y="4834889"/>
                <a:ext cx="156924" cy="151267"/>
              </a:xfrm>
              <a:custGeom>
                <a:rect b="b" l="l" r="r" t="t"/>
                <a:pathLst>
                  <a:path extrusionOk="0" h="151267" w="156924">
                    <a:moveTo>
                      <a:pt x="110457" y="149542"/>
                    </a:moveTo>
                    <a:lnTo>
                      <a:pt x="79025" y="133350"/>
                    </a:lnTo>
                    <a:lnTo>
                      <a:pt x="47592" y="149542"/>
                    </a:lnTo>
                    <a:cubicBezTo>
                      <a:pt x="41877" y="152400"/>
                      <a:pt x="35210" y="151448"/>
                      <a:pt x="30447" y="148590"/>
                    </a:cubicBezTo>
                    <a:cubicBezTo>
                      <a:pt x="25685" y="144780"/>
                      <a:pt x="22827" y="139065"/>
                      <a:pt x="23780" y="132398"/>
                    </a:cubicBezTo>
                    <a:lnTo>
                      <a:pt x="29495" y="98108"/>
                    </a:lnTo>
                    <a:lnTo>
                      <a:pt x="4730" y="73342"/>
                    </a:lnTo>
                    <a:cubicBezTo>
                      <a:pt x="-33" y="68580"/>
                      <a:pt x="-985" y="62865"/>
                      <a:pt x="920" y="56198"/>
                    </a:cubicBezTo>
                    <a:cubicBezTo>
                      <a:pt x="2825" y="50483"/>
                      <a:pt x="7587" y="45720"/>
                      <a:pt x="14255" y="44767"/>
                    </a:cubicBezTo>
                    <a:lnTo>
                      <a:pt x="48545" y="40005"/>
                    </a:lnTo>
                    <a:lnTo>
                      <a:pt x="63785" y="8573"/>
                    </a:lnTo>
                    <a:cubicBezTo>
                      <a:pt x="69500" y="-2858"/>
                      <a:pt x="87597" y="-2858"/>
                      <a:pt x="93312" y="8573"/>
                    </a:cubicBezTo>
                    <a:lnTo>
                      <a:pt x="108552" y="40005"/>
                    </a:lnTo>
                    <a:lnTo>
                      <a:pt x="142842" y="44767"/>
                    </a:lnTo>
                    <a:cubicBezTo>
                      <a:pt x="148557" y="45720"/>
                      <a:pt x="154272" y="50483"/>
                      <a:pt x="156177" y="56198"/>
                    </a:cubicBezTo>
                    <a:cubicBezTo>
                      <a:pt x="158082" y="61913"/>
                      <a:pt x="156177" y="68580"/>
                      <a:pt x="152367" y="73342"/>
                    </a:cubicBezTo>
                    <a:lnTo>
                      <a:pt x="127602" y="98108"/>
                    </a:lnTo>
                    <a:lnTo>
                      <a:pt x="133317" y="132398"/>
                    </a:lnTo>
                    <a:cubicBezTo>
                      <a:pt x="134270" y="138113"/>
                      <a:pt x="131412" y="144780"/>
                      <a:pt x="126650" y="148590"/>
                    </a:cubicBezTo>
                    <a:cubicBezTo>
                      <a:pt x="122840" y="151448"/>
                      <a:pt x="116172" y="152400"/>
                      <a:pt x="110457" y="149542"/>
                    </a:cubicBezTo>
                    <a:lnTo>
                      <a:pt x="110457" y="14954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9" name="Google Shape;479;p31"/>
            <p:cNvSpPr/>
            <p:nvPr/>
          </p:nvSpPr>
          <p:spPr>
            <a:xfrm>
              <a:off x="1350851" y="3498247"/>
              <a:ext cx="158772" cy="52254"/>
            </a:xfrm>
            <a:custGeom>
              <a:rect b="b" l="l" r="r" t="t"/>
              <a:pathLst>
                <a:path extrusionOk="0" h="99059" w="300990">
                  <a:moveTo>
                    <a:pt x="267653" y="99060"/>
                  </a:moveTo>
                  <a:lnTo>
                    <a:pt x="300990" y="0"/>
                  </a:lnTo>
                  <a:lnTo>
                    <a:pt x="16193" y="0"/>
                  </a:lnTo>
                  <a:cubicBezTo>
                    <a:pt x="6668" y="0"/>
                    <a:pt x="0" y="7620"/>
                    <a:pt x="0" y="16193"/>
                  </a:cubicBezTo>
                  <a:lnTo>
                    <a:pt x="0" y="98107"/>
                  </a:lnTo>
                  <a:lnTo>
                    <a:pt x="267653" y="98107"/>
                  </a:lnTo>
                  <a:close/>
                  <a:moveTo>
                    <a:pt x="214313" y="33338"/>
                  </a:moveTo>
                  <a:cubicBezTo>
                    <a:pt x="223838" y="33338"/>
                    <a:pt x="230505" y="40957"/>
                    <a:pt x="230505" y="49530"/>
                  </a:cubicBezTo>
                  <a:cubicBezTo>
                    <a:pt x="230505" y="59055"/>
                    <a:pt x="222885" y="65722"/>
                    <a:pt x="214313" y="65722"/>
                  </a:cubicBezTo>
                  <a:cubicBezTo>
                    <a:pt x="205740" y="65722"/>
                    <a:pt x="198120" y="58103"/>
                    <a:pt x="198120" y="49530"/>
                  </a:cubicBezTo>
                  <a:cubicBezTo>
                    <a:pt x="197168" y="40005"/>
                    <a:pt x="204788" y="33338"/>
                    <a:pt x="214313" y="33338"/>
                  </a:cubicBezTo>
                  <a:lnTo>
                    <a:pt x="214313" y="33338"/>
                  </a:lnTo>
                  <a:close/>
                  <a:moveTo>
                    <a:pt x="148590" y="33338"/>
                  </a:moveTo>
                  <a:cubicBezTo>
                    <a:pt x="158115" y="33338"/>
                    <a:pt x="164783" y="40957"/>
                    <a:pt x="164783" y="49530"/>
                  </a:cubicBezTo>
                  <a:cubicBezTo>
                    <a:pt x="164783" y="59055"/>
                    <a:pt x="157163" y="65722"/>
                    <a:pt x="148590" y="65722"/>
                  </a:cubicBezTo>
                  <a:cubicBezTo>
                    <a:pt x="140018" y="65722"/>
                    <a:pt x="132398" y="58103"/>
                    <a:pt x="132398" y="49530"/>
                  </a:cubicBezTo>
                  <a:cubicBezTo>
                    <a:pt x="131445" y="40005"/>
                    <a:pt x="139065" y="33338"/>
                    <a:pt x="148590" y="33338"/>
                  </a:cubicBezTo>
                  <a:lnTo>
                    <a:pt x="148590" y="33338"/>
                  </a:lnTo>
                  <a:close/>
                  <a:moveTo>
                    <a:pt x="81915" y="33338"/>
                  </a:moveTo>
                  <a:cubicBezTo>
                    <a:pt x="91440" y="33338"/>
                    <a:pt x="98108" y="40957"/>
                    <a:pt x="98108" y="49530"/>
                  </a:cubicBezTo>
                  <a:cubicBezTo>
                    <a:pt x="98108" y="59055"/>
                    <a:pt x="90488" y="65722"/>
                    <a:pt x="81915" y="65722"/>
                  </a:cubicBezTo>
                  <a:cubicBezTo>
                    <a:pt x="72390" y="65722"/>
                    <a:pt x="65723" y="58103"/>
                    <a:pt x="65723" y="49530"/>
                  </a:cubicBezTo>
                  <a:cubicBezTo>
                    <a:pt x="65723" y="40005"/>
                    <a:pt x="73343" y="33338"/>
                    <a:pt x="81915" y="33338"/>
                  </a:cubicBezTo>
                  <a:lnTo>
                    <a:pt x="81915"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 name="Google Shape;480;p31"/>
            <p:cNvSpPr/>
            <p:nvPr/>
          </p:nvSpPr>
          <p:spPr>
            <a:xfrm>
              <a:off x="1350851" y="3498247"/>
              <a:ext cx="296442" cy="189421"/>
            </a:xfrm>
            <a:custGeom>
              <a:rect b="b" l="l" r="r" t="t"/>
              <a:pathLst>
                <a:path extrusionOk="0" h="359092" w="561975">
                  <a:moveTo>
                    <a:pt x="545783" y="0"/>
                  </a:moveTo>
                  <a:lnTo>
                    <a:pt x="336233" y="0"/>
                  </a:lnTo>
                  <a:lnTo>
                    <a:pt x="295275" y="120015"/>
                  </a:lnTo>
                  <a:cubicBezTo>
                    <a:pt x="293370" y="126682"/>
                    <a:pt x="286703" y="131445"/>
                    <a:pt x="280035" y="131445"/>
                  </a:cubicBezTo>
                  <a:lnTo>
                    <a:pt x="0" y="131445"/>
                  </a:lnTo>
                  <a:lnTo>
                    <a:pt x="0" y="342900"/>
                  </a:lnTo>
                  <a:cubicBezTo>
                    <a:pt x="0" y="352425"/>
                    <a:pt x="7620" y="359093"/>
                    <a:pt x="16193" y="359093"/>
                  </a:cubicBezTo>
                  <a:lnTo>
                    <a:pt x="147638" y="359093"/>
                  </a:lnTo>
                  <a:cubicBezTo>
                    <a:pt x="137160" y="345757"/>
                    <a:pt x="133350" y="329565"/>
                    <a:pt x="139065" y="313372"/>
                  </a:cubicBezTo>
                  <a:cubicBezTo>
                    <a:pt x="144780" y="295275"/>
                    <a:pt x="160020" y="282893"/>
                    <a:pt x="179070" y="280035"/>
                  </a:cubicBezTo>
                  <a:lnTo>
                    <a:pt x="218123" y="274320"/>
                  </a:lnTo>
                  <a:lnTo>
                    <a:pt x="236220" y="239078"/>
                  </a:lnTo>
                  <a:cubicBezTo>
                    <a:pt x="244793" y="222885"/>
                    <a:pt x="260985" y="212407"/>
                    <a:pt x="280035" y="212407"/>
                  </a:cubicBezTo>
                  <a:cubicBezTo>
                    <a:pt x="299085" y="212407"/>
                    <a:pt x="316230" y="222885"/>
                    <a:pt x="323850" y="239078"/>
                  </a:cubicBezTo>
                  <a:lnTo>
                    <a:pt x="341948" y="274320"/>
                  </a:lnTo>
                  <a:lnTo>
                    <a:pt x="381000" y="280035"/>
                  </a:lnTo>
                  <a:cubicBezTo>
                    <a:pt x="400050" y="282893"/>
                    <a:pt x="415290" y="295275"/>
                    <a:pt x="421005" y="313372"/>
                  </a:cubicBezTo>
                  <a:cubicBezTo>
                    <a:pt x="426720" y="329565"/>
                    <a:pt x="422910" y="346710"/>
                    <a:pt x="412433" y="359093"/>
                  </a:cubicBezTo>
                  <a:lnTo>
                    <a:pt x="545783" y="359093"/>
                  </a:lnTo>
                  <a:cubicBezTo>
                    <a:pt x="555308" y="359093"/>
                    <a:pt x="561975" y="351472"/>
                    <a:pt x="561975" y="342900"/>
                  </a:cubicBezTo>
                  <a:lnTo>
                    <a:pt x="561975" y="16193"/>
                  </a:lnTo>
                  <a:cubicBezTo>
                    <a:pt x="561975" y="7620"/>
                    <a:pt x="554355" y="0"/>
                    <a:pt x="545783" y="0"/>
                  </a:cubicBezTo>
                  <a:lnTo>
                    <a:pt x="545783" y="0"/>
                  </a:lnTo>
                  <a:close/>
                  <a:moveTo>
                    <a:pt x="444818" y="195263"/>
                  </a:moveTo>
                  <a:lnTo>
                    <a:pt x="115253" y="195263"/>
                  </a:lnTo>
                  <a:cubicBezTo>
                    <a:pt x="105728" y="195263"/>
                    <a:pt x="99060" y="187643"/>
                    <a:pt x="99060" y="179070"/>
                  </a:cubicBezTo>
                  <a:cubicBezTo>
                    <a:pt x="99060" y="169545"/>
                    <a:pt x="106680" y="162878"/>
                    <a:pt x="115253" y="162878"/>
                  </a:cubicBezTo>
                  <a:lnTo>
                    <a:pt x="444818" y="162878"/>
                  </a:lnTo>
                  <a:cubicBezTo>
                    <a:pt x="454343" y="162878"/>
                    <a:pt x="461010" y="170497"/>
                    <a:pt x="461010" y="179070"/>
                  </a:cubicBezTo>
                  <a:cubicBezTo>
                    <a:pt x="461010" y="187643"/>
                    <a:pt x="453390" y="195263"/>
                    <a:pt x="444818" y="195263"/>
                  </a:cubicBezTo>
                  <a:lnTo>
                    <a:pt x="444818" y="19526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1" name="Google Shape;481;p31"/>
          <p:cNvGrpSpPr/>
          <p:nvPr/>
        </p:nvGrpSpPr>
        <p:grpSpPr>
          <a:xfrm>
            <a:off x="4985420" y="2999431"/>
            <a:ext cx="263565" cy="297103"/>
            <a:chOff x="6830395" y="4163006"/>
            <a:chExt cx="263565" cy="297103"/>
          </a:xfrm>
        </p:grpSpPr>
        <p:sp>
          <p:nvSpPr>
            <p:cNvPr id="482" name="Google Shape;482;p31"/>
            <p:cNvSpPr/>
            <p:nvPr/>
          </p:nvSpPr>
          <p:spPr>
            <a:xfrm>
              <a:off x="6936354" y="4284878"/>
              <a:ext cx="17083" cy="47732"/>
            </a:xfrm>
            <a:custGeom>
              <a:rect b="b" l="l" r="r" t="t"/>
              <a:pathLst>
                <a:path extrusionOk="0" h="90487" w="32385">
                  <a:moveTo>
                    <a:pt x="32385" y="90488"/>
                  </a:moveTo>
                  <a:lnTo>
                    <a:pt x="32385" y="0"/>
                  </a:lnTo>
                  <a:lnTo>
                    <a:pt x="0" y="0"/>
                  </a:lnTo>
                  <a:cubicBezTo>
                    <a:pt x="3810" y="42863"/>
                    <a:pt x="17145" y="76200"/>
                    <a:pt x="32385" y="90488"/>
                  </a:cubicBezTo>
                  <a:lnTo>
                    <a:pt x="32385" y="9048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 name="Google Shape;483;p31"/>
            <p:cNvSpPr/>
            <p:nvPr/>
          </p:nvSpPr>
          <p:spPr>
            <a:xfrm>
              <a:off x="6971103" y="4284878"/>
              <a:ext cx="17083" cy="47732"/>
            </a:xfrm>
            <a:custGeom>
              <a:rect b="b" l="l" r="r" t="t"/>
              <a:pathLst>
                <a:path extrusionOk="0" h="90487" w="32385">
                  <a:moveTo>
                    <a:pt x="0" y="0"/>
                  </a:moveTo>
                  <a:lnTo>
                    <a:pt x="0" y="90488"/>
                  </a:lnTo>
                  <a:cubicBezTo>
                    <a:pt x="15240" y="76200"/>
                    <a:pt x="29527" y="41910"/>
                    <a:pt x="32385"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 name="Google Shape;484;p31"/>
            <p:cNvSpPr/>
            <p:nvPr/>
          </p:nvSpPr>
          <p:spPr>
            <a:xfrm>
              <a:off x="6971103" y="4219409"/>
              <a:ext cx="17083" cy="47732"/>
            </a:xfrm>
            <a:custGeom>
              <a:rect b="b" l="l" r="r" t="t"/>
              <a:pathLst>
                <a:path extrusionOk="0" h="90487" w="32385">
                  <a:moveTo>
                    <a:pt x="0" y="0"/>
                  </a:moveTo>
                  <a:lnTo>
                    <a:pt x="0" y="90488"/>
                  </a:lnTo>
                  <a:lnTo>
                    <a:pt x="32385" y="90488"/>
                  </a:lnTo>
                  <a:cubicBezTo>
                    <a:pt x="29527" y="48577"/>
                    <a:pt x="15240" y="14288"/>
                    <a:pt x="0"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 name="Google Shape;485;p31"/>
            <p:cNvSpPr/>
            <p:nvPr/>
          </p:nvSpPr>
          <p:spPr>
            <a:xfrm>
              <a:off x="6936354" y="4219409"/>
              <a:ext cx="17083" cy="47732"/>
            </a:xfrm>
            <a:custGeom>
              <a:rect b="b" l="l" r="r" t="t"/>
              <a:pathLst>
                <a:path extrusionOk="0" h="90487" w="32385">
                  <a:moveTo>
                    <a:pt x="32385" y="90488"/>
                  </a:moveTo>
                  <a:lnTo>
                    <a:pt x="32385" y="0"/>
                  </a:lnTo>
                  <a:cubicBezTo>
                    <a:pt x="17145" y="14288"/>
                    <a:pt x="2858" y="48577"/>
                    <a:pt x="0" y="90488"/>
                  </a:cubicBezTo>
                  <a:lnTo>
                    <a:pt x="32385" y="9048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 name="Google Shape;486;p31"/>
            <p:cNvSpPr/>
            <p:nvPr/>
          </p:nvSpPr>
          <p:spPr>
            <a:xfrm>
              <a:off x="6995779" y="4224949"/>
              <a:ext cx="26629" cy="42205"/>
            </a:xfrm>
            <a:custGeom>
              <a:rect b="b" l="l" r="r" t="t"/>
              <a:pathLst>
                <a:path extrusionOk="0" h="80010" w="50481">
                  <a:moveTo>
                    <a:pt x="18098" y="80010"/>
                  </a:moveTo>
                  <a:lnTo>
                    <a:pt x="50482" y="80010"/>
                  </a:lnTo>
                  <a:cubicBezTo>
                    <a:pt x="45719" y="46673"/>
                    <a:pt x="26669" y="18098"/>
                    <a:pt x="0" y="0"/>
                  </a:cubicBezTo>
                  <a:cubicBezTo>
                    <a:pt x="10477" y="21907"/>
                    <a:pt x="16192" y="49530"/>
                    <a:pt x="18098" y="80010"/>
                  </a:cubicBezTo>
                  <a:lnTo>
                    <a:pt x="18098" y="8001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 name="Google Shape;487;p31"/>
            <p:cNvSpPr/>
            <p:nvPr/>
          </p:nvSpPr>
          <p:spPr>
            <a:xfrm>
              <a:off x="6849230" y="4163006"/>
              <a:ext cx="226100" cy="226100"/>
            </a:xfrm>
            <a:custGeom>
              <a:rect b="b" l="l" r="r" t="t"/>
              <a:pathLst>
                <a:path extrusionOk="0" h="428625" w="428625">
                  <a:moveTo>
                    <a:pt x="214313" y="0"/>
                  </a:moveTo>
                  <a:cubicBezTo>
                    <a:pt x="96202" y="0"/>
                    <a:pt x="0" y="96202"/>
                    <a:pt x="0" y="214313"/>
                  </a:cubicBezTo>
                  <a:cubicBezTo>
                    <a:pt x="0" y="334327"/>
                    <a:pt x="97155" y="428625"/>
                    <a:pt x="214313" y="428625"/>
                  </a:cubicBezTo>
                  <a:cubicBezTo>
                    <a:pt x="330517" y="428625"/>
                    <a:pt x="428625" y="334327"/>
                    <a:pt x="428625" y="214313"/>
                  </a:cubicBezTo>
                  <a:cubicBezTo>
                    <a:pt x="427672" y="96202"/>
                    <a:pt x="332422" y="0"/>
                    <a:pt x="214313" y="0"/>
                  </a:cubicBezTo>
                  <a:lnTo>
                    <a:pt x="214313" y="0"/>
                  </a:lnTo>
                  <a:close/>
                  <a:moveTo>
                    <a:pt x="214313" y="361950"/>
                  </a:moveTo>
                  <a:cubicBezTo>
                    <a:pt x="132397" y="361950"/>
                    <a:pt x="65722" y="295275"/>
                    <a:pt x="65722" y="213360"/>
                  </a:cubicBezTo>
                  <a:cubicBezTo>
                    <a:pt x="65722" y="131445"/>
                    <a:pt x="132397" y="64770"/>
                    <a:pt x="214313" y="64770"/>
                  </a:cubicBezTo>
                  <a:cubicBezTo>
                    <a:pt x="296227" y="64770"/>
                    <a:pt x="362902" y="131445"/>
                    <a:pt x="362902" y="213360"/>
                  </a:cubicBezTo>
                  <a:cubicBezTo>
                    <a:pt x="361950" y="295275"/>
                    <a:pt x="296227" y="361950"/>
                    <a:pt x="214313" y="361950"/>
                  </a:cubicBezTo>
                  <a:lnTo>
                    <a:pt x="214313" y="36195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 name="Google Shape;488;p31"/>
            <p:cNvSpPr/>
            <p:nvPr/>
          </p:nvSpPr>
          <p:spPr>
            <a:xfrm>
              <a:off x="6995779" y="4284878"/>
              <a:ext cx="26629" cy="42205"/>
            </a:xfrm>
            <a:custGeom>
              <a:rect b="b" l="l" r="r" t="t"/>
              <a:pathLst>
                <a:path extrusionOk="0" h="80009" w="50481">
                  <a:moveTo>
                    <a:pt x="18098" y="0"/>
                  </a:moveTo>
                  <a:cubicBezTo>
                    <a:pt x="16192" y="30480"/>
                    <a:pt x="9525" y="58102"/>
                    <a:pt x="0" y="80010"/>
                  </a:cubicBezTo>
                  <a:cubicBezTo>
                    <a:pt x="26669" y="61913"/>
                    <a:pt x="45719" y="33338"/>
                    <a:pt x="50482" y="0"/>
                  </a:cubicBezTo>
                  <a:lnTo>
                    <a:pt x="18098"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 name="Google Shape;489;p31"/>
            <p:cNvSpPr/>
            <p:nvPr/>
          </p:nvSpPr>
          <p:spPr>
            <a:xfrm>
              <a:off x="6902109" y="4224949"/>
              <a:ext cx="26629" cy="42205"/>
            </a:xfrm>
            <a:custGeom>
              <a:rect b="b" l="l" r="r" t="t"/>
              <a:pathLst>
                <a:path extrusionOk="0" h="80010" w="50481">
                  <a:moveTo>
                    <a:pt x="32384" y="80010"/>
                  </a:moveTo>
                  <a:cubicBezTo>
                    <a:pt x="34290" y="49530"/>
                    <a:pt x="40957" y="21907"/>
                    <a:pt x="50482" y="0"/>
                  </a:cubicBezTo>
                  <a:cubicBezTo>
                    <a:pt x="23813" y="18098"/>
                    <a:pt x="4763" y="46673"/>
                    <a:pt x="0" y="80010"/>
                  </a:cubicBezTo>
                  <a:lnTo>
                    <a:pt x="32384" y="8001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0" name="Google Shape;490;p31"/>
            <p:cNvGrpSpPr/>
            <p:nvPr/>
          </p:nvGrpSpPr>
          <p:grpSpPr>
            <a:xfrm>
              <a:off x="6830395" y="4284764"/>
              <a:ext cx="263565" cy="175344"/>
              <a:chOff x="10368946" y="5912167"/>
              <a:chExt cx="498515" cy="331651"/>
            </a:xfrm>
          </p:grpSpPr>
          <p:sp>
            <p:nvSpPr>
              <p:cNvPr id="491" name="Google Shape;491;p31"/>
              <p:cNvSpPr/>
              <p:nvPr/>
            </p:nvSpPr>
            <p:spPr>
              <a:xfrm>
                <a:off x="10504169" y="5912167"/>
                <a:ext cx="50481" cy="80009"/>
              </a:xfrm>
              <a:custGeom>
                <a:rect b="b" l="l" r="r" t="t"/>
                <a:pathLst>
                  <a:path extrusionOk="0" h="80009" w="50481">
                    <a:moveTo>
                      <a:pt x="32384" y="0"/>
                    </a:moveTo>
                    <a:lnTo>
                      <a:pt x="0" y="0"/>
                    </a:lnTo>
                    <a:cubicBezTo>
                      <a:pt x="4763" y="33338"/>
                      <a:pt x="23813" y="61913"/>
                      <a:pt x="50482" y="80010"/>
                    </a:cubicBezTo>
                    <a:cubicBezTo>
                      <a:pt x="40957" y="58102"/>
                      <a:pt x="34290" y="30480"/>
                      <a:pt x="32384" y="0"/>
                    </a:cubicBezTo>
                    <a:lnTo>
                      <a:pt x="32384"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 name="Google Shape;492;p31"/>
              <p:cNvSpPr/>
              <p:nvPr/>
            </p:nvSpPr>
            <p:spPr>
              <a:xfrm>
                <a:off x="10368946" y="6076949"/>
                <a:ext cx="231425" cy="166869"/>
              </a:xfrm>
              <a:custGeom>
                <a:rect b="b" l="l" r="r" t="t"/>
                <a:pathLst>
                  <a:path extrusionOk="0" h="166869" w="231425">
                    <a:moveTo>
                      <a:pt x="77120" y="0"/>
                    </a:moveTo>
                    <a:lnTo>
                      <a:pt x="4730" y="72390"/>
                    </a:lnTo>
                    <a:cubicBezTo>
                      <a:pt x="-33" y="77152"/>
                      <a:pt x="-985" y="83820"/>
                      <a:pt x="920" y="90488"/>
                    </a:cubicBezTo>
                    <a:cubicBezTo>
                      <a:pt x="3778" y="96202"/>
                      <a:pt x="9492" y="100965"/>
                      <a:pt x="16161" y="100965"/>
                    </a:cubicBezTo>
                    <a:lnTo>
                      <a:pt x="104742" y="100965"/>
                    </a:lnTo>
                    <a:lnTo>
                      <a:pt x="133317" y="158115"/>
                    </a:lnTo>
                    <a:cubicBezTo>
                      <a:pt x="136175" y="162877"/>
                      <a:pt x="140938" y="166688"/>
                      <a:pt x="146653" y="166688"/>
                    </a:cubicBezTo>
                    <a:cubicBezTo>
                      <a:pt x="152367" y="167640"/>
                      <a:pt x="158082" y="164782"/>
                      <a:pt x="160940" y="160020"/>
                    </a:cubicBezTo>
                    <a:lnTo>
                      <a:pt x="231425" y="66675"/>
                    </a:lnTo>
                    <a:cubicBezTo>
                      <a:pt x="175228" y="62865"/>
                      <a:pt x="122840" y="42863"/>
                      <a:pt x="77120" y="0"/>
                    </a:cubicBezTo>
                    <a:lnTo>
                      <a:pt x="7712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 name="Google Shape;493;p31"/>
              <p:cNvSpPr/>
              <p:nvPr/>
            </p:nvSpPr>
            <p:spPr>
              <a:xfrm>
                <a:off x="10635614" y="6076949"/>
                <a:ext cx="231847" cy="166687"/>
              </a:xfrm>
              <a:custGeom>
                <a:rect b="b" l="l" r="r" t="t"/>
                <a:pathLst>
                  <a:path extrusionOk="0" h="166687" w="231847">
                    <a:moveTo>
                      <a:pt x="154306" y="0"/>
                    </a:moveTo>
                    <a:cubicBezTo>
                      <a:pt x="110490" y="40957"/>
                      <a:pt x="59056" y="62865"/>
                      <a:pt x="0" y="66675"/>
                    </a:cubicBezTo>
                    <a:lnTo>
                      <a:pt x="70485" y="160020"/>
                    </a:lnTo>
                    <a:cubicBezTo>
                      <a:pt x="74295" y="164782"/>
                      <a:pt x="80010" y="166688"/>
                      <a:pt x="84773" y="166688"/>
                    </a:cubicBezTo>
                    <a:cubicBezTo>
                      <a:pt x="90488" y="165735"/>
                      <a:pt x="95250" y="162877"/>
                      <a:pt x="98108" y="158115"/>
                    </a:cubicBezTo>
                    <a:lnTo>
                      <a:pt x="126683" y="100965"/>
                    </a:lnTo>
                    <a:lnTo>
                      <a:pt x="215265" y="100965"/>
                    </a:lnTo>
                    <a:cubicBezTo>
                      <a:pt x="221933" y="100965"/>
                      <a:pt x="227648" y="97155"/>
                      <a:pt x="230506" y="90488"/>
                    </a:cubicBezTo>
                    <a:cubicBezTo>
                      <a:pt x="233363" y="84773"/>
                      <a:pt x="231458" y="77152"/>
                      <a:pt x="226695" y="72390"/>
                    </a:cubicBezTo>
                    <a:lnTo>
                      <a:pt x="154306"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94" name="Google Shape;494;p31"/>
          <p:cNvGrpSpPr/>
          <p:nvPr/>
        </p:nvGrpSpPr>
        <p:grpSpPr>
          <a:xfrm>
            <a:off x="1073831" y="2999618"/>
            <a:ext cx="296603" cy="296712"/>
            <a:chOff x="2035756" y="4163006"/>
            <a:chExt cx="296603" cy="296712"/>
          </a:xfrm>
        </p:grpSpPr>
        <p:sp>
          <p:nvSpPr>
            <p:cNvPr id="495" name="Google Shape;495;p31"/>
            <p:cNvSpPr/>
            <p:nvPr/>
          </p:nvSpPr>
          <p:spPr>
            <a:xfrm>
              <a:off x="2105757" y="4163006"/>
              <a:ext cx="226602" cy="191934"/>
            </a:xfrm>
            <a:custGeom>
              <a:rect b="b" l="l" r="r" t="t"/>
              <a:pathLst>
                <a:path extrusionOk="0" h="363855" w="429577">
                  <a:moveTo>
                    <a:pt x="345758" y="98107"/>
                  </a:moveTo>
                  <a:cubicBezTo>
                    <a:pt x="345758" y="72390"/>
                    <a:pt x="356235" y="46673"/>
                    <a:pt x="375285" y="28575"/>
                  </a:cubicBezTo>
                  <a:cubicBezTo>
                    <a:pt x="379095" y="24765"/>
                    <a:pt x="381000" y="19050"/>
                    <a:pt x="380048" y="14288"/>
                  </a:cubicBezTo>
                  <a:cubicBezTo>
                    <a:pt x="379095" y="8573"/>
                    <a:pt x="376238" y="4763"/>
                    <a:pt x="371475" y="1905"/>
                  </a:cubicBezTo>
                  <a:cubicBezTo>
                    <a:pt x="369570" y="952"/>
                    <a:pt x="364808" y="0"/>
                    <a:pt x="362903" y="0"/>
                  </a:cubicBezTo>
                  <a:cubicBezTo>
                    <a:pt x="315278" y="0"/>
                    <a:pt x="271463" y="27623"/>
                    <a:pt x="247650" y="68580"/>
                  </a:cubicBezTo>
                  <a:cubicBezTo>
                    <a:pt x="237173" y="67627"/>
                    <a:pt x="225743" y="66675"/>
                    <a:pt x="214313" y="66675"/>
                  </a:cubicBezTo>
                  <a:cubicBezTo>
                    <a:pt x="96203" y="66675"/>
                    <a:pt x="0" y="133350"/>
                    <a:pt x="0" y="215265"/>
                  </a:cubicBezTo>
                  <a:cubicBezTo>
                    <a:pt x="0" y="279082"/>
                    <a:pt x="71438" y="363855"/>
                    <a:pt x="214313" y="363855"/>
                  </a:cubicBezTo>
                  <a:cubicBezTo>
                    <a:pt x="320040" y="363855"/>
                    <a:pt x="429578" y="306705"/>
                    <a:pt x="429578" y="215265"/>
                  </a:cubicBezTo>
                  <a:cubicBezTo>
                    <a:pt x="429578" y="168593"/>
                    <a:pt x="398145" y="125730"/>
                    <a:pt x="345758" y="98107"/>
                  </a:cubicBezTo>
                  <a:lnTo>
                    <a:pt x="345758" y="98107"/>
                  </a:lnTo>
                  <a:close/>
                  <a:moveTo>
                    <a:pt x="164783" y="231457"/>
                  </a:moveTo>
                  <a:cubicBezTo>
                    <a:pt x="164783" y="240982"/>
                    <a:pt x="157163" y="247650"/>
                    <a:pt x="148590" y="247650"/>
                  </a:cubicBezTo>
                  <a:cubicBezTo>
                    <a:pt x="140018" y="247650"/>
                    <a:pt x="132398" y="240030"/>
                    <a:pt x="132398" y="231457"/>
                  </a:cubicBezTo>
                  <a:lnTo>
                    <a:pt x="132398" y="198120"/>
                  </a:lnTo>
                  <a:cubicBezTo>
                    <a:pt x="132398" y="188595"/>
                    <a:pt x="140018" y="181927"/>
                    <a:pt x="148590" y="181927"/>
                  </a:cubicBezTo>
                  <a:cubicBezTo>
                    <a:pt x="157163" y="181927"/>
                    <a:pt x="164783" y="189548"/>
                    <a:pt x="164783" y="198120"/>
                  </a:cubicBezTo>
                  <a:lnTo>
                    <a:pt x="164783" y="231457"/>
                  </a:lnTo>
                  <a:close/>
                  <a:moveTo>
                    <a:pt x="230505" y="231457"/>
                  </a:moveTo>
                  <a:cubicBezTo>
                    <a:pt x="230505" y="240982"/>
                    <a:pt x="222885" y="247650"/>
                    <a:pt x="214313" y="247650"/>
                  </a:cubicBezTo>
                  <a:cubicBezTo>
                    <a:pt x="205740" y="247650"/>
                    <a:pt x="198120" y="240030"/>
                    <a:pt x="198120" y="231457"/>
                  </a:cubicBezTo>
                  <a:lnTo>
                    <a:pt x="198120" y="198120"/>
                  </a:lnTo>
                  <a:cubicBezTo>
                    <a:pt x="198120" y="188595"/>
                    <a:pt x="205740" y="181927"/>
                    <a:pt x="214313" y="181927"/>
                  </a:cubicBezTo>
                  <a:cubicBezTo>
                    <a:pt x="222885" y="181927"/>
                    <a:pt x="230505" y="189548"/>
                    <a:pt x="230505" y="198120"/>
                  </a:cubicBezTo>
                  <a:lnTo>
                    <a:pt x="230505" y="231457"/>
                  </a:lnTo>
                  <a:close/>
                  <a:moveTo>
                    <a:pt x="297180" y="231457"/>
                  </a:moveTo>
                  <a:cubicBezTo>
                    <a:pt x="297180" y="240982"/>
                    <a:pt x="289560" y="247650"/>
                    <a:pt x="280988" y="247650"/>
                  </a:cubicBezTo>
                  <a:cubicBezTo>
                    <a:pt x="272415" y="247650"/>
                    <a:pt x="264795" y="240030"/>
                    <a:pt x="264795" y="231457"/>
                  </a:cubicBezTo>
                  <a:lnTo>
                    <a:pt x="264795" y="198120"/>
                  </a:lnTo>
                  <a:cubicBezTo>
                    <a:pt x="264795" y="188595"/>
                    <a:pt x="272415" y="181927"/>
                    <a:pt x="280988" y="181927"/>
                  </a:cubicBezTo>
                  <a:cubicBezTo>
                    <a:pt x="289560" y="181927"/>
                    <a:pt x="297180" y="189548"/>
                    <a:pt x="297180" y="198120"/>
                  </a:cubicBezTo>
                  <a:lnTo>
                    <a:pt x="297180" y="23145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 name="Google Shape;496;p31"/>
            <p:cNvSpPr/>
            <p:nvPr/>
          </p:nvSpPr>
          <p:spPr>
            <a:xfrm>
              <a:off x="2035756" y="4280345"/>
              <a:ext cx="222582" cy="179372"/>
            </a:xfrm>
            <a:custGeom>
              <a:rect b="b" l="l" r="r" t="t"/>
              <a:pathLst>
                <a:path extrusionOk="0" h="340042" w="421957">
                  <a:moveTo>
                    <a:pt x="346710" y="174307"/>
                  </a:moveTo>
                  <a:cubicBezTo>
                    <a:pt x="229553" y="174307"/>
                    <a:pt x="105728" y="108585"/>
                    <a:pt x="100013" y="0"/>
                  </a:cubicBezTo>
                  <a:cubicBezTo>
                    <a:pt x="39053" y="26670"/>
                    <a:pt x="0" y="73343"/>
                    <a:pt x="0" y="124778"/>
                  </a:cubicBezTo>
                  <a:cubicBezTo>
                    <a:pt x="0" y="170498"/>
                    <a:pt x="31433" y="214313"/>
                    <a:pt x="83820" y="241935"/>
                  </a:cubicBezTo>
                  <a:cubicBezTo>
                    <a:pt x="83820" y="267653"/>
                    <a:pt x="73342" y="293370"/>
                    <a:pt x="54292" y="311468"/>
                  </a:cubicBezTo>
                  <a:cubicBezTo>
                    <a:pt x="43815" y="321945"/>
                    <a:pt x="50483" y="340043"/>
                    <a:pt x="67628" y="340043"/>
                  </a:cubicBezTo>
                  <a:cubicBezTo>
                    <a:pt x="115253" y="340043"/>
                    <a:pt x="159067" y="312420"/>
                    <a:pt x="182880" y="271463"/>
                  </a:cubicBezTo>
                  <a:cubicBezTo>
                    <a:pt x="193358" y="272415"/>
                    <a:pt x="204788" y="273368"/>
                    <a:pt x="216217" y="273368"/>
                  </a:cubicBezTo>
                  <a:cubicBezTo>
                    <a:pt x="313372" y="273368"/>
                    <a:pt x="396240" y="227648"/>
                    <a:pt x="421958" y="165735"/>
                  </a:cubicBezTo>
                  <a:cubicBezTo>
                    <a:pt x="397192" y="171450"/>
                    <a:pt x="372428" y="174307"/>
                    <a:pt x="346710" y="174307"/>
                  </a:cubicBezTo>
                  <a:lnTo>
                    <a:pt x="346710" y="17430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7" name="Google Shape;497;p31"/>
          <p:cNvGrpSpPr/>
          <p:nvPr/>
        </p:nvGrpSpPr>
        <p:grpSpPr>
          <a:xfrm>
            <a:off x="1738925" y="4718600"/>
            <a:ext cx="5666144" cy="116400"/>
            <a:chOff x="1738925" y="4718600"/>
            <a:chExt cx="5666144" cy="116400"/>
          </a:xfrm>
        </p:grpSpPr>
        <p:sp>
          <p:nvSpPr>
            <p:cNvPr id="498" name="Google Shape;498;p31">
              <a:hlinkClick action="ppaction://hlinksldjump" r:id="rId3"/>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99" name="Google Shape;499;p31">
              <a:hlinkClick action="ppaction://hlinksldjump" r:id="rId4"/>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00" name="Google Shape;500;p31">
              <a:hlinkClick action="ppaction://hlinksldjump" r:id="rId5"/>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01" name="Google Shape;501;p31">
              <a:hlinkClick action="ppaction://hlinksldjump" r:id="rId6"/>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02" name="Google Shape;502;p31">
              <a:hlinkClick action="ppaction://hlinksldjump" r:id="rId7"/>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03" name="Google Shape;503;p31">
              <a:hlinkClick action="ppaction://hlinksldjump" r:id="rId8"/>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04" name="Google Shape;504;p31">
              <a:hlinkClick action="ppaction://hlinksldjump" r:id="rId9"/>
            </p:cNvPr>
            <p:cNvSpPr/>
            <p:nvPr/>
          </p:nvSpPr>
          <p:spPr>
            <a:xfrm>
              <a:off x="3783567"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05" name="Google Shape;505;p31">
              <a:hlinkClick action="ppaction://hlinksldjump" r:id="rId10"/>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06" name="Google Shape;506;p31">
              <a:hlinkClick action="ppaction://hlinksldjump" r:id="rId11"/>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07" name="Google Shape;507;p31">
              <a:hlinkClick action="ppaction://hlinksldjump" r:id="rId12"/>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08" name="Google Shape;508;p31">
              <a:hlinkClick action="ppaction://hlinksldjump" r:id="rId13"/>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09" name="Google Shape;509;p31">
              <a:hlinkClick action="ppaction://hlinksldjump" r:id="rId14"/>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0" name="Google Shape;510;p31">
              <a:hlinkClick action="ppaction://hlinksldjump" r:id="rId15"/>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1" name="Google Shape;511;p31">
              <a:hlinkClick action="ppaction://hlinksldjump" r:id="rId16"/>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2" name="Google Shape;512;p31">
              <a:hlinkClick action="ppaction://hlinksldjump" r:id="rId17"/>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3" name="Google Shape;513;p31">
              <a:hlinkClick action="ppaction://hlinksldjump" r:id="rId18"/>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4" name="Google Shape;514;p31">
              <a:hlinkClick action="ppaction://hlinksldjump" r:id="rId19"/>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5" name="Google Shape;515;p31">
              <a:hlinkClick action="ppaction://hlinksldjump" r:id="rId20"/>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6" name="Google Shape;516;p31">
              <a:hlinkClick action="ppaction://hlinksldjump" r:id="rId21"/>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7" name="Google Shape;517;p31">
              <a:hlinkClick action="ppaction://hlinksldjump" r:id="rId22"/>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 name="Shape 521"/>
        <p:cNvGrpSpPr/>
        <p:nvPr/>
      </p:nvGrpSpPr>
      <p:grpSpPr>
        <a:xfrm>
          <a:off x="0" y="0"/>
          <a:ext cx="0" cy="0"/>
          <a:chOff x="0" y="0"/>
          <a:chExt cx="0" cy="0"/>
        </a:xfrm>
      </p:grpSpPr>
      <p:sp>
        <p:nvSpPr>
          <p:cNvPr id="522" name="Google Shape;522;p32"/>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Six recommendations</a:t>
            </a:r>
            <a:endParaRPr/>
          </a:p>
        </p:txBody>
      </p:sp>
      <p:sp>
        <p:nvSpPr>
          <p:cNvPr id="523" name="Google Shape;523;p32"/>
          <p:cNvSpPr txBox="1"/>
          <p:nvPr>
            <p:ph idx="1" type="subTitle"/>
          </p:nvPr>
        </p:nvSpPr>
        <p:spPr>
          <a:xfrm>
            <a:off x="801000" y="1753075"/>
            <a:ext cx="2333700" cy="109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Structure your pitch deck clearly and make sure all the important points are easy </a:t>
            </a:r>
            <a:endParaRPr/>
          </a:p>
          <a:p>
            <a:pPr indent="0" lvl="0" marL="0" rtl="0" algn="ctr">
              <a:spcBef>
                <a:spcPts val="0"/>
              </a:spcBef>
              <a:spcAft>
                <a:spcPts val="0"/>
              </a:spcAft>
              <a:buNone/>
            </a:pPr>
            <a:r>
              <a:rPr lang="en"/>
              <a:t>to </a:t>
            </a:r>
            <a:r>
              <a:rPr lang="en"/>
              <a:t>understand</a:t>
            </a:r>
            <a:endParaRPr/>
          </a:p>
        </p:txBody>
      </p:sp>
      <p:sp>
        <p:nvSpPr>
          <p:cNvPr id="524" name="Google Shape;524;p32"/>
          <p:cNvSpPr txBox="1"/>
          <p:nvPr>
            <p:ph idx="2" type="subTitle"/>
          </p:nvPr>
        </p:nvSpPr>
        <p:spPr>
          <a:xfrm>
            <a:off x="3410347" y="1753079"/>
            <a:ext cx="2319600" cy="109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Incorporate visuals or graphics to illustrate your message and keep the audience engaged</a:t>
            </a:r>
            <a:endParaRPr/>
          </a:p>
        </p:txBody>
      </p:sp>
      <p:sp>
        <p:nvSpPr>
          <p:cNvPr id="525" name="Google Shape;525;p32"/>
          <p:cNvSpPr txBox="1"/>
          <p:nvPr>
            <p:ph idx="3" type="subTitle"/>
          </p:nvPr>
        </p:nvSpPr>
        <p:spPr>
          <a:xfrm>
            <a:off x="801075" y="3298725"/>
            <a:ext cx="2333700" cy="109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Include impactful stories, statistics, or facts that will help your audience remember your</a:t>
            </a:r>
            <a:endParaRPr/>
          </a:p>
          <a:p>
            <a:pPr indent="0" lvl="0" marL="0" rtl="0" algn="ctr">
              <a:spcBef>
                <a:spcPts val="0"/>
              </a:spcBef>
              <a:spcAft>
                <a:spcPts val="0"/>
              </a:spcAft>
              <a:buNone/>
            </a:pPr>
            <a:r>
              <a:rPr lang="en"/>
              <a:t>message afterwards</a:t>
            </a:r>
            <a:endParaRPr/>
          </a:p>
        </p:txBody>
      </p:sp>
      <p:sp>
        <p:nvSpPr>
          <p:cNvPr id="526" name="Google Shape;526;p32"/>
          <p:cNvSpPr txBox="1"/>
          <p:nvPr>
            <p:ph idx="4" type="subTitle"/>
          </p:nvPr>
        </p:nvSpPr>
        <p:spPr>
          <a:xfrm>
            <a:off x="3410348" y="3298726"/>
            <a:ext cx="2319600" cy="109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Practice presenting your deck beforehand with friends or colleagues for feedback, then use this input to refine it further</a:t>
            </a:r>
            <a:endParaRPr/>
          </a:p>
        </p:txBody>
      </p:sp>
      <p:sp>
        <p:nvSpPr>
          <p:cNvPr id="527" name="Google Shape;527;p32"/>
          <p:cNvSpPr txBox="1"/>
          <p:nvPr>
            <p:ph idx="7" type="subTitle"/>
          </p:nvPr>
        </p:nvSpPr>
        <p:spPr>
          <a:xfrm>
            <a:off x="800875" y="1371775"/>
            <a:ext cx="2333700" cy="46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Keep it simple</a:t>
            </a:r>
            <a:endParaRPr/>
          </a:p>
        </p:txBody>
      </p:sp>
      <p:sp>
        <p:nvSpPr>
          <p:cNvPr id="528" name="Google Shape;528;p32"/>
          <p:cNvSpPr txBox="1"/>
          <p:nvPr>
            <p:ph idx="8" type="subTitle"/>
          </p:nvPr>
        </p:nvSpPr>
        <p:spPr>
          <a:xfrm>
            <a:off x="3417192" y="1371775"/>
            <a:ext cx="2310600" cy="46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Use visuals</a:t>
            </a:r>
            <a:endParaRPr/>
          </a:p>
        </p:txBody>
      </p:sp>
      <p:sp>
        <p:nvSpPr>
          <p:cNvPr id="529" name="Google Shape;529;p32"/>
          <p:cNvSpPr txBox="1"/>
          <p:nvPr>
            <p:ph idx="9" type="subTitle"/>
          </p:nvPr>
        </p:nvSpPr>
        <p:spPr>
          <a:xfrm>
            <a:off x="6003225" y="1371775"/>
            <a:ext cx="2328900" cy="46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Keep it short </a:t>
            </a:r>
            <a:endParaRPr/>
          </a:p>
        </p:txBody>
      </p:sp>
      <p:sp>
        <p:nvSpPr>
          <p:cNvPr id="530" name="Google Shape;530;p32"/>
          <p:cNvSpPr txBox="1"/>
          <p:nvPr>
            <p:ph idx="5" type="subTitle"/>
          </p:nvPr>
        </p:nvSpPr>
        <p:spPr>
          <a:xfrm>
            <a:off x="6007901" y="1753080"/>
            <a:ext cx="2328900" cy="109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good pitch deck should be concise and clear; avoid trying to cram in too much information</a:t>
            </a:r>
            <a:endParaRPr/>
          </a:p>
        </p:txBody>
      </p:sp>
      <p:sp>
        <p:nvSpPr>
          <p:cNvPr id="531" name="Google Shape;531;p32"/>
          <p:cNvSpPr txBox="1"/>
          <p:nvPr>
            <p:ph idx="6" type="subTitle"/>
          </p:nvPr>
        </p:nvSpPr>
        <p:spPr>
          <a:xfrm>
            <a:off x="6007902" y="3298726"/>
            <a:ext cx="2328900" cy="109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pitch deck is an overview of your business; focus on key points that get the most important ideas across</a:t>
            </a:r>
            <a:endParaRPr/>
          </a:p>
        </p:txBody>
      </p:sp>
      <p:sp>
        <p:nvSpPr>
          <p:cNvPr id="532" name="Google Shape;532;p32"/>
          <p:cNvSpPr txBox="1"/>
          <p:nvPr>
            <p:ph idx="13" type="subTitle"/>
          </p:nvPr>
        </p:nvSpPr>
        <p:spPr>
          <a:xfrm>
            <a:off x="801075" y="2917575"/>
            <a:ext cx="2333700" cy="46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Make it memorable </a:t>
            </a:r>
            <a:endParaRPr/>
          </a:p>
        </p:txBody>
      </p:sp>
      <p:sp>
        <p:nvSpPr>
          <p:cNvPr id="533" name="Google Shape;533;p32"/>
          <p:cNvSpPr txBox="1"/>
          <p:nvPr>
            <p:ph idx="14" type="subTitle"/>
          </p:nvPr>
        </p:nvSpPr>
        <p:spPr>
          <a:xfrm>
            <a:off x="3417189" y="2917574"/>
            <a:ext cx="2310600" cy="46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Test &amp; iterate </a:t>
            </a:r>
            <a:endParaRPr/>
          </a:p>
        </p:txBody>
      </p:sp>
      <p:sp>
        <p:nvSpPr>
          <p:cNvPr id="534" name="Google Shape;534;p32"/>
          <p:cNvSpPr txBox="1"/>
          <p:nvPr>
            <p:ph idx="15" type="subTitle"/>
          </p:nvPr>
        </p:nvSpPr>
        <p:spPr>
          <a:xfrm>
            <a:off x="6012490" y="2917575"/>
            <a:ext cx="2319600" cy="46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Main points</a:t>
            </a:r>
            <a:endParaRPr/>
          </a:p>
        </p:txBody>
      </p:sp>
      <p:grpSp>
        <p:nvGrpSpPr>
          <p:cNvPr id="535" name="Google Shape;535;p32"/>
          <p:cNvGrpSpPr/>
          <p:nvPr/>
        </p:nvGrpSpPr>
        <p:grpSpPr>
          <a:xfrm>
            <a:off x="1738925" y="4718600"/>
            <a:ext cx="5666144" cy="116400"/>
            <a:chOff x="1738925" y="4718600"/>
            <a:chExt cx="5666144" cy="116400"/>
          </a:xfrm>
        </p:grpSpPr>
        <p:sp>
          <p:nvSpPr>
            <p:cNvPr id="536" name="Google Shape;536;p32">
              <a:hlinkClick action="ppaction://hlinksldjump" r:id="rId3"/>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37" name="Google Shape;537;p32">
              <a:hlinkClick action="ppaction://hlinksldjump" r:id="rId4"/>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38" name="Google Shape;538;p32">
              <a:hlinkClick action="ppaction://hlinksldjump" r:id="rId5"/>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39" name="Google Shape;539;p32">
              <a:hlinkClick action="ppaction://hlinksldjump" r:id="rId6"/>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40" name="Google Shape;540;p32">
              <a:hlinkClick action="ppaction://hlinksldjump" r:id="rId7"/>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41" name="Google Shape;541;p32">
              <a:hlinkClick action="ppaction://hlinksldjump" r:id="rId8"/>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42" name="Google Shape;542;p32">
              <a:hlinkClick action="ppaction://hlinksldjump" r:id="rId9"/>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43" name="Google Shape;543;p32">
              <a:hlinkClick action="ppaction://hlinksldjump" r:id="rId10"/>
            </p:cNvPr>
            <p:cNvSpPr/>
            <p:nvPr/>
          </p:nvSpPr>
          <p:spPr>
            <a:xfrm>
              <a:off x="4075659"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44" name="Google Shape;544;p32">
              <a:hlinkClick action="ppaction://hlinksldjump" r:id="rId11"/>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45" name="Google Shape;545;p32">
              <a:hlinkClick action="ppaction://hlinksldjump" r:id="rId12"/>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46" name="Google Shape;546;p32">
              <a:hlinkClick action="ppaction://hlinksldjump" r:id="rId13"/>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47" name="Google Shape;547;p32">
              <a:hlinkClick action="ppaction://hlinksldjump" r:id="rId14"/>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48" name="Google Shape;548;p32">
              <a:hlinkClick action="ppaction://hlinksldjump" r:id="rId15"/>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49" name="Google Shape;549;p32">
              <a:hlinkClick action="ppaction://hlinksldjump" r:id="rId16"/>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0" name="Google Shape;550;p32">
              <a:hlinkClick action="ppaction://hlinksldjump" r:id="rId17"/>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1" name="Google Shape;551;p32">
              <a:hlinkClick action="ppaction://hlinksldjump" r:id="rId18"/>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2" name="Google Shape;552;p32">
              <a:hlinkClick action="ppaction://hlinksldjump" r:id="rId19"/>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3" name="Google Shape;553;p32">
              <a:hlinkClick action="ppaction://hlinksldjump" r:id="rId20"/>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4" name="Google Shape;554;p32">
              <a:hlinkClick action="ppaction://hlinksldjump" r:id="rId21"/>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5" name="Google Shape;555;p32">
              <a:hlinkClick action="ppaction://hlinksldjump" r:id="rId22"/>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9" name="Shape 559"/>
        <p:cNvGrpSpPr/>
        <p:nvPr/>
      </p:nvGrpSpPr>
      <p:grpSpPr>
        <a:xfrm>
          <a:off x="0" y="0"/>
          <a:ext cx="0" cy="0"/>
          <a:chOff x="0" y="0"/>
          <a:chExt cx="0" cy="0"/>
        </a:xfrm>
      </p:grpSpPr>
      <p:sp>
        <p:nvSpPr>
          <p:cNvPr id="560" name="Google Shape;560;p33"/>
          <p:cNvSpPr txBox="1"/>
          <p:nvPr>
            <p:ph idx="1" type="subTitle"/>
          </p:nvPr>
        </p:nvSpPr>
        <p:spPr>
          <a:xfrm>
            <a:off x="798400" y="3678522"/>
            <a:ext cx="3492600" cy="42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Estimated delivery time per unit</a:t>
            </a:r>
            <a:endParaRPr/>
          </a:p>
        </p:txBody>
      </p:sp>
      <p:sp>
        <p:nvSpPr>
          <p:cNvPr id="561" name="Google Shape;561;p33"/>
          <p:cNvSpPr txBox="1"/>
          <p:nvPr>
            <p:ph type="title"/>
          </p:nvPr>
        </p:nvSpPr>
        <p:spPr>
          <a:xfrm>
            <a:off x="798388" y="2751471"/>
            <a:ext cx="34926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562" name="Google Shape;562;p33"/>
          <p:cNvSpPr txBox="1"/>
          <p:nvPr>
            <p:ph idx="2" type="title"/>
          </p:nvPr>
        </p:nvSpPr>
        <p:spPr>
          <a:xfrm>
            <a:off x="2825700" y="1040485"/>
            <a:ext cx="34926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563" name="Google Shape;563;p33"/>
          <p:cNvSpPr txBox="1"/>
          <p:nvPr>
            <p:ph idx="3" type="subTitle"/>
          </p:nvPr>
        </p:nvSpPr>
        <p:spPr>
          <a:xfrm>
            <a:off x="2825700" y="1967824"/>
            <a:ext cx="3492600" cy="42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Users bought our product</a:t>
            </a:r>
            <a:endParaRPr/>
          </a:p>
        </p:txBody>
      </p:sp>
      <p:sp>
        <p:nvSpPr>
          <p:cNvPr id="564" name="Google Shape;564;p33"/>
          <p:cNvSpPr txBox="1"/>
          <p:nvPr>
            <p:ph idx="4" type="title"/>
          </p:nvPr>
        </p:nvSpPr>
        <p:spPr>
          <a:xfrm>
            <a:off x="4853013" y="2751471"/>
            <a:ext cx="34926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565" name="Google Shape;565;p33"/>
          <p:cNvSpPr txBox="1"/>
          <p:nvPr>
            <p:ph idx="5" type="subTitle"/>
          </p:nvPr>
        </p:nvSpPr>
        <p:spPr>
          <a:xfrm>
            <a:off x="4853025" y="3678522"/>
            <a:ext cx="3492600" cy="42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Avg. distance travelled by logistics team</a:t>
            </a:r>
            <a:endParaRPr/>
          </a:p>
        </p:txBody>
      </p:sp>
      <p:grpSp>
        <p:nvGrpSpPr>
          <p:cNvPr id="566" name="Google Shape;566;p33"/>
          <p:cNvGrpSpPr/>
          <p:nvPr/>
        </p:nvGrpSpPr>
        <p:grpSpPr>
          <a:xfrm>
            <a:off x="1738925" y="4718600"/>
            <a:ext cx="5666144" cy="116400"/>
            <a:chOff x="1738925" y="4718600"/>
            <a:chExt cx="5666144" cy="116400"/>
          </a:xfrm>
        </p:grpSpPr>
        <p:sp>
          <p:nvSpPr>
            <p:cNvPr id="567" name="Google Shape;567;p33">
              <a:hlinkClick action="ppaction://hlinksldjump" r:id="rId3"/>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68" name="Google Shape;568;p33">
              <a:hlinkClick action="ppaction://hlinksldjump" r:id="rId4"/>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69" name="Google Shape;569;p33">
              <a:hlinkClick action="ppaction://hlinksldjump" r:id="rId5"/>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70" name="Google Shape;570;p33">
              <a:hlinkClick action="ppaction://hlinksldjump" r:id="rId6"/>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71" name="Google Shape;571;p33">
              <a:hlinkClick action="ppaction://hlinksldjump" r:id="rId7"/>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72" name="Google Shape;572;p33">
              <a:hlinkClick action="ppaction://hlinksldjump" r:id="rId8"/>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73" name="Google Shape;573;p33">
              <a:hlinkClick action="ppaction://hlinksldjump" r:id="rId9"/>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74" name="Google Shape;574;p33">
              <a:hlinkClick action="ppaction://hlinksldjump" r:id="rId10"/>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75" name="Google Shape;575;p33">
              <a:hlinkClick action="ppaction://hlinksldjump" r:id="rId11"/>
            </p:cNvPr>
            <p:cNvSpPr/>
            <p:nvPr/>
          </p:nvSpPr>
          <p:spPr>
            <a:xfrm>
              <a:off x="4367751"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76" name="Google Shape;576;p33">
              <a:hlinkClick action="ppaction://hlinksldjump" r:id="rId12"/>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77" name="Google Shape;577;p33">
              <a:hlinkClick action="ppaction://hlinksldjump" r:id="rId13"/>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78" name="Google Shape;578;p33">
              <a:hlinkClick action="ppaction://hlinksldjump" r:id="rId14"/>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79" name="Google Shape;579;p33">
              <a:hlinkClick action="ppaction://hlinksldjump" r:id="rId15"/>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80" name="Google Shape;580;p33">
              <a:hlinkClick action="ppaction://hlinksldjump" r:id="rId16"/>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81" name="Google Shape;581;p33">
              <a:hlinkClick action="ppaction://hlinksldjump" r:id="rId17"/>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82" name="Google Shape;582;p33">
              <a:hlinkClick action="ppaction://hlinksldjump" r:id="rId18"/>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83" name="Google Shape;583;p33">
              <a:hlinkClick action="ppaction://hlinksldjump" r:id="rId19"/>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84" name="Google Shape;584;p33">
              <a:hlinkClick action="ppaction://hlinksldjump" r:id="rId20"/>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85" name="Google Shape;585;p33">
              <a:hlinkClick action="ppaction://hlinksldjump" r:id="rId21"/>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86" name="Google Shape;586;p33">
              <a:hlinkClick action="ppaction://hlinksldjump" r:id="rId22"/>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0" name="Shape 590"/>
        <p:cNvGrpSpPr/>
        <p:nvPr/>
      </p:nvGrpSpPr>
      <p:grpSpPr>
        <a:xfrm>
          <a:off x="0" y="0"/>
          <a:ext cx="0" cy="0"/>
          <a:chOff x="0" y="0"/>
          <a:chExt cx="0" cy="0"/>
        </a:xfrm>
      </p:grpSpPr>
      <p:sp>
        <p:nvSpPr>
          <p:cNvPr id="591" name="Google Shape;591;p34"/>
          <p:cNvSpPr txBox="1"/>
          <p:nvPr>
            <p:ph type="title"/>
          </p:nvPr>
        </p:nvSpPr>
        <p:spPr>
          <a:xfrm>
            <a:off x="1284000" y="1518138"/>
            <a:ext cx="6576000" cy="139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78,300,000</a:t>
            </a:r>
            <a:endParaRPr/>
          </a:p>
        </p:txBody>
      </p:sp>
      <p:sp>
        <p:nvSpPr>
          <p:cNvPr id="592" name="Google Shape;592;p34"/>
          <p:cNvSpPr txBox="1"/>
          <p:nvPr>
            <p:ph idx="1" type="subTitle"/>
          </p:nvPr>
        </p:nvSpPr>
        <p:spPr>
          <a:xfrm>
            <a:off x="1284000" y="3128213"/>
            <a:ext cx="65760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Number of users analyzed in our market research</a:t>
            </a:r>
            <a:endParaRPr/>
          </a:p>
        </p:txBody>
      </p:sp>
      <p:grpSp>
        <p:nvGrpSpPr>
          <p:cNvPr id="593" name="Google Shape;593;p34"/>
          <p:cNvGrpSpPr/>
          <p:nvPr/>
        </p:nvGrpSpPr>
        <p:grpSpPr>
          <a:xfrm>
            <a:off x="1738925" y="4718600"/>
            <a:ext cx="5666144" cy="116400"/>
            <a:chOff x="1738925" y="4718600"/>
            <a:chExt cx="5666144" cy="116400"/>
          </a:xfrm>
        </p:grpSpPr>
        <p:sp>
          <p:nvSpPr>
            <p:cNvPr id="594" name="Google Shape;594;p34">
              <a:hlinkClick action="ppaction://hlinksldjump" r:id="rId3"/>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95" name="Google Shape;595;p34">
              <a:hlinkClick action="ppaction://hlinksldjump" r:id="rId4"/>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96" name="Google Shape;596;p34">
              <a:hlinkClick action="ppaction://hlinksldjump" r:id="rId5"/>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97" name="Google Shape;597;p34">
              <a:hlinkClick action="ppaction://hlinksldjump" r:id="rId6"/>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98" name="Google Shape;598;p34">
              <a:hlinkClick action="ppaction://hlinksldjump" r:id="rId7"/>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99" name="Google Shape;599;p34">
              <a:hlinkClick action="ppaction://hlinksldjump" r:id="rId8"/>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0" name="Google Shape;600;p34">
              <a:hlinkClick action="ppaction://hlinksldjump" r:id="rId9"/>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1" name="Google Shape;601;p34">
              <a:hlinkClick action="ppaction://hlinksldjump" r:id="rId10"/>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2" name="Google Shape;602;p34">
              <a:hlinkClick action="ppaction://hlinksldjump" r:id="rId11"/>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3" name="Google Shape;603;p34">
              <a:hlinkClick action="ppaction://hlinksldjump" r:id="rId12"/>
            </p:cNvPr>
            <p:cNvSpPr/>
            <p:nvPr/>
          </p:nvSpPr>
          <p:spPr>
            <a:xfrm>
              <a:off x="4659843"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4" name="Google Shape;604;p34">
              <a:hlinkClick action="ppaction://hlinksldjump" r:id="rId13"/>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5" name="Google Shape;605;p34">
              <a:hlinkClick action="ppaction://hlinksldjump" r:id="rId14"/>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6" name="Google Shape;606;p34">
              <a:hlinkClick action="ppaction://hlinksldjump" r:id="rId15"/>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7" name="Google Shape;607;p34">
              <a:hlinkClick action="ppaction://hlinksldjump" r:id="rId16"/>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8" name="Google Shape;608;p34">
              <a:hlinkClick action="ppaction://hlinksldjump" r:id="rId17"/>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9" name="Google Shape;609;p34">
              <a:hlinkClick action="ppaction://hlinksldjump" r:id="rId18"/>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10" name="Google Shape;610;p34">
              <a:hlinkClick action="ppaction://hlinksldjump" r:id="rId19"/>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11" name="Google Shape;611;p34">
              <a:hlinkClick action="ppaction://hlinksldjump" r:id="rId20"/>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12" name="Google Shape;612;p34">
              <a:hlinkClick action="ppaction://hlinksldjump" r:id="rId21"/>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13" name="Google Shape;613;p34">
              <a:hlinkClick action="ppaction://hlinksldjump" r:id="rId22"/>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 name="Shape 617"/>
        <p:cNvGrpSpPr/>
        <p:nvPr/>
      </p:nvGrpSpPr>
      <p:grpSpPr>
        <a:xfrm>
          <a:off x="0" y="0"/>
          <a:ext cx="0" cy="0"/>
          <a:chOff x="0" y="0"/>
          <a:chExt cx="0" cy="0"/>
        </a:xfrm>
      </p:grpSpPr>
      <p:sp>
        <p:nvSpPr>
          <p:cNvPr id="618" name="Google Shape;618;p35"/>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Revenue by quarter</a:t>
            </a:r>
            <a:endParaRPr/>
          </a:p>
        </p:txBody>
      </p:sp>
      <p:sp>
        <p:nvSpPr>
          <p:cNvPr id="619" name="Google Shape;619;p35"/>
          <p:cNvSpPr txBox="1"/>
          <p:nvPr>
            <p:ph idx="4294967295" type="title"/>
          </p:nvPr>
        </p:nvSpPr>
        <p:spPr>
          <a:xfrm>
            <a:off x="6066263" y="3666796"/>
            <a:ext cx="1673100" cy="4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Q4</a:t>
            </a:r>
            <a:endParaRPr sz="2000"/>
          </a:p>
        </p:txBody>
      </p:sp>
      <p:sp>
        <p:nvSpPr>
          <p:cNvPr id="620" name="Google Shape;620;p35"/>
          <p:cNvSpPr txBox="1"/>
          <p:nvPr>
            <p:ph idx="4294967295" type="subTitle"/>
          </p:nvPr>
        </p:nvSpPr>
        <p:spPr>
          <a:xfrm>
            <a:off x="6066250" y="4069750"/>
            <a:ext cx="1673100" cy="358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October - December</a:t>
            </a:r>
            <a:endParaRPr/>
          </a:p>
        </p:txBody>
      </p:sp>
      <p:sp>
        <p:nvSpPr>
          <p:cNvPr id="621" name="Google Shape;621;p35"/>
          <p:cNvSpPr txBox="1"/>
          <p:nvPr>
            <p:ph idx="4294967295" type="title"/>
          </p:nvPr>
        </p:nvSpPr>
        <p:spPr>
          <a:xfrm>
            <a:off x="6066263" y="2828285"/>
            <a:ext cx="1673100" cy="4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Q3</a:t>
            </a:r>
            <a:endParaRPr sz="2000"/>
          </a:p>
        </p:txBody>
      </p:sp>
      <p:sp>
        <p:nvSpPr>
          <p:cNvPr id="622" name="Google Shape;622;p35"/>
          <p:cNvSpPr txBox="1"/>
          <p:nvPr>
            <p:ph idx="4294967295" type="subTitle"/>
          </p:nvPr>
        </p:nvSpPr>
        <p:spPr>
          <a:xfrm>
            <a:off x="6066250" y="3231259"/>
            <a:ext cx="1673100" cy="358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July - September</a:t>
            </a:r>
            <a:endParaRPr/>
          </a:p>
        </p:txBody>
      </p:sp>
      <p:sp>
        <p:nvSpPr>
          <p:cNvPr id="623" name="Google Shape;623;p35"/>
          <p:cNvSpPr txBox="1"/>
          <p:nvPr>
            <p:ph idx="4294967295" type="title"/>
          </p:nvPr>
        </p:nvSpPr>
        <p:spPr>
          <a:xfrm>
            <a:off x="6066263" y="1989774"/>
            <a:ext cx="1673100" cy="4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Q2</a:t>
            </a:r>
            <a:endParaRPr sz="2000"/>
          </a:p>
        </p:txBody>
      </p:sp>
      <p:sp>
        <p:nvSpPr>
          <p:cNvPr id="624" name="Google Shape;624;p35"/>
          <p:cNvSpPr txBox="1"/>
          <p:nvPr>
            <p:ph idx="4294967295" type="subTitle"/>
          </p:nvPr>
        </p:nvSpPr>
        <p:spPr>
          <a:xfrm>
            <a:off x="6066250" y="2392743"/>
            <a:ext cx="1673100" cy="358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April - June</a:t>
            </a:r>
            <a:endParaRPr/>
          </a:p>
        </p:txBody>
      </p:sp>
      <p:sp>
        <p:nvSpPr>
          <p:cNvPr id="625" name="Google Shape;625;p35"/>
          <p:cNvSpPr txBox="1"/>
          <p:nvPr>
            <p:ph idx="4294967295" type="title"/>
          </p:nvPr>
        </p:nvSpPr>
        <p:spPr>
          <a:xfrm>
            <a:off x="6066263" y="1151275"/>
            <a:ext cx="1673100" cy="4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Q1</a:t>
            </a:r>
            <a:endParaRPr sz="2000"/>
          </a:p>
        </p:txBody>
      </p:sp>
      <p:sp>
        <p:nvSpPr>
          <p:cNvPr id="626" name="Google Shape;626;p35"/>
          <p:cNvSpPr txBox="1"/>
          <p:nvPr>
            <p:ph idx="4294967295" type="subTitle"/>
          </p:nvPr>
        </p:nvSpPr>
        <p:spPr>
          <a:xfrm>
            <a:off x="6066250" y="1554239"/>
            <a:ext cx="1673100" cy="358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January - March</a:t>
            </a:r>
            <a:endParaRPr/>
          </a:p>
        </p:txBody>
      </p:sp>
      <p:sp>
        <p:nvSpPr>
          <p:cNvPr id="627" name="Google Shape;627;p35"/>
          <p:cNvSpPr txBox="1"/>
          <p:nvPr/>
        </p:nvSpPr>
        <p:spPr>
          <a:xfrm>
            <a:off x="1404625" y="3967775"/>
            <a:ext cx="3654900" cy="46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Barlow"/>
                <a:ea typeface="Barlow"/>
                <a:cs typeface="Barlow"/>
                <a:sym typeface="Barlow"/>
              </a:rPr>
              <a:t>Follow the link in the graph to modify its data and then paste the new one here. </a:t>
            </a:r>
            <a:r>
              <a:rPr b="1" lang="en" sz="1000" u="sng">
                <a:solidFill>
                  <a:schemeClr val="dk1"/>
                </a:solidFill>
                <a:latin typeface="Barlow"/>
                <a:ea typeface="Barlow"/>
                <a:cs typeface="Barlow"/>
                <a:sym typeface="Barlow"/>
                <a:hlinkClick r:id="rId3">
                  <a:extLst>
                    <a:ext uri="{A12FA001-AC4F-418D-AE19-62706E023703}">
                      <ahyp:hlinkClr val="tx"/>
                    </a:ext>
                  </a:extLst>
                </a:hlinkClick>
              </a:rPr>
              <a:t>For more info, click here</a:t>
            </a:r>
            <a:endParaRPr b="1" sz="1000">
              <a:solidFill>
                <a:schemeClr val="dk1"/>
              </a:solidFill>
              <a:latin typeface="Barlow"/>
              <a:ea typeface="Barlow"/>
              <a:cs typeface="Barlow"/>
              <a:sym typeface="Barlow"/>
            </a:endParaRPr>
          </a:p>
        </p:txBody>
      </p:sp>
      <p:sp>
        <p:nvSpPr>
          <p:cNvPr id="628" name="Google Shape;628;p35"/>
          <p:cNvSpPr/>
          <p:nvPr/>
        </p:nvSpPr>
        <p:spPr>
          <a:xfrm>
            <a:off x="5643713" y="1250725"/>
            <a:ext cx="261900" cy="2619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629" name="Google Shape;629;p35"/>
          <p:cNvSpPr/>
          <p:nvPr/>
        </p:nvSpPr>
        <p:spPr>
          <a:xfrm>
            <a:off x="5643713" y="2089225"/>
            <a:ext cx="261900" cy="261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630" name="Google Shape;630;p35"/>
          <p:cNvSpPr/>
          <p:nvPr/>
        </p:nvSpPr>
        <p:spPr>
          <a:xfrm>
            <a:off x="5643713" y="2927725"/>
            <a:ext cx="261900" cy="261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631" name="Google Shape;631;p35"/>
          <p:cNvSpPr/>
          <p:nvPr/>
        </p:nvSpPr>
        <p:spPr>
          <a:xfrm>
            <a:off x="5643713" y="3766225"/>
            <a:ext cx="261900" cy="261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grpSp>
        <p:nvGrpSpPr>
          <p:cNvPr id="632" name="Google Shape;632;p35"/>
          <p:cNvGrpSpPr/>
          <p:nvPr/>
        </p:nvGrpSpPr>
        <p:grpSpPr>
          <a:xfrm>
            <a:off x="1738925" y="4718600"/>
            <a:ext cx="5666144" cy="116400"/>
            <a:chOff x="1738925" y="4718600"/>
            <a:chExt cx="5666144" cy="116400"/>
          </a:xfrm>
        </p:grpSpPr>
        <p:sp>
          <p:nvSpPr>
            <p:cNvPr id="633" name="Google Shape;633;p35">
              <a:hlinkClick action="ppaction://hlinksldjump" r:id="rId4"/>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34" name="Google Shape;634;p35">
              <a:hlinkClick action="ppaction://hlinksldjump" r:id="rId5"/>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35" name="Google Shape;635;p35">
              <a:hlinkClick action="ppaction://hlinksldjump" r:id="rId6"/>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36" name="Google Shape;636;p35">
              <a:hlinkClick action="ppaction://hlinksldjump" r:id="rId7"/>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37" name="Google Shape;637;p35">
              <a:hlinkClick action="ppaction://hlinksldjump" r:id="rId8"/>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38" name="Google Shape;638;p35">
              <a:hlinkClick action="ppaction://hlinksldjump" r:id="rId9"/>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39" name="Google Shape;639;p35">
              <a:hlinkClick action="ppaction://hlinksldjump" r:id="rId10"/>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40" name="Google Shape;640;p35">
              <a:hlinkClick action="ppaction://hlinksldjump" r:id="rId11"/>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41" name="Google Shape;641;p35">
              <a:hlinkClick action="ppaction://hlinksldjump" r:id="rId12"/>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42" name="Google Shape;642;p35">
              <a:hlinkClick action="ppaction://hlinksldjump" r:id="rId13"/>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43" name="Google Shape;643;p35">
              <a:hlinkClick action="ppaction://hlinksldjump" r:id="rId14"/>
            </p:cNvPr>
            <p:cNvSpPr/>
            <p:nvPr/>
          </p:nvSpPr>
          <p:spPr>
            <a:xfrm>
              <a:off x="4951934"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44" name="Google Shape;644;p35">
              <a:hlinkClick action="ppaction://hlinksldjump" r:id="rId15"/>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45" name="Google Shape;645;p35">
              <a:hlinkClick action="ppaction://hlinksldjump" r:id="rId16"/>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46" name="Google Shape;646;p35">
              <a:hlinkClick action="ppaction://hlinksldjump" r:id="rId17"/>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47" name="Google Shape;647;p35">
              <a:hlinkClick action="ppaction://hlinksldjump" r:id="rId18"/>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48" name="Google Shape;648;p35">
              <a:hlinkClick action="ppaction://hlinksldjump" r:id="rId19"/>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49" name="Google Shape;649;p35">
              <a:hlinkClick action="ppaction://hlinksldjump" r:id="rId20"/>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50" name="Google Shape;650;p35">
              <a:hlinkClick action="ppaction://hlinksldjump" r:id="rId21"/>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51" name="Google Shape;651;p35">
              <a:hlinkClick action="ppaction://hlinksldjump" r:id="rId22"/>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52" name="Google Shape;652;p35">
              <a:hlinkClick action="ppaction://hlinksldjump" r:id="rId23"/>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pic>
        <p:nvPicPr>
          <p:cNvPr id="653" name="Google Shape;653;p35" title="Chart">
            <a:hlinkClick r:id="rId24"/>
          </p:cNvPr>
          <p:cNvPicPr preferRelativeResize="0"/>
          <p:nvPr/>
        </p:nvPicPr>
        <p:blipFill>
          <a:blip r:embed="rId25">
            <a:alphaModFix/>
          </a:blip>
          <a:stretch>
            <a:fillRect/>
          </a:stretch>
        </p:blipFill>
        <p:spPr>
          <a:xfrm>
            <a:off x="1060229" y="1404075"/>
            <a:ext cx="3999301" cy="2456525"/>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7" name="Shape 657"/>
        <p:cNvGrpSpPr/>
        <p:nvPr/>
      </p:nvGrpSpPr>
      <p:grpSpPr>
        <a:xfrm>
          <a:off x="0" y="0"/>
          <a:ext cx="0" cy="0"/>
          <a:chOff x="0" y="0"/>
          <a:chExt cx="0" cy="0"/>
        </a:xfrm>
      </p:grpSpPr>
      <p:sp>
        <p:nvSpPr>
          <p:cNvPr id="658" name="Google Shape;658;p36"/>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Competition comparison</a:t>
            </a:r>
            <a:endParaRPr/>
          </a:p>
        </p:txBody>
      </p:sp>
      <p:graphicFrame>
        <p:nvGraphicFramePr>
          <p:cNvPr id="659" name="Google Shape;659;p36"/>
          <p:cNvGraphicFramePr/>
          <p:nvPr/>
        </p:nvGraphicFramePr>
        <p:xfrm>
          <a:off x="719963" y="1402910"/>
          <a:ext cx="3000000" cy="3000000"/>
        </p:xfrm>
        <a:graphic>
          <a:graphicData uri="http://schemas.openxmlformats.org/drawingml/2006/table">
            <a:tbl>
              <a:tblPr>
                <a:noFill/>
                <a:tableStyleId>{5736355C-C129-4F2C-82EF-C416CB394C09}</a:tableStyleId>
              </a:tblPr>
              <a:tblGrid>
                <a:gridCol w="953550"/>
                <a:gridCol w="1336700"/>
                <a:gridCol w="1386125"/>
                <a:gridCol w="1195600"/>
                <a:gridCol w="871025"/>
                <a:gridCol w="1089775"/>
                <a:gridCol w="871075"/>
              </a:tblGrid>
              <a:tr h="481050">
                <a:tc>
                  <a:txBody>
                    <a:bodyPr/>
                    <a:lstStyle/>
                    <a:p>
                      <a:pPr indent="0" lvl="0" marL="0" rtl="0" algn="ctr">
                        <a:spcBef>
                          <a:spcPts val="0"/>
                        </a:spcBef>
                        <a:spcAft>
                          <a:spcPts val="0"/>
                        </a:spcAft>
                        <a:buNone/>
                      </a:pPr>
                      <a:r>
                        <a:t/>
                      </a:r>
                      <a:endParaRPr sz="1800">
                        <a:solidFill>
                          <a:schemeClr val="dk1"/>
                        </a:solidFill>
                        <a:latin typeface="Barlow"/>
                        <a:ea typeface="Barlow"/>
                        <a:cs typeface="Barlow"/>
                        <a:sym typeface="Barlow"/>
                      </a:endParaRPr>
                    </a:p>
                  </a:txBody>
                  <a:tcPr marT="45700" marB="45700" marR="45700" marL="45700" anchor="ctr">
                    <a:lnL cap="flat" cmpd="sng" w="19050">
                      <a:solidFill>
                        <a:schemeClr val="accent4">
                          <a:alpha val="0"/>
                        </a:schemeClr>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alpha val="0"/>
                        </a:schemeClr>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Features</a:t>
                      </a:r>
                      <a:endParaRPr sz="1200">
                        <a:solidFill>
                          <a:schemeClr val="accent5"/>
                        </a:solidFill>
                        <a:latin typeface="Darker Grotesque Black"/>
                        <a:ea typeface="Darker Grotesque Black"/>
                        <a:cs typeface="Darker Grotesque Black"/>
                        <a:sym typeface="Darker Grotesque Black"/>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Value</a:t>
                      </a:r>
                      <a:endParaRPr sz="1200">
                        <a:solidFill>
                          <a:schemeClr val="accent5"/>
                        </a:solidFill>
                        <a:latin typeface="Darker Grotesque Black"/>
                        <a:ea typeface="Darker Grotesque Black"/>
                        <a:cs typeface="Darker Grotesque Black"/>
                        <a:sym typeface="Darker Grotesque Black"/>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Clr>
                          <a:srgbClr val="000000"/>
                        </a:buClr>
                        <a:buSzPts val="1100"/>
                        <a:buFont typeface="Arial"/>
                        <a:buNone/>
                      </a:pPr>
                      <a:r>
                        <a:rPr lang="en" sz="1200">
                          <a:solidFill>
                            <a:schemeClr val="accent5"/>
                          </a:solidFill>
                          <a:latin typeface="Darker Grotesque Black"/>
                          <a:ea typeface="Darker Grotesque Black"/>
                          <a:cs typeface="Darker Grotesque Black"/>
                          <a:sym typeface="Darker Grotesque Black"/>
                        </a:rPr>
                        <a:t>Pricing</a:t>
                      </a:r>
                      <a:endParaRPr sz="1200">
                        <a:solidFill>
                          <a:schemeClr val="accent5"/>
                        </a:solidFill>
                        <a:latin typeface="Darker Grotesque Black"/>
                        <a:ea typeface="Darker Grotesque Black"/>
                        <a:cs typeface="Darker Grotesque Black"/>
                        <a:sym typeface="Darker Grotesque Black"/>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Trial</a:t>
                      </a:r>
                      <a:endParaRPr sz="1200">
                        <a:solidFill>
                          <a:schemeClr val="accent5"/>
                        </a:solidFill>
                        <a:latin typeface="Darker Grotesque Black"/>
                        <a:ea typeface="Darker Grotesque Black"/>
                        <a:cs typeface="Darker Grotesque Black"/>
                        <a:sym typeface="Darker Grotesque Black"/>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Competence</a:t>
                      </a:r>
                      <a:endParaRPr sz="1200">
                        <a:solidFill>
                          <a:schemeClr val="accent5"/>
                        </a:solidFill>
                        <a:latin typeface="Darker Grotesque Black"/>
                        <a:ea typeface="Darker Grotesque Black"/>
                        <a:cs typeface="Darker Grotesque Black"/>
                        <a:sym typeface="Darker Grotesque Black"/>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Share</a:t>
                      </a:r>
                      <a:endParaRPr sz="1200">
                        <a:solidFill>
                          <a:schemeClr val="accent5"/>
                        </a:solidFill>
                        <a:latin typeface="Darker Grotesque Black"/>
                        <a:ea typeface="Darker Grotesque Black"/>
                        <a:cs typeface="Darker Grotesque Black"/>
                        <a:sym typeface="Darker Grotesque Black"/>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r>
              <a:tr h="355400">
                <a:tc>
                  <a:txBody>
                    <a:bodyPr/>
                    <a:lstStyle/>
                    <a:p>
                      <a:pPr indent="0" lvl="0" marL="0" rtl="0" algn="ctr">
                        <a:spcBef>
                          <a:spcPts val="0"/>
                        </a:spcBef>
                        <a:spcAft>
                          <a:spcPts val="0"/>
                        </a:spcAft>
                        <a:buNone/>
                      </a:pPr>
                      <a:r>
                        <a:rPr lang="en" sz="1100">
                          <a:solidFill>
                            <a:schemeClr val="dk1"/>
                          </a:solidFill>
                          <a:latin typeface="Darker Grotesque Black"/>
                          <a:ea typeface="Darker Grotesque Black"/>
                          <a:cs typeface="Darker Grotesque Black"/>
                          <a:sym typeface="Darker Grotesque Black"/>
                        </a:rPr>
                        <a:t>Company A</a:t>
                      </a:r>
                      <a:endParaRPr sz="1100">
                        <a:solidFill>
                          <a:schemeClr val="dk1"/>
                        </a:solidFill>
                        <a:latin typeface="Darker Grotesque Black"/>
                        <a:ea typeface="Darker Grotesque Black"/>
                        <a:cs typeface="Darker Grotesque Black"/>
                        <a:sym typeface="Darker Grotesque Black"/>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Fuel economy</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Special offers</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$23,000</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No</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Low</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8%</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55400">
                <a:tc>
                  <a:txBody>
                    <a:bodyPr/>
                    <a:lstStyle/>
                    <a:p>
                      <a:pPr indent="0" lvl="0" marL="0" rtl="0" algn="ctr">
                        <a:spcBef>
                          <a:spcPts val="0"/>
                        </a:spcBef>
                        <a:spcAft>
                          <a:spcPts val="0"/>
                        </a:spcAft>
                        <a:buNone/>
                      </a:pPr>
                      <a:r>
                        <a:rPr lang="en" sz="1100">
                          <a:solidFill>
                            <a:schemeClr val="dk1"/>
                          </a:solidFill>
                          <a:latin typeface="Darker Grotesque Black"/>
                          <a:ea typeface="Darker Grotesque Black"/>
                          <a:cs typeface="Darker Grotesque Black"/>
                          <a:sym typeface="Darker Grotesque Black"/>
                        </a:rPr>
                        <a:t>Company B</a:t>
                      </a:r>
                      <a:endParaRPr sz="1100">
                        <a:solidFill>
                          <a:schemeClr val="dk1"/>
                        </a:solidFill>
                        <a:latin typeface="Darker Grotesque Black"/>
                        <a:ea typeface="Darker Grotesque Black"/>
                        <a:cs typeface="Darker Grotesque Black"/>
                        <a:sym typeface="Darker Grotesque Black"/>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Design</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Reliability</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$27,000</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No</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Low</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5%</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55400">
                <a:tc>
                  <a:txBody>
                    <a:bodyPr/>
                    <a:lstStyle/>
                    <a:p>
                      <a:pPr indent="0" lvl="0" marL="0" rtl="0" algn="ctr">
                        <a:spcBef>
                          <a:spcPts val="0"/>
                        </a:spcBef>
                        <a:spcAft>
                          <a:spcPts val="0"/>
                        </a:spcAft>
                        <a:buNone/>
                      </a:pPr>
                      <a:r>
                        <a:rPr lang="en" sz="1100">
                          <a:solidFill>
                            <a:schemeClr val="dk1"/>
                          </a:solidFill>
                          <a:latin typeface="Darker Grotesque Black"/>
                          <a:ea typeface="Darker Grotesque Black"/>
                          <a:cs typeface="Darker Grotesque Black"/>
                          <a:sym typeface="Darker Grotesque Black"/>
                        </a:rPr>
                        <a:t>Company C</a:t>
                      </a:r>
                      <a:endParaRPr sz="1100">
                        <a:solidFill>
                          <a:schemeClr val="dk1"/>
                        </a:solidFill>
                        <a:latin typeface="Darker Grotesque Black"/>
                        <a:ea typeface="Darker Grotesque Black"/>
                        <a:cs typeface="Darker Grotesque Black"/>
                        <a:sym typeface="Darker Grotesque Black"/>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Performance</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Repairs</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$30,000</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Yes</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High</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20%</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55400">
                <a:tc>
                  <a:txBody>
                    <a:bodyPr/>
                    <a:lstStyle/>
                    <a:p>
                      <a:pPr indent="0" lvl="0" marL="0" rtl="0" algn="ctr">
                        <a:spcBef>
                          <a:spcPts val="0"/>
                        </a:spcBef>
                        <a:spcAft>
                          <a:spcPts val="0"/>
                        </a:spcAft>
                        <a:buNone/>
                      </a:pPr>
                      <a:r>
                        <a:rPr lang="en" sz="1100">
                          <a:solidFill>
                            <a:schemeClr val="dk1"/>
                          </a:solidFill>
                          <a:latin typeface="Darker Grotesque Black"/>
                          <a:ea typeface="Darker Grotesque Black"/>
                          <a:cs typeface="Darker Grotesque Black"/>
                          <a:sym typeface="Darker Grotesque Black"/>
                        </a:rPr>
                        <a:t>Company D</a:t>
                      </a:r>
                      <a:endParaRPr sz="1100">
                        <a:solidFill>
                          <a:schemeClr val="dk1"/>
                        </a:solidFill>
                        <a:latin typeface="Darker Grotesque Black"/>
                        <a:ea typeface="Darker Grotesque Black"/>
                        <a:cs typeface="Darker Grotesque Black"/>
                        <a:sym typeface="Darker Grotesque Black"/>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Safety features</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Marketing</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$24,000</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No</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High</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22%</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55400">
                <a:tc>
                  <a:txBody>
                    <a:bodyPr/>
                    <a:lstStyle/>
                    <a:p>
                      <a:pPr indent="0" lvl="0" marL="0" rtl="0" algn="ctr">
                        <a:spcBef>
                          <a:spcPts val="0"/>
                        </a:spcBef>
                        <a:spcAft>
                          <a:spcPts val="0"/>
                        </a:spcAft>
                        <a:buNone/>
                      </a:pPr>
                      <a:r>
                        <a:rPr lang="en" sz="1100">
                          <a:solidFill>
                            <a:schemeClr val="dk1"/>
                          </a:solidFill>
                          <a:latin typeface="Darker Grotesque Black"/>
                          <a:ea typeface="Darker Grotesque Black"/>
                          <a:cs typeface="Darker Grotesque Black"/>
                          <a:sym typeface="Darker Grotesque Black"/>
                        </a:rPr>
                        <a:t>Company E</a:t>
                      </a:r>
                      <a:endParaRPr sz="1100">
                        <a:solidFill>
                          <a:schemeClr val="dk1"/>
                        </a:solidFill>
                        <a:latin typeface="Darker Grotesque Black"/>
                        <a:ea typeface="Darker Grotesque Black"/>
                        <a:cs typeface="Darker Grotesque Black"/>
                        <a:sym typeface="Darker Grotesque Black"/>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Technology</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Customers</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$32,000</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Yes</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Low</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10%</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55400">
                <a:tc>
                  <a:txBody>
                    <a:bodyPr/>
                    <a:lstStyle/>
                    <a:p>
                      <a:pPr indent="0" lvl="0" marL="0" rtl="0" algn="ctr">
                        <a:spcBef>
                          <a:spcPts val="0"/>
                        </a:spcBef>
                        <a:spcAft>
                          <a:spcPts val="0"/>
                        </a:spcAft>
                        <a:buNone/>
                      </a:pPr>
                      <a:r>
                        <a:rPr lang="en" sz="1100">
                          <a:solidFill>
                            <a:schemeClr val="dk1"/>
                          </a:solidFill>
                          <a:latin typeface="Darker Grotesque Black"/>
                          <a:ea typeface="Darker Grotesque Black"/>
                          <a:cs typeface="Darker Grotesque Black"/>
                          <a:sym typeface="Darker Grotesque Black"/>
                        </a:rPr>
                        <a:t>Company F</a:t>
                      </a:r>
                      <a:endParaRPr sz="1100">
                        <a:solidFill>
                          <a:schemeClr val="dk1"/>
                        </a:solidFill>
                        <a:latin typeface="Darker Grotesque Black"/>
                        <a:ea typeface="Darker Grotesque Black"/>
                        <a:cs typeface="Darker Grotesque Black"/>
                        <a:sym typeface="Darker Grotesque Black"/>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Comfort</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Best prices</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$15,000</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Yes</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High</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30%</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55400">
                <a:tc>
                  <a:txBody>
                    <a:bodyPr/>
                    <a:lstStyle/>
                    <a:p>
                      <a:pPr indent="0" lvl="0" marL="0" rtl="0" algn="ctr">
                        <a:spcBef>
                          <a:spcPts val="0"/>
                        </a:spcBef>
                        <a:spcAft>
                          <a:spcPts val="0"/>
                        </a:spcAft>
                        <a:buNone/>
                      </a:pPr>
                      <a:r>
                        <a:rPr lang="en" sz="1100">
                          <a:solidFill>
                            <a:schemeClr val="dk1"/>
                          </a:solidFill>
                          <a:latin typeface="Darker Grotesque Black"/>
                          <a:ea typeface="Darker Grotesque Black"/>
                          <a:cs typeface="Darker Grotesque Black"/>
                          <a:sym typeface="Darker Grotesque Black"/>
                        </a:rPr>
                        <a:t>Company G</a:t>
                      </a:r>
                      <a:endParaRPr sz="1100">
                        <a:solidFill>
                          <a:schemeClr val="dk1"/>
                        </a:solidFill>
                        <a:latin typeface="Darker Grotesque Black"/>
                        <a:ea typeface="Darker Grotesque Black"/>
                        <a:cs typeface="Darker Grotesque Black"/>
                        <a:sym typeface="Darker Grotesque Black"/>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Customization</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Brand name</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$45,000</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No</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Low</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5%</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bl>
          </a:graphicData>
        </a:graphic>
      </p:graphicFrame>
      <p:grpSp>
        <p:nvGrpSpPr>
          <p:cNvPr id="660" name="Google Shape;660;p36"/>
          <p:cNvGrpSpPr/>
          <p:nvPr/>
        </p:nvGrpSpPr>
        <p:grpSpPr>
          <a:xfrm>
            <a:off x="1738925" y="4718600"/>
            <a:ext cx="5666144" cy="116400"/>
            <a:chOff x="1738925" y="4718600"/>
            <a:chExt cx="5666144" cy="116400"/>
          </a:xfrm>
        </p:grpSpPr>
        <p:sp>
          <p:nvSpPr>
            <p:cNvPr id="661" name="Google Shape;661;p36">
              <a:hlinkClick action="ppaction://hlinksldjump" r:id="rId3"/>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62" name="Google Shape;662;p36">
              <a:hlinkClick action="ppaction://hlinksldjump" r:id="rId4"/>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63" name="Google Shape;663;p36">
              <a:hlinkClick action="ppaction://hlinksldjump" r:id="rId5"/>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64" name="Google Shape;664;p36">
              <a:hlinkClick action="ppaction://hlinksldjump" r:id="rId6"/>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65" name="Google Shape;665;p36">
              <a:hlinkClick action="ppaction://hlinksldjump" r:id="rId7"/>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66" name="Google Shape;666;p36">
              <a:hlinkClick action="ppaction://hlinksldjump" r:id="rId8"/>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67" name="Google Shape;667;p36">
              <a:hlinkClick action="ppaction://hlinksldjump" r:id="rId9"/>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68" name="Google Shape;668;p36">
              <a:hlinkClick action="ppaction://hlinksldjump" r:id="rId10"/>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69" name="Google Shape;669;p36">
              <a:hlinkClick action="ppaction://hlinksldjump" r:id="rId11"/>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70" name="Google Shape;670;p36">
              <a:hlinkClick action="ppaction://hlinksldjump" r:id="rId12"/>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71" name="Google Shape;671;p36">
              <a:hlinkClick action="ppaction://hlinksldjump" r:id="rId13"/>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72" name="Google Shape;672;p36">
              <a:hlinkClick action="ppaction://hlinksldjump" r:id="rId14"/>
            </p:cNvPr>
            <p:cNvSpPr/>
            <p:nvPr/>
          </p:nvSpPr>
          <p:spPr>
            <a:xfrm>
              <a:off x="5244026"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73" name="Google Shape;673;p36">
              <a:hlinkClick action="ppaction://hlinksldjump" r:id="rId15"/>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74" name="Google Shape;674;p36">
              <a:hlinkClick action="ppaction://hlinksldjump" r:id="rId16"/>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75" name="Google Shape;675;p36">
              <a:hlinkClick action="ppaction://hlinksldjump" r:id="rId17"/>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76" name="Google Shape;676;p36">
              <a:hlinkClick action="ppaction://hlinksldjump" r:id="rId18"/>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77" name="Google Shape;677;p36">
              <a:hlinkClick action="ppaction://hlinksldjump" r:id="rId19"/>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78" name="Google Shape;678;p36">
              <a:hlinkClick action="ppaction://hlinksldjump" r:id="rId20"/>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79" name="Google Shape;679;p36">
              <a:hlinkClick action="ppaction://hlinksldjump" r:id="rId21"/>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80" name="Google Shape;680;p36">
              <a:hlinkClick action="ppaction://hlinksldjump" r:id="rId22"/>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4" name="Shape 684"/>
        <p:cNvGrpSpPr/>
        <p:nvPr/>
      </p:nvGrpSpPr>
      <p:grpSpPr>
        <a:xfrm>
          <a:off x="0" y="0"/>
          <a:ext cx="0" cy="0"/>
          <a:chOff x="0" y="0"/>
          <a:chExt cx="0" cy="0"/>
        </a:xfrm>
      </p:grpSpPr>
      <p:sp>
        <p:nvSpPr>
          <p:cNvPr id="685" name="Google Shape;685;p37"/>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Product infographic</a:t>
            </a:r>
            <a:endParaRPr/>
          </a:p>
        </p:txBody>
      </p:sp>
      <p:sp>
        <p:nvSpPr>
          <p:cNvPr id="686" name="Google Shape;686;p37"/>
          <p:cNvSpPr txBox="1"/>
          <p:nvPr/>
        </p:nvSpPr>
        <p:spPr>
          <a:xfrm>
            <a:off x="723900" y="1443149"/>
            <a:ext cx="1757100" cy="460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arker Grotesque Black"/>
                <a:ea typeface="Darker Grotesque Black"/>
                <a:cs typeface="Darker Grotesque Black"/>
                <a:sym typeface="Darker Grotesque Black"/>
              </a:rPr>
              <a:t>Visuals</a:t>
            </a:r>
            <a:endParaRPr sz="2000">
              <a:solidFill>
                <a:schemeClr val="dk1"/>
              </a:solidFill>
              <a:latin typeface="Darker Grotesque Black"/>
              <a:ea typeface="Darker Grotesque Black"/>
              <a:cs typeface="Darker Grotesque Black"/>
              <a:sym typeface="Darker Grotesque Black"/>
            </a:endParaRPr>
          </a:p>
        </p:txBody>
      </p:sp>
      <p:sp>
        <p:nvSpPr>
          <p:cNvPr id="687" name="Google Shape;687;p37"/>
          <p:cNvSpPr txBox="1"/>
          <p:nvPr/>
        </p:nvSpPr>
        <p:spPr>
          <a:xfrm>
            <a:off x="723900" y="2515525"/>
            <a:ext cx="1757100" cy="460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arker Grotesque Black"/>
                <a:ea typeface="Darker Grotesque Black"/>
                <a:cs typeface="Darker Grotesque Black"/>
                <a:sym typeface="Darker Grotesque Black"/>
              </a:rPr>
              <a:t>Price</a:t>
            </a:r>
            <a:endParaRPr sz="2000">
              <a:solidFill>
                <a:schemeClr val="dk1"/>
              </a:solidFill>
              <a:latin typeface="Darker Grotesque Black"/>
              <a:ea typeface="Darker Grotesque Black"/>
              <a:cs typeface="Darker Grotesque Black"/>
              <a:sym typeface="Darker Grotesque Black"/>
            </a:endParaRPr>
          </a:p>
        </p:txBody>
      </p:sp>
      <p:sp>
        <p:nvSpPr>
          <p:cNvPr id="688" name="Google Shape;688;p37"/>
          <p:cNvSpPr txBox="1"/>
          <p:nvPr/>
        </p:nvSpPr>
        <p:spPr>
          <a:xfrm>
            <a:off x="723900" y="3648299"/>
            <a:ext cx="1757100" cy="460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arker Grotesque Black"/>
                <a:ea typeface="Darker Grotesque Black"/>
                <a:cs typeface="Darker Grotesque Black"/>
                <a:sym typeface="Darker Grotesque Black"/>
              </a:rPr>
              <a:t>Availability</a:t>
            </a:r>
            <a:endParaRPr sz="2000">
              <a:solidFill>
                <a:schemeClr val="dk1"/>
              </a:solidFill>
              <a:latin typeface="Darker Grotesque Black"/>
              <a:ea typeface="Darker Grotesque Black"/>
              <a:cs typeface="Darker Grotesque Black"/>
              <a:sym typeface="Darker Grotesque Black"/>
            </a:endParaRPr>
          </a:p>
        </p:txBody>
      </p:sp>
      <p:sp>
        <p:nvSpPr>
          <p:cNvPr id="689" name="Google Shape;689;p37"/>
          <p:cNvSpPr txBox="1"/>
          <p:nvPr/>
        </p:nvSpPr>
        <p:spPr>
          <a:xfrm>
            <a:off x="6619450" y="1443149"/>
            <a:ext cx="1757100" cy="460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arker Grotesque Black"/>
                <a:ea typeface="Darker Grotesque Black"/>
                <a:cs typeface="Darker Grotesque Black"/>
                <a:sym typeface="Darker Grotesque Black"/>
              </a:rPr>
              <a:t>Features</a:t>
            </a:r>
            <a:endParaRPr sz="2000">
              <a:solidFill>
                <a:schemeClr val="dk1"/>
              </a:solidFill>
              <a:latin typeface="Darker Grotesque Black"/>
              <a:ea typeface="Darker Grotesque Black"/>
              <a:cs typeface="Darker Grotesque Black"/>
              <a:sym typeface="Darker Grotesque Black"/>
            </a:endParaRPr>
          </a:p>
        </p:txBody>
      </p:sp>
      <p:sp>
        <p:nvSpPr>
          <p:cNvPr id="690" name="Google Shape;690;p37"/>
          <p:cNvSpPr txBox="1"/>
          <p:nvPr/>
        </p:nvSpPr>
        <p:spPr>
          <a:xfrm>
            <a:off x="6619450" y="2515525"/>
            <a:ext cx="1757100" cy="460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arker Grotesque Black"/>
                <a:ea typeface="Darker Grotesque Black"/>
                <a:cs typeface="Darker Grotesque Black"/>
                <a:sym typeface="Darker Grotesque Black"/>
              </a:rPr>
              <a:t>Users</a:t>
            </a:r>
            <a:endParaRPr sz="2000">
              <a:solidFill>
                <a:schemeClr val="dk1"/>
              </a:solidFill>
              <a:latin typeface="Darker Grotesque Black"/>
              <a:ea typeface="Darker Grotesque Black"/>
              <a:cs typeface="Darker Grotesque Black"/>
              <a:sym typeface="Darker Grotesque Black"/>
            </a:endParaRPr>
          </a:p>
        </p:txBody>
      </p:sp>
      <p:sp>
        <p:nvSpPr>
          <p:cNvPr id="691" name="Google Shape;691;p37"/>
          <p:cNvSpPr txBox="1"/>
          <p:nvPr/>
        </p:nvSpPr>
        <p:spPr>
          <a:xfrm>
            <a:off x="6619450" y="3648299"/>
            <a:ext cx="1757100" cy="460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arker Grotesque Black"/>
                <a:ea typeface="Darker Grotesque Black"/>
                <a:cs typeface="Darker Grotesque Black"/>
                <a:sym typeface="Darker Grotesque Black"/>
              </a:rPr>
              <a:t>Updates</a:t>
            </a:r>
            <a:endParaRPr sz="2000">
              <a:solidFill>
                <a:schemeClr val="dk1"/>
              </a:solidFill>
              <a:latin typeface="Darker Grotesque Black"/>
              <a:ea typeface="Darker Grotesque Black"/>
              <a:cs typeface="Darker Grotesque Black"/>
              <a:sym typeface="Darker Grotesque Black"/>
            </a:endParaRPr>
          </a:p>
        </p:txBody>
      </p:sp>
      <p:sp>
        <p:nvSpPr>
          <p:cNvPr id="692" name="Google Shape;692;p37"/>
          <p:cNvSpPr txBox="1"/>
          <p:nvPr/>
        </p:nvSpPr>
        <p:spPr>
          <a:xfrm>
            <a:off x="723900" y="1822525"/>
            <a:ext cx="1757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Medium"/>
                <a:ea typeface="Barlow Medium"/>
                <a:cs typeface="Barlow Medium"/>
                <a:sym typeface="Barlow Medium"/>
              </a:rPr>
              <a:t>Showcase the design of your product</a:t>
            </a:r>
            <a:endParaRPr sz="1200">
              <a:solidFill>
                <a:schemeClr val="dk1"/>
              </a:solidFill>
              <a:latin typeface="Barlow Medium"/>
              <a:ea typeface="Barlow Medium"/>
              <a:cs typeface="Barlow Medium"/>
              <a:sym typeface="Barlow Medium"/>
            </a:endParaRPr>
          </a:p>
        </p:txBody>
      </p:sp>
      <p:sp>
        <p:nvSpPr>
          <p:cNvPr id="693" name="Google Shape;693;p37"/>
          <p:cNvSpPr txBox="1"/>
          <p:nvPr/>
        </p:nvSpPr>
        <p:spPr>
          <a:xfrm>
            <a:off x="723900" y="2894976"/>
            <a:ext cx="1757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Medium"/>
                <a:ea typeface="Barlow Medium"/>
                <a:cs typeface="Barlow Medium"/>
                <a:sym typeface="Barlow Medium"/>
              </a:rPr>
              <a:t>Share the cost and price with investors</a:t>
            </a:r>
            <a:endParaRPr sz="1200">
              <a:solidFill>
                <a:schemeClr val="dk1"/>
              </a:solidFill>
              <a:latin typeface="Barlow Medium"/>
              <a:ea typeface="Barlow Medium"/>
              <a:cs typeface="Barlow Medium"/>
              <a:sym typeface="Barlow Medium"/>
            </a:endParaRPr>
          </a:p>
        </p:txBody>
      </p:sp>
      <p:sp>
        <p:nvSpPr>
          <p:cNvPr id="694" name="Google Shape;694;p37"/>
          <p:cNvSpPr txBox="1"/>
          <p:nvPr/>
        </p:nvSpPr>
        <p:spPr>
          <a:xfrm>
            <a:off x="723900" y="4027751"/>
            <a:ext cx="1757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Medium"/>
                <a:ea typeface="Barlow Medium"/>
                <a:cs typeface="Barlow Medium"/>
                <a:sym typeface="Barlow Medium"/>
              </a:rPr>
              <a:t>When is the product expected to be ready?</a:t>
            </a:r>
            <a:endParaRPr sz="1200">
              <a:solidFill>
                <a:schemeClr val="dk1"/>
              </a:solidFill>
              <a:latin typeface="Barlow Medium"/>
              <a:ea typeface="Barlow Medium"/>
              <a:cs typeface="Barlow Medium"/>
              <a:sym typeface="Barlow Medium"/>
            </a:endParaRPr>
          </a:p>
        </p:txBody>
      </p:sp>
      <p:sp>
        <p:nvSpPr>
          <p:cNvPr id="695" name="Google Shape;695;p37"/>
          <p:cNvSpPr txBox="1"/>
          <p:nvPr/>
        </p:nvSpPr>
        <p:spPr>
          <a:xfrm>
            <a:off x="6619450" y="1822525"/>
            <a:ext cx="17571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Barlow Medium"/>
                <a:ea typeface="Barlow Medium"/>
                <a:cs typeface="Barlow Medium"/>
                <a:sym typeface="Barlow Medium"/>
              </a:rPr>
              <a:t>What makes your product unique?</a:t>
            </a:r>
            <a:endParaRPr sz="1200">
              <a:solidFill>
                <a:schemeClr val="dk1"/>
              </a:solidFill>
              <a:latin typeface="Barlow Medium"/>
              <a:ea typeface="Barlow Medium"/>
              <a:cs typeface="Barlow Medium"/>
              <a:sym typeface="Barlow Medium"/>
            </a:endParaRPr>
          </a:p>
        </p:txBody>
      </p:sp>
      <p:sp>
        <p:nvSpPr>
          <p:cNvPr id="696" name="Google Shape;696;p37"/>
          <p:cNvSpPr txBox="1"/>
          <p:nvPr/>
        </p:nvSpPr>
        <p:spPr>
          <a:xfrm>
            <a:off x="6619450" y="2894976"/>
            <a:ext cx="17571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Barlow Medium"/>
                <a:ea typeface="Barlow Medium"/>
                <a:cs typeface="Barlow Medium"/>
                <a:sym typeface="Barlow Medium"/>
              </a:rPr>
              <a:t>Speak about the </a:t>
            </a:r>
            <a:endParaRPr sz="1200">
              <a:solidFill>
                <a:schemeClr val="dk1"/>
              </a:solidFill>
              <a:latin typeface="Barlow Medium"/>
              <a:ea typeface="Barlow Medium"/>
              <a:cs typeface="Barlow Medium"/>
              <a:sym typeface="Barlow Medium"/>
            </a:endParaRPr>
          </a:p>
          <a:p>
            <a:pPr indent="0" lvl="0" marL="0" rtl="0" algn="r">
              <a:spcBef>
                <a:spcPts val="0"/>
              </a:spcBef>
              <a:spcAft>
                <a:spcPts val="0"/>
              </a:spcAft>
              <a:buNone/>
            </a:pPr>
            <a:r>
              <a:rPr lang="en" sz="1200">
                <a:solidFill>
                  <a:schemeClr val="dk1"/>
                </a:solidFill>
                <a:latin typeface="Barlow Medium"/>
                <a:ea typeface="Barlow Medium"/>
                <a:cs typeface="Barlow Medium"/>
                <a:sym typeface="Barlow Medium"/>
              </a:rPr>
              <a:t>target audience</a:t>
            </a:r>
            <a:endParaRPr sz="1200">
              <a:solidFill>
                <a:schemeClr val="dk1"/>
              </a:solidFill>
              <a:latin typeface="Barlow Medium"/>
              <a:ea typeface="Barlow Medium"/>
              <a:cs typeface="Barlow Medium"/>
              <a:sym typeface="Barlow Medium"/>
            </a:endParaRPr>
          </a:p>
        </p:txBody>
      </p:sp>
      <p:sp>
        <p:nvSpPr>
          <p:cNvPr id="697" name="Google Shape;697;p37"/>
          <p:cNvSpPr txBox="1"/>
          <p:nvPr/>
        </p:nvSpPr>
        <p:spPr>
          <a:xfrm>
            <a:off x="6619450" y="4027751"/>
            <a:ext cx="17571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Barlow Medium"/>
                <a:ea typeface="Barlow Medium"/>
                <a:cs typeface="Barlow Medium"/>
                <a:sym typeface="Barlow Medium"/>
              </a:rPr>
              <a:t>Do you plan on updating it?</a:t>
            </a:r>
            <a:endParaRPr sz="1200">
              <a:solidFill>
                <a:schemeClr val="dk1"/>
              </a:solidFill>
              <a:latin typeface="Barlow Medium"/>
              <a:ea typeface="Barlow Medium"/>
              <a:cs typeface="Barlow Medium"/>
              <a:sym typeface="Barlow Medium"/>
            </a:endParaRPr>
          </a:p>
        </p:txBody>
      </p:sp>
      <p:sp>
        <p:nvSpPr>
          <p:cNvPr id="698" name="Google Shape;698;p37"/>
          <p:cNvSpPr/>
          <p:nvPr/>
        </p:nvSpPr>
        <p:spPr>
          <a:xfrm>
            <a:off x="3868216" y="1511468"/>
            <a:ext cx="1407579" cy="2685758"/>
          </a:xfrm>
          <a:custGeom>
            <a:rect b="b" l="l" r="r" t="t"/>
            <a:pathLst>
              <a:path extrusionOk="0" h="161331" w="84552">
                <a:moveTo>
                  <a:pt x="1" y="1"/>
                </a:moveTo>
                <a:lnTo>
                  <a:pt x="1" y="161331"/>
                </a:lnTo>
                <a:lnTo>
                  <a:pt x="84551" y="161331"/>
                </a:lnTo>
                <a:lnTo>
                  <a:pt x="84551" y="1"/>
                </a:lnTo>
                <a:close/>
              </a:path>
            </a:pathLst>
          </a:custGeom>
          <a:solidFill>
            <a:schemeClr val="accent3"/>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 name="Google Shape;699;p37"/>
          <p:cNvGrpSpPr/>
          <p:nvPr/>
        </p:nvGrpSpPr>
        <p:grpSpPr>
          <a:xfrm>
            <a:off x="3796102" y="1357102"/>
            <a:ext cx="1551654" cy="3149588"/>
            <a:chOff x="5186401" y="494525"/>
            <a:chExt cx="1834973" cy="3724678"/>
          </a:xfrm>
        </p:grpSpPr>
        <p:sp>
          <p:nvSpPr>
            <p:cNvPr id="700" name="Google Shape;700;p37"/>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3"/>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7"/>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2"/>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02" name="Google Shape;702;p37"/>
          <p:cNvPicPr preferRelativeResize="0"/>
          <p:nvPr/>
        </p:nvPicPr>
        <p:blipFill rotWithShape="1">
          <a:blip r:embed="rId3">
            <a:alphaModFix/>
          </a:blip>
          <a:srcRect b="0" l="38031" r="27013" t="0"/>
          <a:stretch/>
        </p:blipFill>
        <p:spPr>
          <a:xfrm>
            <a:off x="3868224" y="1511471"/>
            <a:ext cx="1407613" cy="2685914"/>
          </a:xfrm>
          <a:prstGeom prst="rect">
            <a:avLst/>
          </a:prstGeom>
          <a:noFill/>
          <a:ln cap="flat" cmpd="sng" w="19050">
            <a:solidFill>
              <a:schemeClr val="accent4"/>
            </a:solidFill>
            <a:prstDash val="solid"/>
            <a:round/>
            <a:headEnd len="sm" w="sm" type="none"/>
            <a:tailEnd len="sm" w="sm" type="none"/>
          </a:ln>
        </p:spPr>
      </p:pic>
      <p:grpSp>
        <p:nvGrpSpPr>
          <p:cNvPr id="703" name="Google Shape;703;p37"/>
          <p:cNvGrpSpPr/>
          <p:nvPr/>
        </p:nvGrpSpPr>
        <p:grpSpPr>
          <a:xfrm>
            <a:off x="5671604" y="1570190"/>
            <a:ext cx="296655" cy="297620"/>
            <a:chOff x="5450004" y="1483815"/>
            <a:chExt cx="296655" cy="297620"/>
          </a:xfrm>
        </p:grpSpPr>
        <p:grpSp>
          <p:nvGrpSpPr>
            <p:cNvPr id="704" name="Google Shape;704;p37"/>
            <p:cNvGrpSpPr/>
            <p:nvPr/>
          </p:nvGrpSpPr>
          <p:grpSpPr>
            <a:xfrm>
              <a:off x="5450004" y="1483815"/>
              <a:ext cx="296655" cy="297620"/>
              <a:chOff x="7758031" y="614362"/>
              <a:chExt cx="561103" cy="562927"/>
            </a:xfrm>
          </p:grpSpPr>
          <p:sp>
            <p:nvSpPr>
              <p:cNvPr id="705" name="Google Shape;705;p37"/>
              <p:cNvSpPr/>
              <p:nvPr/>
            </p:nvSpPr>
            <p:spPr>
              <a:xfrm>
                <a:off x="7758031" y="915352"/>
                <a:ext cx="261065" cy="261065"/>
              </a:xfrm>
              <a:custGeom>
                <a:rect b="b" l="l" r="r" t="t"/>
                <a:pathLst>
                  <a:path extrusionOk="0" h="261065" w="261065">
                    <a:moveTo>
                      <a:pt x="242968" y="260985"/>
                    </a:moveTo>
                    <a:cubicBezTo>
                      <a:pt x="116286" y="244792"/>
                      <a:pt x="16273" y="145733"/>
                      <a:pt x="81" y="18097"/>
                    </a:cubicBezTo>
                    <a:cubicBezTo>
                      <a:pt x="-872" y="8572"/>
                      <a:pt x="6748" y="0"/>
                      <a:pt x="16273" y="0"/>
                    </a:cubicBezTo>
                    <a:lnTo>
                      <a:pt x="82948" y="0"/>
                    </a:lnTo>
                    <a:cubicBezTo>
                      <a:pt x="90568" y="0"/>
                      <a:pt x="98188" y="5715"/>
                      <a:pt x="99141" y="13335"/>
                    </a:cubicBezTo>
                    <a:cubicBezTo>
                      <a:pt x="111523" y="89535"/>
                      <a:pt x="171531" y="148590"/>
                      <a:pt x="247731" y="161925"/>
                    </a:cubicBezTo>
                    <a:cubicBezTo>
                      <a:pt x="255350" y="162878"/>
                      <a:pt x="261066" y="170498"/>
                      <a:pt x="261066" y="178117"/>
                    </a:cubicBezTo>
                    <a:lnTo>
                      <a:pt x="261066" y="244792"/>
                    </a:lnTo>
                    <a:cubicBezTo>
                      <a:pt x="261066" y="254317"/>
                      <a:pt x="252493" y="261937"/>
                      <a:pt x="242968" y="260985"/>
                    </a:cubicBezTo>
                    <a:lnTo>
                      <a:pt x="242968" y="2609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 name="Google Shape;706;p37"/>
              <p:cNvSpPr/>
              <p:nvPr/>
            </p:nvSpPr>
            <p:spPr>
              <a:xfrm>
                <a:off x="7758031" y="614362"/>
                <a:ext cx="456024" cy="263842"/>
              </a:xfrm>
              <a:custGeom>
                <a:rect b="b" l="l" r="r" t="t"/>
                <a:pathLst>
                  <a:path extrusionOk="0" h="263842" w="456024">
                    <a:moveTo>
                      <a:pt x="82948" y="263843"/>
                    </a:moveTo>
                    <a:lnTo>
                      <a:pt x="16273" y="263843"/>
                    </a:lnTo>
                    <a:cubicBezTo>
                      <a:pt x="6748" y="263843"/>
                      <a:pt x="-872" y="255270"/>
                      <a:pt x="81" y="245745"/>
                    </a:cubicBezTo>
                    <a:cubicBezTo>
                      <a:pt x="17225" y="105728"/>
                      <a:pt x="137241" y="0"/>
                      <a:pt x="278211" y="0"/>
                    </a:cubicBezTo>
                    <a:cubicBezTo>
                      <a:pt x="341075" y="0"/>
                      <a:pt x="400131" y="20003"/>
                      <a:pt x="449661" y="59055"/>
                    </a:cubicBezTo>
                    <a:cubicBezTo>
                      <a:pt x="457281" y="64770"/>
                      <a:pt x="458233" y="77153"/>
                      <a:pt x="451566" y="83820"/>
                    </a:cubicBezTo>
                    <a:lnTo>
                      <a:pt x="404893" y="130493"/>
                    </a:lnTo>
                    <a:cubicBezTo>
                      <a:pt x="399178" y="136208"/>
                      <a:pt x="390606" y="137160"/>
                      <a:pt x="383938" y="132398"/>
                    </a:cubicBezTo>
                    <a:cubicBezTo>
                      <a:pt x="353458" y="110490"/>
                      <a:pt x="317263" y="99060"/>
                      <a:pt x="279163" y="99060"/>
                    </a:cubicBezTo>
                    <a:cubicBezTo>
                      <a:pt x="190581" y="99060"/>
                      <a:pt x="115333" y="162878"/>
                      <a:pt x="101045" y="249555"/>
                    </a:cubicBezTo>
                    <a:cubicBezTo>
                      <a:pt x="98188" y="258128"/>
                      <a:pt x="91520" y="263843"/>
                      <a:pt x="82948" y="263843"/>
                    </a:cubicBezTo>
                    <a:lnTo>
                      <a:pt x="82948" y="26384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 name="Google Shape;707;p37"/>
              <p:cNvSpPr/>
              <p:nvPr/>
            </p:nvSpPr>
            <p:spPr>
              <a:xfrm>
                <a:off x="8056244" y="721972"/>
                <a:ext cx="262890" cy="455317"/>
              </a:xfrm>
              <a:custGeom>
                <a:rect b="b" l="l" r="r" t="t"/>
                <a:pathLst>
                  <a:path extrusionOk="0" h="455317" w="262890">
                    <a:moveTo>
                      <a:pt x="0" y="438172"/>
                    </a:moveTo>
                    <a:lnTo>
                      <a:pt x="0" y="371497"/>
                    </a:lnTo>
                    <a:cubicBezTo>
                      <a:pt x="0" y="363877"/>
                      <a:pt x="5715" y="356257"/>
                      <a:pt x="13335" y="355305"/>
                    </a:cubicBezTo>
                    <a:cubicBezTo>
                      <a:pt x="100965" y="341017"/>
                      <a:pt x="163830" y="265770"/>
                      <a:pt x="163830" y="177187"/>
                    </a:cubicBezTo>
                    <a:cubicBezTo>
                      <a:pt x="163830" y="139087"/>
                      <a:pt x="152400" y="102892"/>
                      <a:pt x="130493" y="72412"/>
                    </a:cubicBezTo>
                    <a:cubicBezTo>
                      <a:pt x="125730" y="65745"/>
                      <a:pt x="126682" y="57172"/>
                      <a:pt x="132398" y="51457"/>
                    </a:cubicBezTo>
                    <a:lnTo>
                      <a:pt x="179070" y="4785"/>
                    </a:lnTo>
                    <a:cubicBezTo>
                      <a:pt x="185738" y="-1883"/>
                      <a:pt x="197168" y="-1883"/>
                      <a:pt x="203835" y="6690"/>
                    </a:cubicBezTo>
                    <a:cubicBezTo>
                      <a:pt x="241935" y="56220"/>
                      <a:pt x="262890" y="115275"/>
                      <a:pt x="262890" y="178140"/>
                    </a:cubicBezTo>
                    <a:cubicBezTo>
                      <a:pt x="262890" y="319110"/>
                      <a:pt x="157163" y="438172"/>
                      <a:pt x="18098" y="455317"/>
                    </a:cubicBezTo>
                    <a:cubicBezTo>
                      <a:pt x="8573" y="455317"/>
                      <a:pt x="0" y="447697"/>
                      <a:pt x="0" y="438172"/>
                    </a:cubicBezTo>
                    <a:lnTo>
                      <a:pt x="0" y="43817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08" name="Google Shape;708;p37"/>
            <p:cNvSpPr/>
            <p:nvPr/>
          </p:nvSpPr>
          <p:spPr>
            <a:xfrm>
              <a:off x="5529276" y="1589080"/>
              <a:ext cx="34668" cy="86420"/>
            </a:xfrm>
            <a:custGeom>
              <a:rect b="b" l="l" r="r" t="t"/>
              <a:pathLst>
                <a:path extrusionOk="0" h="163829" w="65722">
                  <a:moveTo>
                    <a:pt x="65722" y="16193"/>
                  </a:moveTo>
                  <a:cubicBezTo>
                    <a:pt x="65722" y="6668"/>
                    <a:pt x="58102" y="0"/>
                    <a:pt x="49530" y="0"/>
                  </a:cubicBezTo>
                  <a:lnTo>
                    <a:pt x="16193" y="0"/>
                  </a:lnTo>
                  <a:cubicBezTo>
                    <a:pt x="6668" y="0"/>
                    <a:pt x="0" y="7620"/>
                    <a:pt x="0" y="16193"/>
                  </a:cubicBezTo>
                  <a:lnTo>
                    <a:pt x="0" y="147638"/>
                  </a:lnTo>
                  <a:cubicBezTo>
                    <a:pt x="0" y="157163"/>
                    <a:pt x="7620" y="163830"/>
                    <a:pt x="16193" y="163830"/>
                  </a:cubicBezTo>
                  <a:lnTo>
                    <a:pt x="49530" y="163830"/>
                  </a:lnTo>
                  <a:cubicBezTo>
                    <a:pt x="59055" y="163830"/>
                    <a:pt x="65722" y="156210"/>
                    <a:pt x="65722" y="147638"/>
                  </a:cubicBezTo>
                  <a:lnTo>
                    <a:pt x="65722"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 name="Google Shape;709;p37"/>
            <p:cNvSpPr/>
            <p:nvPr/>
          </p:nvSpPr>
          <p:spPr>
            <a:xfrm>
              <a:off x="5581651" y="1571454"/>
              <a:ext cx="34668" cy="104006"/>
            </a:xfrm>
            <a:custGeom>
              <a:rect b="b" l="l" r="r" t="t"/>
              <a:pathLst>
                <a:path extrusionOk="0" h="197167" w="65722">
                  <a:moveTo>
                    <a:pt x="65723" y="180975"/>
                  </a:moveTo>
                  <a:lnTo>
                    <a:pt x="65723" y="16193"/>
                  </a:lnTo>
                  <a:cubicBezTo>
                    <a:pt x="65723" y="6668"/>
                    <a:pt x="58103" y="0"/>
                    <a:pt x="49530" y="0"/>
                  </a:cubicBezTo>
                  <a:lnTo>
                    <a:pt x="16193" y="0"/>
                  </a:lnTo>
                  <a:cubicBezTo>
                    <a:pt x="6668" y="0"/>
                    <a:pt x="0" y="7620"/>
                    <a:pt x="0" y="16193"/>
                  </a:cubicBezTo>
                  <a:lnTo>
                    <a:pt x="0" y="180975"/>
                  </a:lnTo>
                  <a:cubicBezTo>
                    <a:pt x="0" y="190500"/>
                    <a:pt x="7620" y="197167"/>
                    <a:pt x="16193" y="197167"/>
                  </a:cubicBezTo>
                  <a:lnTo>
                    <a:pt x="49530" y="197167"/>
                  </a:lnTo>
                  <a:cubicBezTo>
                    <a:pt x="58103" y="197167"/>
                    <a:pt x="65723" y="190500"/>
                    <a:pt x="65723" y="180975"/>
                  </a:cubicBezTo>
                  <a:lnTo>
                    <a:pt x="65723" y="18097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 name="Google Shape;710;p37"/>
            <p:cNvSpPr/>
            <p:nvPr/>
          </p:nvSpPr>
          <p:spPr>
            <a:xfrm>
              <a:off x="5633523" y="1623828"/>
              <a:ext cx="34668" cy="51751"/>
            </a:xfrm>
            <a:custGeom>
              <a:rect b="b" l="l" r="r" t="t"/>
              <a:pathLst>
                <a:path extrusionOk="0" h="98107" w="65722">
                  <a:moveTo>
                    <a:pt x="65722" y="81915"/>
                  </a:moveTo>
                  <a:lnTo>
                    <a:pt x="65722" y="16193"/>
                  </a:lnTo>
                  <a:cubicBezTo>
                    <a:pt x="65722" y="6668"/>
                    <a:pt x="58102" y="0"/>
                    <a:pt x="49530" y="0"/>
                  </a:cubicBezTo>
                  <a:lnTo>
                    <a:pt x="16192" y="0"/>
                  </a:lnTo>
                  <a:cubicBezTo>
                    <a:pt x="6667" y="0"/>
                    <a:pt x="0" y="7620"/>
                    <a:pt x="0" y="16193"/>
                  </a:cubicBezTo>
                  <a:lnTo>
                    <a:pt x="0" y="81915"/>
                  </a:lnTo>
                  <a:cubicBezTo>
                    <a:pt x="0" y="91440"/>
                    <a:pt x="7620" y="98107"/>
                    <a:pt x="16192" y="98107"/>
                  </a:cubicBezTo>
                  <a:lnTo>
                    <a:pt x="49530" y="98107"/>
                  </a:lnTo>
                  <a:cubicBezTo>
                    <a:pt x="59055" y="98107"/>
                    <a:pt x="65722" y="91440"/>
                    <a:pt x="65722" y="81915"/>
                  </a:cubicBezTo>
                  <a:lnTo>
                    <a:pt x="65722" y="8191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11" name="Google Shape;711;p37"/>
          <p:cNvSpPr/>
          <p:nvPr/>
        </p:nvSpPr>
        <p:spPr>
          <a:xfrm>
            <a:off x="5671114" y="2731441"/>
            <a:ext cx="296442" cy="259763"/>
          </a:xfrm>
          <a:custGeom>
            <a:rect b="b" l="l" r="r" t="t"/>
            <a:pathLst>
              <a:path extrusionOk="0" h="492442" w="561975">
                <a:moveTo>
                  <a:pt x="544830" y="164783"/>
                </a:moveTo>
                <a:cubicBezTo>
                  <a:pt x="554355" y="164783"/>
                  <a:pt x="561023" y="157163"/>
                  <a:pt x="561023" y="148590"/>
                </a:cubicBezTo>
                <a:lnTo>
                  <a:pt x="561023" y="17145"/>
                </a:lnTo>
                <a:cubicBezTo>
                  <a:pt x="561023" y="7620"/>
                  <a:pt x="553403" y="953"/>
                  <a:pt x="544830" y="953"/>
                </a:cubicBezTo>
                <a:lnTo>
                  <a:pt x="230505" y="953"/>
                </a:lnTo>
                <a:lnTo>
                  <a:pt x="230505" y="82867"/>
                </a:lnTo>
                <a:cubicBezTo>
                  <a:pt x="230505" y="92392"/>
                  <a:pt x="222885" y="99060"/>
                  <a:pt x="214313" y="99060"/>
                </a:cubicBezTo>
                <a:cubicBezTo>
                  <a:pt x="205740" y="99060"/>
                  <a:pt x="198120" y="91440"/>
                  <a:pt x="198120" y="82867"/>
                </a:cubicBezTo>
                <a:lnTo>
                  <a:pt x="198120" y="0"/>
                </a:lnTo>
                <a:lnTo>
                  <a:pt x="164783" y="0"/>
                </a:lnTo>
                <a:lnTo>
                  <a:pt x="164783" y="81915"/>
                </a:lnTo>
                <a:cubicBezTo>
                  <a:pt x="164783" y="91440"/>
                  <a:pt x="157163" y="98108"/>
                  <a:pt x="148590" y="98108"/>
                </a:cubicBezTo>
                <a:cubicBezTo>
                  <a:pt x="140018" y="98108"/>
                  <a:pt x="132398" y="90488"/>
                  <a:pt x="132398" y="81915"/>
                </a:cubicBezTo>
                <a:lnTo>
                  <a:pt x="132398" y="0"/>
                </a:lnTo>
                <a:lnTo>
                  <a:pt x="99060" y="0"/>
                </a:lnTo>
                <a:lnTo>
                  <a:pt x="99060" y="81915"/>
                </a:lnTo>
                <a:cubicBezTo>
                  <a:pt x="99060" y="91440"/>
                  <a:pt x="91440" y="98108"/>
                  <a:pt x="82868" y="98108"/>
                </a:cubicBezTo>
                <a:cubicBezTo>
                  <a:pt x="74295" y="98108"/>
                  <a:pt x="66675" y="90488"/>
                  <a:pt x="66675" y="81915"/>
                </a:cubicBezTo>
                <a:lnTo>
                  <a:pt x="66675" y="0"/>
                </a:lnTo>
                <a:lnTo>
                  <a:pt x="16193" y="0"/>
                </a:lnTo>
                <a:cubicBezTo>
                  <a:pt x="6668" y="0"/>
                  <a:pt x="0" y="7620"/>
                  <a:pt x="0" y="16192"/>
                </a:cubicBezTo>
                <a:lnTo>
                  <a:pt x="0" y="147638"/>
                </a:lnTo>
                <a:cubicBezTo>
                  <a:pt x="0" y="157163"/>
                  <a:pt x="7620" y="163830"/>
                  <a:pt x="16193" y="163830"/>
                </a:cubicBezTo>
                <a:lnTo>
                  <a:pt x="263843" y="163830"/>
                </a:lnTo>
                <a:lnTo>
                  <a:pt x="263843" y="197167"/>
                </a:lnTo>
                <a:lnTo>
                  <a:pt x="230505" y="197167"/>
                </a:lnTo>
                <a:lnTo>
                  <a:pt x="230505" y="279083"/>
                </a:lnTo>
                <a:cubicBezTo>
                  <a:pt x="230505" y="288608"/>
                  <a:pt x="222885" y="295275"/>
                  <a:pt x="214313" y="295275"/>
                </a:cubicBezTo>
                <a:cubicBezTo>
                  <a:pt x="205740" y="295275"/>
                  <a:pt x="198120" y="287655"/>
                  <a:pt x="198120" y="279083"/>
                </a:cubicBezTo>
                <a:lnTo>
                  <a:pt x="198120" y="197167"/>
                </a:lnTo>
                <a:lnTo>
                  <a:pt x="164783" y="197167"/>
                </a:lnTo>
                <a:lnTo>
                  <a:pt x="164783" y="279083"/>
                </a:lnTo>
                <a:cubicBezTo>
                  <a:pt x="164783" y="288608"/>
                  <a:pt x="157163" y="295275"/>
                  <a:pt x="148590" y="295275"/>
                </a:cubicBezTo>
                <a:cubicBezTo>
                  <a:pt x="140018" y="295275"/>
                  <a:pt x="132398" y="287655"/>
                  <a:pt x="132398" y="279083"/>
                </a:cubicBezTo>
                <a:lnTo>
                  <a:pt x="132398" y="197167"/>
                </a:lnTo>
                <a:lnTo>
                  <a:pt x="99060" y="197167"/>
                </a:lnTo>
                <a:lnTo>
                  <a:pt x="99060" y="279083"/>
                </a:lnTo>
                <a:cubicBezTo>
                  <a:pt x="99060" y="288608"/>
                  <a:pt x="91440" y="295275"/>
                  <a:pt x="82868" y="295275"/>
                </a:cubicBezTo>
                <a:cubicBezTo>
                  <a:pt x="74295" y="295275"/>
                  <a:pt x="66675" y="287655"/>
                  <a:pt x="66675" y="279083"/>
                </a:cubicBezTo>
                <a:lnTo>
                  <a:pt x="66675" y="197167"/>
                </a:lnTo>
                <a:lnTo>
                  <a:pt x="16193" y="197167"/>
                </a:lnTo>
                <a:cubicBezTo>
                  <a:pt x="6668" y="197167"/>
                  <a:pt x="0" y="204788"/>
                  <a:pt x="0" y="213360"/>
                </a:cubicBezTo>
                <a:lnTo>
                  <a:pt x="0" y="344805"/>
                </a:lnTo>
                <a:cubicBezTo>
                  <a:pt x="0" y="354330"/>
                  <a:pt x="7620" y="360997"/>
                  <a:pt x="16193" y="360997"/>
                </a:cubicBezTo>
                <a:lnTo>
                  <a:pt x="263843" y="360997"/>
                </a:lnTo>
                <a:lnTo>
                  <a:pt x="263843" y="397192"/>
                </a:lnTo>
                <a:cubicBezTo>
                  <a:pt x="249555" y="401955"/>
                  <a:pt x="239078" y="413385"/>
                  <a:pt x="234315" y="426720"/>
                </a:cubicBezTo>
                <a:lnTo>
                  <a:pt x="16193" y="426720"/>
                </a:lnTo>
                <a:cubicBezTo>
                  <a:pt x="6668" y="426720"/>
                  <a:pt x="0" y="434340"/>
                  <a:pt x="0" y="442913"/>
                </a:cubicBezTo>
                <a:cubicBezTo>
                  <a:pt x="0" y="451485"/>
                  <a:pt x="7620" y="459105"/>
                  <a:pt x="16193" y="459105"/>
                </a:cubicBezTo>
                <a:lnTo>
                  <a:pt x="234315" y="459105"/>
                </a:lnTo>
                <a:cubicBezTo>
                  <a:pt x="240983" y="478155"/>
                  <a:pt x="259080" y="492442"/>
                  <a:pt x="280988" y="492442"/>
                </a:cubicBezTo>
                <a:cubicBezTo>
                  <a:pt x="302895" y="492442"/>
                  <a:pt x="320993" y="479108"/>
                  <a:pt x="327660" y="459105"/>
                </a:cubicBezTo>
                <a:lnTo>
                  <a:pt x="545783" y="459105"/>
                </a:lnTo>
                <a:cubicBezTo>
                  <a:pt x="555308" y="459105"/>
                  <a:pt x="561975" y="451485"/>
                  <a:pt x="561975" y="442913"/>
                </a:cubicBezTo>
                <a:cubicBezTo>
                  <a:pt x="561975" y="434340"/>
                  <a:pt x="554355" y="426720"/>
                  <a:pt x="545783" y="426720"/>
                </a:cubicBezTo>
                <a:lnTo>
                  <a:pt x="327660" y="426720"/>
                </a:lnTo>
                <a:cubicBezTo>
                  <a:pt x="322898" y="412433"/>
                  <a:pt x="311468" y="401955"/>
                  <a:pt x="298133" y="397192"/>
                </a:cubicBezTo>
                <a:lnTo>
                  <a:pt x="298133" y="360997"/>
                </a:lnTo>
                <a:lnTo>
                  <a:pt x="545783" y="360997"/>
                </a:lnTo>
                <a:cubicBezTo>
                  <a:pt x="555308" y="360997"/>
                  <a:pt x="561975" y="353378"/>
                  <a:pt x="561975" y="344805"/>
                </a:cubicBezTo>
                <a:lnTo>
                  <a:pt x="561975" y="213360"/>
                </a:lnTo>
                <a:cubicBezTo>
                  <a:pt x="561975" y="203835"/>
                  <a:pt x="554355" y="197167"/>
                  <a:pt x="545783" y="197167"/>
                </a:cubicBezTo>
                <a:lnTo>
                  <a:pt x="298133" y="197167"/>
                </a:lnTo>
                <a:lnTo>
                  <a:pt x="298133" y="163830"/>
                </a:lnTo>
                <a:lnTo>
                  <a:pt x="544830" y="163830"/>
                </a:lnTo>
                <a:close/>
                <a:moveTo>
                  <a:pt x="477203" y="263842"/>
                </a:moveTo>
                <a:cubicBezTo>
                  <a:pt x="486728" y="263842"/>
                  <a:pt x="493395" y="271463"/>
                  <a:pt x="493395" y="280035"/>
                </a:cubicBezTo>
                <a:cubicBezTo>
                  <a:pt x="493395" y="288608"/>
                  <a:pt x="485775" y="296228"/>
                  <a:pt x="477203" y="296228"/>
                </a:cubicBezTo>
                <a:cubicBezTo>
                  <a:pt x="468630" y="296228"/>
                  <a:pt x="461010" y="288608"/>
                  <a:pt x="461010" y="280035"/>
                </a:cubicBezTo>
                <a:cubicBezTo>
                  <a:pt x="461010" y="271463"/>
                  <a:pt x="468630" y="263842"/>
                  <a:pt x="477203" y="263842"/>
                </a:cubicBezTo>
                <a:lnTo>
                  <a:pt x="477203" y="263842"/>
                </a:lnTo>
                <a:close/>
                <a:moveTo>
                  <a:pt x="411480" y="263842"/>
                </a:moveTo>
                <a:cubicBezTo>
                  <a:pt x="421005" y="263842"/>
                  <a:pt x="427673" y="271463"/>
                  <a:pt x="427673" y="280035"/>
                </a:cubicBezTo>
                <a:cubicBezTo>
                  <a:pt x="427673" y="288608"/>
                  <a:pt x="420053" y="296228"/>
                  <a:pt x="411480" y="296228"/>
                </a:cubicBezTo>
                <a:cubicBezTo>
                  <a:pt x="402908" y="296228"/>
                  <a:pt x="395288" y="288608"/>
                  <a:pt x="395288" y="280035"/>
                </a:cubicBezTo>
                <a:cubicBezTo>
                  <a:pt x="395288" y="271463"/>
                  <a:pt x="402908" y="263842"/>
                  <a:pt x="411480" y="263842"/>
                </a:cubicBezTo>
                <a:lnTo>
                  <a:pt x="411480" y="263842"/>
                </a:lnTo>
                <a:close/>
                <a:moveTo>
                  <a:pt x="345758" y="263842"/>
                </a:moveTo>
                <a:cubicBezTo>
                  <a:pt x="355283" y="263842"/>
                  <a:pt x="361950" y="271463"/>
                  <a:pt x="361950" y="280035"/>
                </a:cubicBezTo>
                <a:cubicBezTo>
                  <a:pt x="361950" y="288608"/>
                  <a:pt x="354330" y="296228"/>
                  <a:pt x="345758" y="296228"/>
                </a:cubicBezTo>
                <a:cubicBezTo>
                  <a:pt x="337185" y="296228"/>
                  <a:pt x="329565" y="288608"/>
                  <a:pt x="329565" y="280035"/>
                </a:cubicBezTo>
                <a:cubicBezTo>
                  <a:pt x="329565" y="271463"/>
                  <a:pt x="337185" y="263842"/>
                  <a:pt x="345758" y="263842"/>
                </a:cubicBezTo>
                <a:lnTo>
                  <a:pt x="345758" y="263842"/>
                </a:lnTo>
                <a:close/>
                <a:moveTo>
                  <a:pt x="477203" y="66675"/>
                </a:moveTo>
                <a:cubicBezTo>
                  <a:pt x="486728" y="66675"/>
                  <a:pt x="493395" y="74295"/>
                  <a:pt x="493395" y="82867"/>
                </a:cubicBezTo>
                <a:cubicBezTo>
                  <a:pt x="493395" y="91440"/>
                  <a:pt x="485775" y="99060"/>
                  <a:pt x="477203" y="99060"/>
                </a:cubicBezTo>
                <a:cubicBezTo>
                  <a:pt x="468630" y="99060"/>
                  <a:pt x="461010" y="91440"/>
                  <a:pt x="461010" y="82867"/>
                </a:cubicBezTo>
                <a:cubicBezTo>
                  <a:pt x="461010" y="74295"/>
                  <a:pt x="468630" y="66675"/>
                  <a:pt x="477203" y="66675"/>
                </a:cubicBezTo>
                <a:lnTo>
                  <a:pt x="477203" y="66675"/>
                </a:lnTo>
                <a:close/>
                <a:moveTo>
                  <a:pt x="411480" y="66675"/>
                </a:moveTo>
                <a:cubicBezTo>
                  <a:pt x="421005" y="66675"/>
                  <a:pt x="427673" y="74295"/>
                  <a:pt x="427673" y="82867"/>
                </a:cubicBezTo>
                <a:cubicBezTo>
                  <a:pt x="427673" y="91440"/>
                  <a:pt x="420053" y="99060"/>
                  <a:pt x="411480" y="99060"/>
                </a:cubicBezTo>
                <a:cubicBezTo>
                  <a:pt x="402908" y="99060"/>
                  <a:pt x="395288" y="91440"/>
                  <a:pt x="395288" y="82867"/>
                </a:cubicBezTo>
                <a:cubicBezTo>
                  <a:pt x="395288" y="74295"/>
                  <a:pt x="402908" y="66675"/>
                  <a:pt x="411480" y="66675"/>
                </a:cubicBezTo>
                <a:lnTo>
                  <a:pt x="411480" y="66675"/>
                </a:lnTo>
                <a:close/>
                <a:moveTo>
                  <a:pt x="345758" y="66675"/>
                </a:moveTo>
                <a:cubicBezTo>
                  <a:pt x="355283" y="66675"/>
                  <a:pt x="361950" y="74295"/>
                  <a:pt x="361950" y="82867"/>
                </a:cubicBezTo>
                <a:cubicBezTo>
                  <a:pt x="361950" y="91440"/>
                  <a:pt x="354330" y="99060"/>
                  <a:pt x="345758" y="99060"/>
                </a:cubicBezTo>
                <a:cubicBezTo>
                  <a:pt x="337185" y="99060"/>
                  <a:pt x="329565" y="91440"/>
                  <a:pt x="329565" y="82867"/>
                </a:cubicBezTo>
                <a:cubicBezTo>
                  <a:pt x="329565" y="74295"/>
                  <a:pt x="337185" y="66675"/>
                  <a:pt x="345758" y="66675"/>
                </a:cubicBezTo>
                <a:lnTo>
                  <a:pt x="345758" y="6667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12" name="Google Shape;712;p37"/>
          <p:cNvGrpSpPr/>
          <p:nvPr/>
        </p:nvGrpSpPr>
        <p:grpSpPr>
          <a:xfrm>
            <a:off x="3175601" y="1570991"/>
            <a:ext cx="296642" cy="296019"/>
            <a:chOff x="2755914" y="2823416"/>
            <a:chExt cx="296642" cy="296019"/>
          </a:xfrm>
        </p:grpSpPr>
        <p:sp>
          <p:nvSpPr>
            <p:cNvPr id="713" name="Google Shape;713;p37"/>
            <p:cNvSpPr/>
            <p:nvPr/>
          </p:nvSpPr>
          <p:spPr>
            <a:xfrm>
              <a:off x="2755914" y="2823416"/>
              <a:ext cx="156762" cy="156762"/>
            </a:xfrm>
            <a:custGeom>
              <a:rect b="b" l="l" r="r" t="t"/>
              <a:pathLst>
                <a:path extrusionOk="0" h="297180" w="297180">
                  <a:moveTo>
                    <a:pt x="148590" y="0"/>
                  </a:moveTo>
                  <a:cubicBezTo>
                    <a:pt x="66675" y="0"/>
                    <a:pt x="0" y="66675"/>
                    <a:pt x="0" y="148590"/>
                  </a:cubicBezTo>
                  <a:cubicBezTo>
                    <a:pt x="0" y="230505"/>
                    <a:pt x="66675" y="297180"/>
                    <a:pt x="148590" y="297180"/>
                  </a:cubicBezTo>
                  <a:cubicBezTo>
                    <a:pt x="229553" y="297180"/>
                    <a:pt x="297180" y="231457"/>
                    <a:pt x="297180" y="148590"/>
                  </a:cubicBezTo>
                  <a:cubicBezTo>
                    <a:pt x="296228" y="67628"/>
                    <a:pt x="230505" y="0"/>
                    <a:pt x="148590" y="0"/>
                  </a:cubicBezTo>
                  <a:lnTo>
                    <a:pt x="148590" y="0"/>
                  </a:lnTo>
                  <a:close/>
                  <a:moveTo>
                    <a:pt x="164782" y="227647"/>
                  </a:moveTo>
                  <a:lnTo>
                    <a:pt x="164782" y="246697"/>
                  </a:lnTo>
                  <a:cubicBezTo>
                    <a:pt x="164782" y="256222"/>
                    <a:pt x="157163" y="262890"/>
                    <a:pt x="148590" y="262890"/>
                  </a:cubicBezTo>
                  <a:cubicBezTo>
                    <a:pt x="139065" y="262890"/>
                    <a:pt x="132397" y="255270"/>
                    <a:pt x="132397" y="246697"/>
                  </a:cubicBezTo>
                  <a:lnTo>
                    <a:pt x="132397" y="226695"/>
                  </a:lnTo>
                  <a:cubicBezTo>
                    <a:pt x="123825" y="223838"/>
                    <a:pt x="115253" y="218122"/>
                    <a:pt x="109538" y="210503"/>
                  </a:cubicBezTo>
                  <a:cubicBezTo>
                    <a:pt x="103822" y="202882"/>
                    <a:pt x="105728" y="193357"/>
                    <a:pt x="112395" y="187643"/>
                  </a:cubicBezTo>
                  <a:cubicBezTo>
                    <a:pt x="120015" y="181928"/>
                    <a:pt x="130493" y="183832"/>
                    <a:pt x="135255" y="190500"/>
                  </a:cubicBezTo>
                  <a:cubicBezTo>
                    <a:pt x="138113" y="194310"/>
                    <a:pt x="142875" y="197168"/>
                    <a:pt x="148590" y="197168"/>
                  </a:cubicBezTo>
                  <a:cubicBezTo>
                    <a:pt x="158115" y="197168"/>
                    <a:pt x="164782" y="189547"/>
                    <a:pt x="164782" y="180975"/>
                  </a:cubicBezTo>
                  <a:cubicBezTo>
                    <a:pt x="164782" y="172403"/>
                    <a:pt x="157163" y="164782"/>
                    <a:pt x="148590" y="164782"/>
                  </a:cubicBezTo>
                  <a:cubicBezTo>
                    <a:pt x="120968" y="164782"/>
                    <a:pt x="99060" y="142875"/>
                    <a:pt x="99060" y="115253"/>
                  </a:cubicBezTo>
                  <a:cubicBezTo>
                    <a:pt x="99060" y="93345"/>
                    <a:pt x="112395" y="75247"/>
                    <a:pt x="132397" y="68580"/>
                  </a:cubicBezTo>
                  <a:lnTo>
                    <a:pt x="132397" y="49530"/>
                  </a:lnTo>
                  <a:cubicBezTo>
                    <a:pt x="132397" y="40005"/>
                    <a:pt x="140018" y="33338"/>
                    <a:pt x="148590" y="33338"/>
                  </a:cubicBezTo>
                  <a:cubicBezTo>
                    <a:pt x="158115" y="33338"/>
                    <a:pt x="164782" y="40957"/>
                    <a:pt x="164782" y="49530"/>
                  </a:cubicBezTo>
                  <a:lnTo>
                    <a:pt x="164782" y="69532"/>
                  </a:lnTo>
                  <a:cubicBezTo>
                    <a:pt x="173355" y="72390"/>
                    <a:pt x="181928" y="78105"/>
                    <a:pt x="187643" y="85725"/>
                  </a:cubicBezTo>
                  <a:cubicBezTo>
                    <a:pt x="193357" y="93345"/>
                    <a:pt x="191453" y="102870"/>
                    <a:pt x="184785" y="108585"/>
                  </a:cubicBezTo>
                  <a:cubicBezTo>
                    <a:pt x="177165" y="114300"/>
                    <a:pt x="167640" y="112395"/>
                    <a:pt x="161925" y="105728"/>
                  </a:cubicBezTo>
                  <a:cubicBezTo>
                    <a:pt x="153353" y="94297"/>
                    <a:pt x="132397" y="100965"/>
                    <a:pt x="132397" y="115253"/>
                  </a:cubicBezTo>
                  <a:cubicBezTo>
                    <a:pt x="132397" y="124778"/>
                    <a:pt x="140018" y="131445"/>
                    <a:pt x="148590" y="131445"/>
                  </a:cubicBezTo>
                  <a:cubicBezTo>
                    <a:pt x="176213" y="131445"/>
                    <a:pt x="198120" y="153353"/>
                    <a:pt x="198120" y="180975"/>
                  </a:cubicBezTo>
                  <a:cubicBezTo>
                    <a:pt x="197168" y="202882"/>
                    <a:pt x="183832" y="220980"/>
                    <a:pt x="164782" y="227647"/>
                  </a:cubicBezTo>
                  <a:lnTo>
                    <a:pt x="164782" y="2276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 name="Google Shape;714;p37"/>
            <p:cNvSpPr/>
            <p:nvPr/>
          </p:nvSpPr>
          <p:spPr>
            <a:xfrm>
              <a:off x="2843037" y="2858165"/>
              <a:ext cx="209519" cy="261271"/>
            </a:xfrm>
            <a:custGeom>
              <a:rect b="b" l="l" r="r" t="t"/>
              <a:pathLst>
                <a:path extrusionOk="0" h="495300" w="397192">
                  <a:moveTo>
                    <a:pt x="381000" y="0"/>
                  </a:moveTo>
                  <a:lnTo>
                    <a:pt x="144780" y="0"/>
                  </a:lnTo>
                  <a:cubicBezTo>
                    <a:pt x="155258" y="20955"/>
                    <a:pt x="161925" y="42863"/>
                    <a:pt x="163830" y="65722"/>
                  </a:cubicBezTo>
                  <a:lnTo>
                    <a:pt x="313373" y="65722"/>
                  </a:lnTo>
                  <a:cubicBezTo>
                    <a:pt x="322898" y="65722"/>
                    <a:pt x="329565" y="73343"/>
                    <a:pt x="329565" y="81915"/>
                  </a:cubicBezTo>
                  <a:lnTo>
                    <a:pt x="329565" y="213360"/>
                  </a:lnTo>
                  <a:cubicBezTo>
                    <a:pt x="329565" y="222885"/>
                    <a:pt x="321945" y="229553"/>
                    <a:pt x="313373" y="229553"/>
                  </a:cubicBezTo>
                  <a:lnTo>
                    <a:pt x="87630" y="229553"/>
                  </a:lnTo>
                  <a:cubicBezTo>
                    <a:pt x="60008" y="248603"/>
                    <a:pt x="31433" y="259080"/>
                    <a:pt x="0" y="261938"/>
                  </a:cubicBezTo>
                  <a:lnTo>
                    <a:pt x="0" y="479108"/>
                  </a:lnTo>
                  <a:cubicBezTo>
                    <a:pt x="0" y="488633"/>
                    <a:pt x="7620" y="495300"/>
                    <a:pt x="16193" y="495300"/>
                  </a:cubicBezTo>
                  <a:lnTo>
                    <a:pt x="381000" y="495300"/>
                  </a:lnTo>
                  <a:cubicBezTo>
                    <a:pt x="390525" y="495300"/>
                    <a:pt x="397193" y="487680"/>
                    <a:pt x="397193" y="479108"/>
                  </a:cubicBezTo>
                  <a:lnTo>
                    <a:pt x="397193" y="16193"/>
                  </a:lnTo>
                  <a:cubicBezTo>
                    <a:pt x="397193" y="7620"/>
                    <a:pt x="389573" y="0"/>
                    <a:pt x="381000" y="0"/>
                  </a:cubicBezTo>
                  <a:lnTo>
                    <a:pt x="381000" y="0"/>
                  </a:lnTo>
                  <a:close/>
                  <a:moveTo>
                    <a:pt x="180975" y="263843"/>
                  </a:moveTo>
                  <a:lnTo>
                    <a:pt x="214313" y="263843"/>
                  </a:lnTo>
                  <a:cubicBezTo>
                    <a:pt x="223838" y="263843"/>
                    <a:pt x="230505" y="271463"/>
                    <a:pt x="230505" y="280035"/>
                  </a:cubicBezTo>
                  <a:cubicBezTo>
                    <a:pt x="230505" y="289560"/>
                    <a:pt x="222885" y="296228"/>
                    <a:pt x="214313" y="296228"/>
                  </a:cubicBezTo>
                  <a:lnTo>
                    <a:pt x="180975" y="296228"/>
                  </a:lnTo>
                  <a:cubicBezTo>
                    <a:pt x="171450" y="296228"/>
                    <a:pt x="164783" y="288608"/>
                    <a:pt x="164783" y="280035"/>
                  </a:cubicBezTo>
                  <a:cubicBezTo>
                    <a:pt x="164783" y="270510"/>
                    <a:pt x="171450" y="263843"/>
                    <a:pt x="180975" y="263843"/>
                  </a:cubicBezTo>
                  <a:lnTo>
                    <a:pt x="180975" y="263843"/>
                  </a:lnTo>
                  <a:close/>
                  <a:moveTo>
                    <a:pt x="180975" y="329565"/>
                  </a:moveTo>
                  <a:lnTo>
                    <a:pt x="214313" y="329565"/>
                  </a:lnTo>
                  <a:cubicBezTo>
                    <a:pt x="223838" y="329565"/>
                    <a:pt x="230505" y="337185"/>
                    <a:pt x="230505" y="345758"/>
                  </a:cubicBezTo>
                  <a:cubicBezTo>
                    <a:pt x="230505" y="355283"/>
                    <a:pt x="222885" y="361950"/>
                    <a:pt x="214313" y="361950"/>
                  </a:cubicBezTo>
                  <a:lnTo>
                    <a:pt x="180975" y="361950"/>
                  </a:lnTo>
                  <a:cubicBezTo>
                    <a:pt x="171450" y="361950"/>
                    <a:pt x="164783" y="354330"/>
                    <a:pt x="164783" y="345758"/>
                  </a:cubicBezTo>
                  <a:cubicBezTo>
                    <a:pt x="164783" y="337185"/>
                    <a:pt x="171450" y="329565"/>
                    <a:pt x="180975" y="329565"/>
                  </a:cubicBezTo>
                  <a:lnTo>
                    <a:pt x="180975" y="329565"/>
                  </a:lnTo>
                  <a:close/>
                  <a:moveTo>
                    <a:pt x="115253" y="428625"/>
                  </a:moveTo>
                  <a:lnTo>
                    <a:pt x="81915" y="428625"/>
                  </a:lnTo>
                  <a:cubicBezTo>
                    <a:pt x="72390" y="428625"/>
                    <a:pt x="65723" y="421005"/>
                    <a:pt x="65723" y="412433"/>
                  </a:cubicBezTo>
                  <a:cubicBezTo>
                    <a:pt x="65723" y="402908"/>
                    <a:pt x="73343" y="396240"/>
                    <a:pt x="81915" y="396240"/>
                  </a:cubicBezTo>
                  <a:lnTo>
                    <a:pt x="115253" y="396240"/>
                  </a:lnTo>
                  <a:cubicBezTo>
                    <a:pt x="124778" y="396240"/>
                    <a:pt x="131445" y="403860"/>
                    <a:pt x="131445" y="412433"/>
                  </a:cubicBezTo>
                  <a:cubicBezTo>
                    <a:pt x="131445" y="421005"/>
                    <a:pt x="123825" y="428625"/>
                    <a:pt x="115253" y="428625"/>
                  </a:cubicBezTo>
                  <a:lnTo>
                    <a:pt x="115253" y="428625"/>
                  </a:lnTo>
                  <a:close/>
                  <a:moveTo>
                    <a:pt x="115253" y="361950"/>
                  </a:moveTo>
                  <a:lnTo>
                    <a:pt x="81915" y="361950"/>
                  </a:lnTo>
                  <a:cubicBezTo>
                    <a:pt x="72390" y="361950"/>
                    <a:pt x="65723" y="354330"/>
                    <a:pt x="65723" y="345758"/>
                  </a:cubicBezTo>
                  <a:cubicBezTo>
                    <a:pt x="65723" y="336233"/>
                    <a:pt x="73343" y="329565"/>
                    <a:pt x="81915" y="329565"/>
                  </a:cubicBezTo>
                  <a:lnTo>
                    <a:pt x="115253" y="329565"/>
                  </a:lnTo>
                  <a:cubicBezTo>
                    <a:pt x="124778" y="329565"/>
                    <a:pt x="131445" y="337185"/>
                    <a:pt x="131445" y="345758"/>
                  </a:cubicBezTo>
                  <a:cubicBezTo>
                    <a:pt x="131445" y="355283"/>
                    <a:pt x="123825" y="361950"/>
                    <a:pt x="115253" y="361950"/>
                  </a:cubicBezTo>
                  <a:lnTo>
                    <a:pt x="115253" y="361950"/>
                  </a:lnTo>
                  <a:close/>
                  <a:moveTo>
                    <a:pt x="115253" y="296228"/>
                  </a:moveTo>
                  <a:lnTo>
                    <a:pt x="81915" y="296228"/>
                  </a:lnTo>
                  <a:cubicBezTo>
                    <a:pt x="72390" y="296228"/>
                    <a:pt x="65723" y="288608"/>
                    <a:pt x="65723" y="280035"/>
                  </a:cubicBezTo>
                  <a:cubicBezTo>
                    <a:pt x="65723" y="270510"/>
                    <a:pt x="73343" y="263843"/>
                    <a:pt x="81915" y="263843"/>
                  </a:cubicBezTo>
                  <a:lnTo>
                    <a:pt x="115253" y="263843"/>
                  </a:lnTo>
                  <a:cubicBezTo>
                    <a:pt x="124778" y="263843"/>
                    <a:pt x="131445" y="271463"/>
                    <a:pt x="131445" y="280035"/>
                  </a:cubicBezTo>
                  <a:cubicBezTo>
                    <a:pt x="131445" y="289560"/>
                    <a:pt x="123825" y="296228"/>
                    <a:pt x="115253" y="296228"/>
                  </a:cubicBezTo>
                  <a:lnTo>
                    <a:pt x="115253" y="296228"/>
                  </a:lnTo>
                  <a:close/>
                  <a:moveTo>
                    <a:pt x="312420" y="428625"/>
                  </a:moveTo>
                  <a:lnTo>
                    <a:pt x="180975" y="428625"/>
                  </a:lnTo>
                  <a:cubicBezTo>
                    <a:pt x="171450" y="428625"/>
                    <a:pt x="164783" y="421005"/>
                    <a:pt x="164783" y="412433"/>
                  </a:cubicBezTo>
                  <a:cubicBezTo>
                    <a:pt x="164783" y="402908"/>
                    <a:pt x="172403" y="396240"/>
                    <a:pt x="180975" y="396240"/>
                  </a:cubicBezTo>
                  <a:lnTo>
                    <a:pt x="312420" y="396240"/>
                  </a:lnTo>
                  <a:cubicBezTo>
                    <a:pt x="321945" y="396240"/>
                    <a:pt x="328613" y="403860"/>
                    <a:pt x="328613" y="412433"/>
                  </a:cubicBezTo>
                  <a:cubicBezTo>
                    <a:pt x="329565" y="421005"/>
                    <a:pt x="321945" y="428625"/>
                    <a:pt x="312420" y="428625"/>
                  </a:cubicBezTo>
                  <a:lnTo>
                    <a:pt x="312420" y="428625"/>
                  </a:lnTo>
                  <a:close/>
                  <a:moveTo>
                    <a:pt x="312420" y="361950"/>
                  </a:moveTo>
                  <a:lnTo>
                    <a:pt x="279083" y="361950"/>
                  </a:lnTo>
                  <a:cubicBezTo>
                    <a:pt x="269558" y="361950"/>
                    <a:pt x="262890" y="354330"/>
                    <a:pt x="262890" y="345758"/>
                  </a:cubicBezTo>
                  <a:cubicBezTo>
                    <a:pt x="262890" y="336233"/>
                    <a:pt x="270510" y="329565"/>
                    <a:pt x="279083" y="329565"/>
                  </a:cubicBezTo>
                  <a:lnTo>
                    <a:pt x="312420" y="329565"/>
                  </a:lnTo>
                  <a:cubicBezTo>
                    <a:pt x="321945" y="329565"/>
                    <a:pt x="328613" y="337185"/>
                    <a:pt x="328613" y="345758"/>
                  </a:cubicBezTo>
                  <a:cubicBezTo>
                    <a:pt x="329565" y="355283"/>
                    <a:pt x="321945" y="361950"/>
                    <a:pt x="312420" y="361950"/>
                  </a:cubicBezTo>
                  <a:lnTo>
                    <a:pt x="312420" y="361950"/>
                  </a:lnTo>
                  <a:close/>
                  <a:moveTo>
                    <a:pt x="312420" y="296228"/>
                  </a:moveTo>
                  <a:lnTo>
                    <a:pt x="279083" y="296228"/>
                  </a:lnTo>
                  <a:cubicBezTo>
                    <a:pt x="269558" y="296228"/>
                    <a:pt x="262890" y="288608"/>
                    <a:pt x="262890" y="280035"/>
                  </a:cubicBezTo>
                  <a:cubicBezTo>
                    <a:pt x="262890" y="270510"/>
                    <a:pt x="270510" y="263843"/>
                    <a:pt x="279083" y="263843"/>
                  </a:cubicBezTo>
                  <a:lnTo>
                    <a:pt x="312420" y="263843"/>
                  </a:lnTo>
                  <a:cubicBezTo>
                    <a:pt x="321945" y="263843"/>
                    <a:pt x="328613" y="271463"/>
                    <a:pt x="328613" y="280035"/>
                  </a:cubicBezTo>
                  <a:cubicBezTo>
                    <a:pt x="329565" y="289560"/>
                    <a:pt x="321945" y="296228"/>
                    <a:pt x="312420" y="296228"/>
                  </a:cubicBezTo>
                  <a:lnTo>
                    <a:pt x="312420" y="29622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 name="Google Shape;715;p37"/>
            <p:cNvSpPr/>
            <p:nvPr/>
          </p:nvSpPr>
          <p:spPr>
            <a:xfrm>
              <a:off x="2908003" y="2910540"/>
              <a:ext cx="91444" cy="52254"/>
            </a:xfrm>
            <a:custGeom>
              <a:rect b="b" l="l" r="r" t="t"/>
              <a:pathLst>
                <a:path extrusionOk="0" h="99060" w="173354">
                  <a:moveTo>
                    <a:pt x="173355" y="99060"/>
                  </a:moveTo>
                  <a:lnTo>
                    <a:pt x="173355" y="0"/>
                  </a:lnTo>
                  <a:lnTo>
                    <a:pt x="40005" y="0"/>
                  </a:lnTo>
                  <a:cubicBezTo>
                    <a:pt x="36195" y="37148"/>
                    <a:pt x="21907" y="71438"/>
                    <a:pt x="0" y="99060"/>
                  </a:cubicBezTo>
                  <a:lnTo>
                    <a:pt x="173355" y="9906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6" name="Google Shape;716;p37"/>
          <p:cNvGrpSpPr/>
          <p:nvPr/>
        </p:nvGrpSpPr>
        <p:grpSpPr>
          <a:xfrm>
            <a:off x="3175121" y="2721897"/>
            <a:ext cx="297608" cy="278856"/>
            <a:chOff x="2730733" y="3508822"/>
            <a:chExt cx="297608" cy="278856"/>
          </a:xfrm>
        </p:grpSpPr>
        <p:sp>
          <p:nvSpPr>
            <p:cNvPr id="717" name="Google Shape;717;p37"/>
            <p:cNvSpPr/>
            <p:nvPr/>
          </p:nvSpPr>
          <p:spPr>
            <a:xfrm>
              <a:off x="2782605" y="3683070"/>
              <a:ext cx="17083" cy="48234"/>
            </a:xfrm>
            <a:custGeom>
              <a:rect b="b" l="l" r="r" t="t"/>
              <a:pathLst>
                <a:path extrusionOk="0" h="91439" w="32385">
                  <a:moveTo>
                    <a:pt x="32385" y="91440"/>
                  </a:moveTo>
                  <a:lnTo>
                    <a:pt x="32385" y="0"/>
                  </a:lnTo>
                  <a:lnTo>
                    <a:pt x="0" y="0"/>
                  </a:lnTo>
                  <a:cubicBezTo>
                    <a:pt x="2858" y="42863"/>
                    <a:pt x="16193" y="77152"/>
                    <a:pt x="32385" y="91440"/>
                  </a:cubicBezTo>
                  <a:lnTo>
                    <a:pt x="32385" y="9144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 name="Google Shape;718;p37"/>
            <p:cNvSpPr/>
            <p:nvPr/>
          </p:nvSpPr>
          <p:spPr>
            <a:xfrm>
              <a:off x="2817354" y="3596954"/>
              <a:ext cx="68835" cy="68835"/>
            </a:xfrm>
            <a:custGeom>
              <a:rect b="b" l="l" r="r" t="t"/>
              <a:pathLst>
                <a:path extrusionOk="0" h="130492" w="130492">
                  <a:moveTo>
                    <a:pt x="0" y="953"/>
                  </a:moveTo>
                  <a:cubicBezTo>
                    <a:pt x="35242" y="13335"/>
                    <a:pt x="60960" y="63817"/>
                    <a:pt x="64770" y="130492"/>
                  </a:cubicBezTo>
                  <a:lnTo>
                    <a:pt x="130492" y="130492"/>
                  </a:lnTo>
                  <a:cubicBezTo>
                    <a:pt x="122872" y="61913"/>
                    <a:pt x="68580" y="7620"/>
                    <a:pt x="0" y="0"/>
                  </a:cubicBezTo>
                  <a:lnTo>
                    <a:pt x="0" y="95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 name="Google Shape;719;p37"/>
            <p:cNvSpPr/>
            <p:nvPr/>
          </p:nvSpPr>
          <p:spPr>
            <a:xfrm>
              <a:off x="2782605" y="3617601"/>
              <a:ext cx="17083" cy="48234"/>
            </a:xfrm>
            <a:custGeom>
              <a:rect b="b" l="l" r="r" t="t"/>
              <a:pathLst>
                <a:path extrusionOk="0" h="91439" w="32385">
                  <a:moveTo>
                    <a:pt x="0" y="91440"/>
                  </a:moveTo>
                  <a:lnTo>
                    <a:pt x="32385" y="91440"/>
                  </a:lnTo>
                  <a:lnTo>
                    <a:pt x="32385" y="0"/>
                  </a:lnTo>
                  <a:cubicBezTo>
                    <a:pt x="16193" y="14288"/>
                    <a:pt x="2858" y="48577"/>
                    <a:pt x="0" y="91440"/>
                  </a:cubicBezTo>
                  <a:lnTo>
                    <a:pt x="0" y="9144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 name="Google Shape;720;p37"/>
            <p:cNvSpPr/>
            <p:nvPr/>
          </p:nvSpPr>
          <p:spPr>
            <a:xfrm>
              <a:off x="2816850" y="3683070"/>
              <a:ext cx="17083" cy="48234"/>
            </a:xfrm>
            <a:custGeom>
              <a:rect b="b" l="l" r="r" t="t"/>
              <a:pathLst>
                <a:path extrusionOk="0" h="91439" w="32384">
                  <a:moveTo>
                    <a:pt x="32385" y="0"/>
                  </a:moveTo>
                  <a:lnTo>
                    <a:pt x="0" y="0"/>
                  </a:lnTo>
                  <a:lnTo>
                    <a:pt x="0" y="91440"/>
                  </a:lnTo>
                  <a:cubicBezTo>
                    <a:pt x="16192" y="77152"/>
                    <a:pt x="29528" y="42863"/>
                    <a:pt x="32385" y="0"/>
                  </a:cubicBezTo>
                  <a:lnTo>
                    <a:pt x="32385"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 name="Google Shape;721;p37"/>
            <p:cNvSpPr/>
            <p:nvPr/>
          </p:nvSpPr>
          <p:spPr>
            <a:xfrm>
              <a:off x="2817354" y="3617601"/>
              <a:ext cx="17083" cy="48234"/>
            </a:xfrm>
            <a:custGeom>
              <a:rect b="b" l="l" r="r" t="t"/>
              <a:pathLst>
                <a:path extrusionOk="0" h="91439" w="32384">
                  <a:moveTo>
                    <a:pt x="0" y="0"/>
                  </a:moveTo>
                  <a:lnTo>
                    <a:pt x="0" y="91440"/>
                  </a:lnTo>
                  <a:lnTo>
                    <a:pt x="32385" y="91440"/>
                  </a:lnTo>
                  <a:cubicBezTo>
                    <a:pt x="28575" y="48577"/>
                    <a:pt x="15240" y="14288"/>
                    <a:pt x="0"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37"/>
            <p:cNvSpPr/>
            <p:nvPr/>
          </p:nvSpPr>
          <p:spPr>
            <a:xfrm>
              <a:off x="2817354" y="3683070"/>
              <a:ext cx="68835" cy="69337"/>
            </a:xfrm>
            <a:custGeom>
              <a:rect b="b" l="l" r="r" t="t"/>
              <a:pathLst>
                <a:path extrusionOk="0" h="131444" w="130492">
                  <a:moveTo>
                    <a:pt x="64770" y="0"/>
                  </a:moveTo>
                  <a:cubicBezTo>
                    <a:pt x="60960" y="66675"/>
                    <a:pt x="35242" y="117157"/>
                    <a:pt x="0" y="129540"/>
                  </a:cubicBezTo>
                  <a:lnTo>
                    <a:pt x="0" y="131445"/>
                  </a:lnTo>
                  <a:cubicBezTo>
                    <a:pt x="21907" y="128588"/>
                    <a:pt x="43815" y="121920"/>
                    <a:pt x="61913" y="109538"/>
                  </a:cubicBezTo>
                  <a:cubicBezTo>
                    <a:pt x="100965" y="84772"/>
                    <a:pt x="125730" y="44767"/>
                    <a:pt x="130492" y="0"/>
                  </a:cubicBezTo>
                  <a:lnTo>
                    <a:pt x="6477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 name="Google Shape;723;p37"/>
            <p:cNvSpPr/>
            <p:nvPr/>
          </p:nvSpPr>
          <p:spPr>
            <a:xfrm>
              <a:off x="2730733" y="3596954"/>
              <a:ext cx="68835" cy="68835"/>
            </a:xfrm>
            <a:custGeom>
              <a:rect b="b" l="l" r="r" t="t"/>
              <a:pathLst>
                <a:path extrusionOk="0" h="130492" w="130492">
                  <a:moveTo>
                    <a:pt x="65722" y="130492"/>
                  </a:moveTo>
                  <a:cubicBezTo>
                    <a:pt x="69532" y="63817"/>
                    <a:pt x="95250" y="13335"/>
                    <a:pt x="130493" y="953"/>
                  </a:cubicBezTo>
                  <a:lnTo>
                    <a:pt x="130493" y="0"/>
                  </a:lnTo>
                  <a:cubicBezTo>
                    <a:pt x="61913" y="7620"/>
                    <a:pt x="7620" y="61913"/>
                    <a:pt x="0" y="130492"/>
                  </a:cubicBezTo>
                  <a:lnTo>
                    <a:pt x="65722" y="13049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 name="Google Shape;724;p37"/>
            <p:cNvSpPr/>
            <p:nvPr/>
          </p:nvSpPr>
          <p:spPr>
            <a:xfrm>
              <a:off x="2730733" y="3683070"/>
              <a:ext cx="68835" cy="68835"/>
            </a:xfrm>
            <a:custGeom>
              <a:rect b="b" l="l" r="r" t="t"/>
              <a:pathLst>
                <a:path extrusionOk="0" h="130492" w="130492">
                  <a:moveTo>
                    <a:pt x="130493" y="129540"/>
                  </a:moveTo>
                  <a:cubicBezTo>
                    <a:pt x="95250" y="117157"/>
                    <a:pt x="69532" y="66675"/>
                    <a:pt x="65722" y="0"/>
                  </a:cubicBezTo>
                  <a:lnTo>
                    <a:pt x="0" y="0"/>
                  </a:lnTo>
                  <a:cubicBezTo>
                    <a:pt x="7620" y="68580"/>
                    <a:pt x="61913" y="122872"/>
                    <a:pt x="130493" y="130492"/>
                  </a:cubicBezTo>
                  <a:lnTo>
                    <a:pt x="130493" y="12954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 name="Google Shape;725;p37"/>
            <p:cNvSpPr/>
            <p:nvPr/>
          </p:nvSpPr>
          <p:spPr>
            <a:xfrm>
              <a:off x="2800734" y="3508822"/>
              <a:ext cx="227607" cy="278856"/>
            </a:xfrm>
            <a:custGeom>
              <a:rect b="b" l="l" r="r" t="t"/>
              <a:pathLst>
                <a:path extrusionOk="0" h="528637" w="431482">
                  <a:moveTo>
                    <a:pt x="413385" y="65722"/>
                  </a:moveTo>
                  <a:lnTo>
                    <a:pt x="397193" y="65722"/>
                  </a:lnTo>
                  <a:cubicBezTo>
                    <a:pt x="369570" y="65722"/>
                    <a:pt x="347663" y="43815"/>
                    <a:pt x="347663" y="16192"/>
                  </a:cubicBezTo>
                  <a:cubicBezTo>
                    <a:pt x="347663" y="6667"/>
                    <a:pt x="340043" y="0"/>
                    <a:pt x="331470" y="0"/>
                  </a:cubicBezTo>
                  <a:lnTo>
                    <a:pt x="98108" y="0"/>
                  </a:lnTo>
                  <a:cubicBezTo>
                    <a:pt x="88583" y="0"/>
                    <a:pt x="81915" y="7620"/>
                    <a:pt x="81915" y="16192"/>
                  </a:cubicBezTo>
                  <a:cubicBezTo>
                    <a:pt x="81915" y="43815"/>
                    <a:pt x="60008" y="65722"/>
                    <a:pt x="32385" y="65722"/>
                  </a:cubicBezTo>
                  <a:lnTo>
                    <a:pt x="16193" y="65722"/>
                  </a:lnTo>
                  <a:cubicBezTo>
                    <a:pt x="6668" y="65722"/>
                    <a:pt x="0" y="73342"/>
                    <a:pt x="0" y="81915"/>
                  </a:cubicBezTo>
                  <a:lnTo>
                    <a:pt x="0" y="132397"/>
                  </a:lnTo>
                  <a:cubicBezTo>
                    <a:pt x="5715" y="131445"/>
                    <a:pt x="10478" y="131445"/>
                    <a:pt x="16193" y="131445"/>
                  </a:cubicBezTo>
                  <a:cubicBezTo>
                    <a:pt x="33338" y="131445"/>
                    <a:pt x="49530" y="134303"/>
                    <a:pt x="65722" y="138113"/>
                  </a:cubicBezTo>
                  <a:lnTo>
                    <a:pt x="65722" y="138113"/>
                  </a:lnTo>
                  <a:cubicBezTo>
                    <a:pt x="65722" y="131445"/>
                    <a:pt x="69533" y="125730"/>
                    <a:pt x="76200" y="122872"/>
                  </a:cubicBezTo>
                  <a:cubicBezTo>
                    <a:pt x="100013" y="113347"/>
                    <a:pt x="120015" y="95250"/>
                    <a:pt x="133350" y="73342"/>
                  </a:cubicBezTo>
                  <a:cubicBezTo>
                    <a:pt x="136208" y="68580"/>
                    <a:pt x="141922" y="64770"/>
                    <a:pt x="147638" y="64770"/>
                  </a:cubicBezTo>
                  <a:lnTo>
                    <a:pt x="284797" y="64770"/>
                  </a:lnTo>
                  <a:cubicBezTo>
                    <a:pt x="290513" y="64770"/>
                    <a:pt x="296228" y="67628"/>
                    <a:pt x="299085" y="73342"/>
                  </a:cubicBezTo>
                  <a:cubicBezTo>
                    <a:pt x="312420" y="95250"/>
                    <a:pt x="332422" y="113347"/>
                    <a:pt x="356235" y="122872"/>
                  </a:cubicBezTo>
                  <a:cubicBezTo>
                    <a:pt x="362903" y="125730"/>
                    <a:pt x="366713" y="131445"/>
                    <a:pt x="366713" y="138113"/>
                  </a:cubicBezTo>
                  <a:lnTo>
                    <a:pt x="366713" y="237172"/>
                  </a:lnTo>
                  <a:cubicBezTo>
                    <a:pt x="366713" y="331470"/>
                    <a:pt x="308610" y="418147"/>
                    <a:pt x="222885" y="456247"/>
                  </a:cubicBezTo>
                  <a:cubicBezTo>
                    <a:pt x="220980" y="457200"/>
                    <a:pt x="218122" y="458153"/>
                    <a:pt x="216218" y="458153"/>
                  </a:cubicBezTo>
                  <a:cubicBezTo>
                    <a:pt x="214313" y="458153"/>
                    <a:pt x="211455" y="457200"/>
                    <a:pt x="209550" y="456247"/>
                  </a:cubicBezTo>
                  <a:cubicBezTo>
                    <a:pt x="192405" y="448628"/>
                    <a:pt x="175260" y="438150"/>
                    <a:pt x="160020" y="426720"/>
                  </a:cubicBezTo>
                  <a:cubicBezTo>
                    <a:pt x="147638" y="442913"/>
                    <a:pt x="132397" y="456247"/>
                    <a:pt x="114300" y="467678"/>
                  </a:cubicBezTo>
                  <a:cubicBezTo>
                    <a:pt x="112395" y="468630"/>
                    <a:pt x="111443" y="469582"/>
                    <a:pt x="109538" y="470535"/>
                  </a:cubicBezTo>
                  <a:cubicBezTo>
                    <a:pt x="139065" y="496253"/>
                    <a:pt x="173355" y="515303"/>
                    <a:pt x="210503" y="527685"/>
                  </a:cubicBezTo>
                  <a:cubicBezTo>
                    <a:pt x="212408" y="528638"/>
                    <a:pt x="214313" y="528638"/>
                    <a:pt x="215265" y="528638"/>
                  </a:cubicBezTo>
                  <a:cubicBezTo>
                    <a:pt x="217170" y="528638"/>
                    <a:pt x="219075" y="528638"/>
                    <a:pt x="220028" y="527685"/>
                  </a:cubicBezTo>
                  <a:cubicBezTo>
                    <a:pt x="345758" y="485775"/>
                    <a:pt x="431483" y="369570"/>
                    <a:pt x="431483" y="237172"/>
                  </a:cubicBezTo>
                  <a:lnTo>
                    <a:pt x="431483" y="82867"/>
                  </a:lnTo>
                  <a:cubicBezTo>
                    <a:pt x="429578" y="73342"/>
                    <a:pt x="421958" y="65722"/>
                    <a:pt x="413385" y="65722"/>
                  </a:cubicBezTo>
                  <a:lnTo>
                    <a:pt x="413385" y="6572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 name="Google Shape;726;p37"/>
            <p:cNvSpPr/>
            <p:nvPr/>
          </p:nvSpPr>
          <p:spPr>
            <a:xfrm>
              <a:off x="2852606" y="3561197"/>
              <a:ext cx="122596" cy="170831"/>
            </a:xfrm>
            <a:custGeom>
              <a:rect b="b" l="l" r="r" t="t"/>
              <a:pathLst>
                <a:path extrusionOk="0" h="323850" w="232409">
                  <a:moveTo>
                    <a:pt x="114300" y="323850"/>
                  </a:moveTo>
                  <a:cubicBezTo>
                    <a:pt x="184785" y="289560"/>
                    <a:pt x="232410" y="217170"/>
                    <a:pt x="232410" y="138113"/>
                  </a:cubicBezTo>
                  <a:lnTo>
                    <a:pt x="232410" y="50482"/>
                  </a:lnTo>
                  <a:cubicBezTo>
                    <a:pt x="209550" y="39053"/>
                    <a:pt x="189547" y="21907"/>
                    <a:pt x="175260" y="0"/>
                  </a:cubicBezTo>
                  <a:lnTo>
                    <a:pt x="57150" y="0"/>
                  </a:lnTo>
                  <a:cubicBezTo>
                    <a:pt x="42863" y="21907"/>
                    <a:pt x="22860" y="39053"/>
                    <a:pt x="0" y="50482"/>
                  </a:cubicBezTo>
                  <a:lnTo>
                    <a:pt x="0" y="53340"/>
                  </a:lnTo>
                  <a:cubicBezTo>
                    <a:pt x="59055" y="83820"/>
                    <a:pt x="99060" y="144780"/>
                    <a:pt x="99060" y="215265"/>
                  </a:cubicBezTo>
                  <a:cubicBezTo>
                    <a:pt x="99060" y="245745"/>
                    <a:pt x="91440" y="274320"/>
                    <a:pt x="78105" y="300038"/>
                  </a:cubicBezTo>
                  <a:cubicBezTo>
                    <a:pt x="88582" y="308610"/>
                    <a:pt x="100965" y="317182"/>
                    <a:pt x="114300" y="323850"/>
                  </a:cubicBezTo>
                  <a:lnTo>
                    <a:pt x="114300" y="32385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7" name="Google Shape;727;p37"/>
          <p:cNvGrpSpPr/>
          <p:nvPr/>
        </p:nvGrpSpPr>
        <p:grpSpPr>
          <a:xfrm>
            <a:off x="5671878" y="3854393"/>
            <a:ext cx="296442" cy="296923"/>
            <a:chOff x="6135116" y="4163006"/>
            <a:chExt cx="296442" cy="296923"/>
          </a:xfrm>
        </p:grpSpPr>
        <p:sp>
          <p:nvSpPr>
            <p:cNvPr id="728" name="Google Shape;728;p37"/>
            <p:cNvSpPr/>
            <p:nvPr/>
          </p:nvSpPr>
          <p:spPr>
            <a:xfrm>
              <a:off x="6135619" y="4163006"/>
              <a:ext cx="159274" cy="52254"/>
            </a:xfrm>
            <a:custGeom>
              <a:rect b="b" l="l" r="r" t="t"/>
              <a:pathLst>
                <a:path extrusionOk="0" h="99060" w="301942">
                  <a:moveTo>
                    <a:pt x="268605" y="99060"/>
                  </a:moveTo>
                  <a:lnTo>
                    <a:pt x="301943" y="0"/>
                  </a:lnTo>
                  <a:lnTo>
                    <a:pt x="16193" y="0"/>
                  </a:lnTo>
                  <a:cubicBezTo>
                    <a:pt x="6668" y="0"/>
                    <a:pt x="0" y="7620"/>
                    <a:pt x="0" y="16193"/>
                  </a:cubicBezTo>
                  <a:lnTo>
                    <a:pt x="0" y="98107"/>
                  </a:lnTo>
                  <a:lnTo>
                    <a:pt x="268605" y="98107"/>
                  </a:lnTo>
                  <a:close/>
                  <a:moveTo>
                    <a:pt x="214313" y="33338"/>
                  </a:moveTo>
                  <a:cubicBezTo>
                    <a:pt x="223838" y="33338"/>
                    <a:pt x="230505" y="40957"/>
                    <a:pt x="230505" y="49530"/>
                  </a:cubicBezTo>
                  <a:cubicBezTo>
                    <a:pt x="230505" y="58102"/>
                    <a:pt x="222885" y="65723"/>
                    <a:pt x="214313" y="65723"/>
                  </a:cubicBezTo>
                  <a:cubicBezTo>
                    <a:pt x="205740" y="65723"/>
                    <a:pt x="198120" y="58102"/>
                    <a:pt x="198120" y="49530"/>
                  </a:cubicBezTo>
                  <a:cubicBezTo>
                    <a:pt x="198120" y="40957"/>
                    <a:pt x="204788" y="33338"/>
                    <a:pt x="214313" y="33338"/>
                  </a:cubicBezTo>
                  <a:lnTo>
                    <a:pt x="214313" y="33338"/>
                  </a:lnTo>
                  <a:close/>
                  <a:moveTo>
                    <a:pt x="148590" y="33338"/>
                  </a:moveTo>
                  <a:cubicBezTo>
                    <a:pt x="158115" y="33338"/>
                    <a:pt x="164783" y="40957"/>
                    <a:pt x="164783" y="49530"/>
                  </a:cubicBezTo>
                  <a:cubicBezTo>
                    <a:pt x="164783" y="58102"/>
                    <a:pt x="157163" y="65723"/>
                    <a:pt x="148590" y="65723"/>
                  </a:cubicBezTo>
                  <a:cubicBezTo>
                    <a:pt x="140018" y="65723"/>
                    <a:pt x="132398" y="58102"/>
                    <a:pt x="132398" y="49530"/>
                  </a:cubicBezTo>
                  <a:cubicBezTo>
                    <a:pt x="132398" y="40957"/>
                    <a:pt x="139065" y="33338"/>
                    <a:pt x="148590" y="33338"/>
                  </a:cubicBezTo>
                  <a:lnTo>
                    <a:pt x="148590" y="33338"/>
                  </a:lnTo>
                  <a:close/>
                  <a:moveTo>
                    <a:pt x="82868" y="33338"/>
                  </a:moveTo>
                  <a:cubicBezTo>
                    <a:pt x="92393" y="33338"/>
                    <a:pt x="99060" y="40957"/>
                    <a:pt x="99060" y="49530"/>
                  </a:cubicBezTo>
                  <a:cubicBezTo>
                    <a:pt x="99060" y="58102"/>
                    <a:pt x="91440" y="65723"/>
                    <a:pt x="82868" y="65723"/>
                  </a:cubicBezTo>
                  <a:cubicBezTo>
                    <a:pt x="74295" y="65723"/>
                    <a:pt x="66675" y="58102"/>
                    <a:pt x="66675" y="49530"/>
                  </a:cubicBezTo>
                  <a:cubicBezTo>
                    <a:pt x="66675" y="40957"/>
                    <a:pt x="73343" y="33338"/>
                    <a:pt x="82868" y="33338"/>
                  </a:cubicBezTo>
                  <a:lnTo>
                    <a:pt x="82868"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 name="Google Shape;729;p37"/>
            <p:cNvSpPr/>
            <p:nvPr/>
          </p:nvSpPr>
          <p:spPr>
            <a:xfrm>
              <a:off x="6223247" y="4372001"/>
              <a:ext cx="121089" cy="87927"/>
            </a:xfrm>
            <a:custGeom>
              <a:rect b="b" l="l" r="r" t="t"/>
              <a:pathLst>
                <a:path extrusionOk="0" h="166687" w="229552">
                  <a:moveTo>
                    <a:pt x="213360" y="0"/>
                  </a:moveTo>
                  <a:lnTo>
                    <a:pt x="16193" y="0"/>
                  </a:lnTo>
                  <a:cubicBezTo>
                    <a:pt x="6668" y="0"/>
                    <a:pt x="0" y="7620"/>
                    <a:pt x="0" y="16193"/>
                  </a:cubicBezTo>
                  <a:lnTo>
                    <a:pt x="0" y="150495"/>
                  </a:lnTo>
                  <a:cubicBezTo>
                    <a:pt x="0" y="160020"/>
                    <a:pt x="7620" y="166688"/>
                    <a:pt x="16193" y="166688"/>
                  </a:cubicBezTo>
                  <a:lnTo>
                    <a:pt x="213360" y="166688"/>
                  </a:lnTo>
                  <a:cubicBezTo>
                    <a:pt x="222885" y="166688"/>
                    <a:pt x="229552" y="159068"/>
                    <a:pt x="229552" y="150495"/>
                  </a:cubicBezTo>
                  <a:lnTo>
                    <a:pt x="229552" y="16193"/>
                  </a:lnTo>
                  <a:cubicBezTo>
                    <a:pt x="229552" y="7620"/>
                    <a:pt x="221932" y="0"/>
                    <a:pt x="213360" y="0"/>
                  </a:cubicBezTo>
                  <a:lnTo>
                    <a:pt x="213360" y="0"/>
                  </a:lnTo>
                  <a:close/>
                  <a:moveTo>
                    <a:pt x="147638" y="99060"/>
                  </a:moveTo>
                  <a:lnTo>
                    <a:pt x="80963" y="99060"/>
                  </a:lnTo>
                  <a:cubicBezTo>
                    <a:pt x="71438" y="99060"/>
                    <a:pt x="64770" y="91440"/>
                    <a:pt x="64770" y="82868"/>
                  </a:cubicBezTo>
                  <a:cubicBezTo>
                    <a:pt x="64770" y="74295"/>
                    <a:pt x="72390" y="66675"/>
                    <a:pt x="80963" y="66675"/>
                  </a:cubicBezTo>
                  <a:lnTo>
                    <a:pt x="146685" y="66675"/>
                  </a:lnTo>
                  <a:cubicBezTo>
                    <a:pt x="156210" y="66675"/>
                    <a:pt x="162877" y="74295"/>
                    <a:pt x="162877" y="82868"/>
                  </a:cubicBezTo>
                  <a:cubicBezTo>
                    <a:pt x="162877" y="91440"/>
                    <a:pt x="156210" y="99060"/>
                    <a:pt x="147638" y="99060"/>
                  </a:cubicBezTo>
                  <a:lnTo>
                    <a:pt x="147638" y="9906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 name="Google Shape;730;p37"/>
            <p:cNvSpPr/>
            <p:nvPr/>
          </p:nvSpPr>
          <p:spPr>
            <a:xfrm>
              <a:off x="6240873" y="4302504"/>
              <a:ext cx="86420" cy="51751"/>
            </a:xfrm>
            <a:custGeom>
              <a:rect b="b" l="l" r="r" t="t"/>
              <a:pathLst>
                <a:path extrusionOk="0" h="98107" w="163830">
                  <a:moveTo>
                    <a:pt x="31432" y="98107"/>
                  </a:moveTo>
                  <a:lnTo>
                    <a:pt x="31432" y="81915"/>
                  </a:lnTo>
                  <a:cubicBezTo>
                    <a:pt x="31432" y="54293"/>
                    <a:pt x="53340" y="32385"/>
                    <a:pt x="80963" y="32385"/>
                  </a:cubicBezTo>
                  <a:cubicBezTo>
                    <a:pt x="108585" y="32385"/>
                    <a:pt x="130493" y="54293"/>
                    <a:pt x="130493" y="81915"/>
                  </a:cubicBezTo>
                  <a:lnTo>
                    <a:pt x="130493" y="98107"/>
                  </a:lnTo>
                  <a:lnTo>
                    <a:pt x="163830" y="98107"/>
                  </a:lnTo>
                  <a:lnTo>
                    <a:pt x="163830" y="81915"/>
                  </a:lnTo>
                  <a:cubicBezTo>
                    <a:pt x="163830" y="36195"/>
                    <a:pt x="126682" y="0"/>
                    <a:pt x="81915" y="0"/>
                  </a:cubicBezTo>
                  <a:cubicBezTo>
                    <a:pt x="37148" y="0"/>
                    <a:pt x="0" y="37147"/>
                    <a:pt x="0" y="81915"/>
                  </a:cubicBezTo>
                  <a:lnTo>
                    <a:pt x="0" y="98107"/>
                  </a:lnTo>
                  <a:lnTo>
                    <a:pt x="31432" y="9810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 name="Google Shape;731;p37"/>
            <p:cNvSpPr/>
            <p:nvPr/>
          </p:nvSpPr>
          <p:spPr>
            <a:xfrm>
              <a:off x="6135116" y="4163006"/>
              <a:ext cx="296442" cy="226602"/>
            </a:xfrm>
            <a:custGeom>
              <a:rect b="b" l="l" r="r" t="t"/>
              <a:pathLst>
                <a:path extrusionOk="0" h="429577" w="561975">
                  <a:moveTo>
                    <a:pt x="545782" y="0"/>
                  </a:moveTo>
                  <a:lnTo>
                    <a:pt x="337185" y="0"/>
                  </a:lnTo>
                  <a:lnTo>
                    <a:pt x="297180" y="120015"/>
                  </a:lnTo>
                  <a:cubicBezTo>
                    <a:pt x="295275" y="126682"/>
                    <a:pt x="288607" y="131445"/>
                    <a:pt x="281940" y="131445"/>
                  </a:cubicBezTo>
                  <a:lnTo>
                    <a:pt x="0" y="131445"/>
                  </a:lnTo>
                  <a:lnTo>
                    <a:pt x="0" y="413385"/>
                  </a:lnTo>
                  <a:cubicBezTo>
                    <a:pt x="0" y="422910"/>
                    <a:pt x="7620" y="429577"/>
                    <a:pt x="16193" y="429577"/>
                  </a:cubicBezTo>
                  <a:lnTo>
                    <a:pt x="132398" y="429577"/>
                  </a:lnTo>
                  <a:lnTo>
                    <a:pt x="132398" y="410527"/>
                  </a:lnTo>
                  <a:cubicBezTo>
                    <a:pt x="132398" y="388620"/>
                    <a:pt x="145732" y="370523"/>
                    <a:pt x="165735" y="363855"/>
                  </a:cubicBezTo>
                  <a:lnTo>
                    <a:pt x="165735" y="344805"/>
                  </a:lnTo>
                  <a:cubicBezTo>
                    <a:pt x="165735" y="280988"/>
                    <a:pt x="217170" y="229552"/>
                    <a:pt x="280988" y="229552"/>
                  </a:cubicBezTo>
                  <a:cubicBezTo>
                    <a:pt x="344805" y="229552"/>
                    <a:pt x="396240" y="280988"/>
                    <a:pt x="396240" y="344805"/>
                  </a:cubicBezTo>
                  <a:lnTo>
                    <a:pt x="396240" y="363855"/>
                  </a:lnTo>
                  <a:cubicBezTo>
                    <a:pt x="415290" y="370523"/>
                    <a:pt x="429577" y="388620"/>
                    <a:pt x="429577" y="410527"/>
                  </a:cubicBezTo>
                  <a:lnTo>
                    <a:pt x="429577" y="429577"/>
                  </a:lnTo>
                  <a:lnTo>
                    <a:pt x="545782" y="429577"/>
                  </a:lnTo>
                  <a:cubicBezTo>
                    <a:pt x="555307" y="429577"/>
                    <a:pt x="561975" y="421957"/>
                    <a:pt x="561975" y="413385"/>
                  </a:cubicBezTo>
                  <a:lnTo>
                    <a:pt x="561975" y="16193"/>
                  </a:lnTo>
                  <a:cubicBezTo>
                    <a:pt x="561975" y="7620"/>
                    <a:pt x="554355" y="0"/>
                    <a:pt x="545782" y="0"/>
                  </a:cubicBezTo>
                  <a:lnTo>
                    <a:pt x="545782" y="0"/>
                  </a:lnTo>
                  <a:close/>
                  <a:moveTo>
                    <a:pt x="445770" y="197168"/>
                  </a:moveTo>
                  <a:lnTo>
                    <a:pt x="116205" y="197168"/>
                  </a:lnTo>
                  <a:cubicBezTo>
                    <a:pt x="106680" y="197168"/>
                    <a:pt x="100013" y="189548"/>
                    <a:pt x="100013" y="180975"/>
                  </a:cubicBezTo>
                  <a:cubicBezTo>
                    <a:pt x="100013" y="172402"/>
                    <a:pt x="107632" y="164782"/>
                    <a:pt x="116205" y="164782"/>
                  </a:cubicBezTo>
                  <a:lnTo>
                    <a:pt x="445770" y="164782"/>
                  </a:lnTo>
                  <a:cubicBezTo>
                    <a:pt x="455295" y="164782"/>
                    <a:pt x="461963" y="172402"/>
                    <a:pt x="461963" y="180975"/>
                  </a:cubicBezTo>
                  <a:cubicBezTo>
                    <a:pt x="461963" y="189548"/>
                    <a:pt x="454343" y="197168"/>
                    <a:pt x="445770" y="197168"/>
                  </a:cubicBezTo>
                  <a:lnTo>
                    <a:pt x="445770" y="19716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2" name="Google Shape;732;p37"/>
          <p:cNvGrpSpPr/>
          <p:nvPr/>
        </p:nvGrpSpPr>
        <p:grpSpPr>
          <a:xfrm>
            <a:off x="3175904" y="3854856"/>
            <a:ext cx="296062" cy="296562"/>
            <a:chOff x="7494854" y="4163006"/>
            <a:chExt cx="296062" cy="296562"/>
          </a:xfrm>
        </p:grpSpPr>
        <p:sp>
          <p:nvSpPr>
            <p:cNvPr id="733" name="Google Shape;733;p37"/>
            <p:cNvSpPr/>
            <p:nvPr/>
          </p:nvSpPr>
          <p:spPr>
            <a:xfrm>
              <a:off x="7548236" y="4163006"/>
              <a:ext cx="242680" cy="242680"/>
            </a:xfrm>
            <a:custGeom>
              <a:rect b="b" l="l" r="r" t="t"/>
              <a:pathLst>
                <a:path extrusionOk="0" h="460057" w="460057">
                  <a:moveTo>
                    <a:pt x="345758" y="164782"/>
                  </a:moveTo>
                  <a:cubicBezTo>
                    <a:pt x="318135" y="164782"/>
                    <a:pt x="296227" y="142875"/>
                    <a:pt x="296227" y="115252"/>
                  </a:cubicBezTo>
                  <a:lnTo>
                    <a:pt x="296227" y="0"/>
                  </a:lnTo>
                  <a:lnTo>
                    <a:pt x="16193" y="0"/>
                  </a:lnTo>
                  <a:cubicBezTo>
                    <a:pt x="6668" y="0"/>
                    <a:pt x="0" y="7620"/>
                    <a:pt x="0" y="16193"/>
                  </a:cubicBezTo>
                  <a:lnTo>
                    <a:pt x="0" y="443865"/>
                  </a:lnTo>
                  <a:cubicBezTo>
                    <a:pt x="0" y="453390"/>
                    <a:pt x="7620" y="460057"/>
                    <a:pt x="16193" y="460057"/>
                  </a:cubicBezTo>
                  <a:lnTo>
                    <a:pt x="443865" y="460057"/>
                  </a:lnTo>
                  <a:cubicBezTo>
                    <a:pt x="453390" y="460057"/>
                    <a:pt x="460058" y="452438"/>
                    <a:pt x="460058" y="443865"/>
                  </a:cubicBezTo>
                  <a:lnTo>
                    <a:pt x="460058" y="163830"/>
                  </a:lnTo>
                  <a:lnTo>
                    <a:pt x="345758" y="163830"/>
                  </a:lnTo>
                  <a:close/>
                  <a:moveTo>
                    <a:pt x="81915" y="131445"/>
                  </a:moveTo>
                  <a:lnTo>
                    <a:pt x="246698" y="131445"/>
                  </a:lnTo>
                  <a:cubicBezTo>
                    <a:pt x="256223" y="131445"/>
                    <a:pt x="262890" y="139065"/>
                    <a:pt x="262890" y="147638"/>
                  </a:cubicBezTo>
                  <a:cubicBezTo>
                    <a:pt x="262890" y="156210"/>
                    <a:pt x="255270" y="163830"/>
                    <a:pt x="246698" y="163830"/>
                  </a:cubicBezTo>
                  <a:lnTo>
                    <a:pt x="81915" y="163830"/>
                  </a:lnTo>
                  <a:cubicBezTo>
                    <a:pt x="72390" y="163830"/>
                    <a:pt x="65723" y="156210"/>
                    <a:pt x="65723" y="147638"/>
                  </a:cubicBezTo>
                  <a:cubicBezTo>
                    <a:pt x="65723" y="139065"/>
                    <a:pt x="73343" y="131445"/>
                    <a:pt x="81915" y="131445"/>
                  </a:cubicBezTo>
                  <a:lnTo>
                    <a:pt x="81915" y="131445"/>
                  </a:lnTo>
                  <a:close/>
                  <a:moveTo>
                    <a:pt x="197168" y="329565"/>
                  </a:moveTo>
                  <a:cubicBezTo>
                    <a:pt x="197168" y="339090"/>
                    <a:pt x="189548" y="345757"/>
                    <a:pt x="180975" y="345757"/>
                  </a:cubicBezTo>
                  <a:cubicBezTo>
                    <a:pt x="172402" y="345757"/>
                    <a:pt x="164783" y="338138"/>
                    <a:pt x="164783" y="329565"/>
                  </a:cubicBezTo>
                  <a:lnTo>
                    <a:pt x="164783" y="320040"/>
                  </a:lnTo>
                  <a:lnTo>
                    <a:pt x="94298" y="390525"/>
                  </a:lnTo>
                  <a:cubicBezTo>
                    <a:pt x="87631" y="397193"/>
                    <a:pt x="77152" y="397193"/>
                    <a:pt x="71438" y="390525"/>
                  </a:cubicBezTo>
                  <a:cubicBezTo>
                    <a:pt x="64770" y="383857"/>
                    <a:pt x="64770" y="373380"/>
                    <a:pt x="71438" y="367665"/>
                  </a:cubicBezTo>
                  <a:lnTo>
                    <a:pt x="141923" y="297180"/>
                  </a:lnTo>
                  <a:lnTo>
                    <a:pt x="132398" y="297180"/>
                  </a:lnTo>
                  <a:cubicBezTo>
                    <a:pt x="122873" y="297180"/>
                    <a:pt x="116206" y="289560"/>
                    <a:pt x="116206" y="280988"/>
                  </a:cubicBezTo>
                  <a:cubicBezTo>
                    <a:pt x="116206" y="272415"/>
                    <a:pt x="123825" y="264795"/>
                    <a:pt x="132398" y="264795"/>
                  </a:cubicBezTo>
                  <a:lnTo>
                    <a:pt x="181927" y="264795"/>
                  </a:lnTo>
                  <a:cubicBezTo>
                    <a:pt x="191452" y="264795"/>
                    <a:pt x="198120" y="272415"/>
                    <a:pt x="198120" y="280988"/>
                  </a:cubicBezTo>
                  <a:lnTo>
                    <a:pt x="198120" y="329565"/>
                  </a:lnTo>
                  <a:close/>
                  <a:moveTo>
                    <a:pt x="379095" y="361950"/>
                  </a:moveTo>
                  <a:lnTo>
                    <a:pt x="280035" y="361950"/>
                  </a:lnTo>
                  <a:cubicBezTo>
                    <a:pt x="270510" y="361950"/>
                    <a:pt x="263843" y="354330"/>
                    <a:pt x="263843" y="345757"/>
                  </a:cubicBezTo>
                  <a:cubicBezTo>
                    <a:pt x="263843" y="337185"/>
                    <a:pt x="271463" y="329565"/>
                    <a:pt x="280035" y="329565"/>
                  </a:cubicBezTo>
                  <a:lnTo>
                    <a:pt x="379095" y="329565"/>
                  </a:lnTo>
                  <a:cubicBezTo>
                    <a:pt x="388620" y="329565"/>
                    <a:pt x="395288" y="337185"/>
                    <a:pt x="395288" y="345757"/>
                  </a:cubicBezTo>
                  <a:cubicBezTo>
                    <a:pt x="395288" y="354330"/>
                    <a:pt x="387668" y="361950"/>
                    <a:pt x="379095" y="361950"/>
                  </a:cubicBezTo>
                  <a:lnTo>
                    <a:pt x="379095" y="361950"/>
                  </a:lnTo>
                  <a:close/>
                  <a:moveTo>
                    <a:pt x="379095" y="296227"/>
                  </a:moveTo>
                  <a:lnTo>
                    <a:pt x="280035" y="296227"/>
                  </a:lnTo>
                  <a:cubicBezTo>
                    <a:pt x="270510" y="296227"/>
                    <a:pt x="263843" y="288607"/>
                    <a:pt x="263843" y="280035"/>
                  </a:cubicBezTo>
                  <a:cubicBezTo>
                    <a:pt x="263843" y="271463"/>
                    <a:pt x="271463" y="263843"/>
                    <a:pt x="280035" y="263843"/>
                  </a:cubicBezTo>
                  <a:lnTo>
                    <a:pt x="379095" y="263843"/>
                  </a:lnTo>
                  <a:cubicBezTo>
                    <a:pt x="388620" y="263843"/>
                    <a:pt x="395288" y="271463"/>
                    <a:pt x="395288" y="280035"/>
                  </a:cubicBezTo>
                  <a:cubicBezTo>
                    <a:pt x="395288" y="288607"/>
                    <a:pt x="387668" y="296227"/>
                    <a:pt x="379095" y="296227"/>
                  </a:cubicBezTo>
                  <a:lnTo>
                    <a:pt x="379095" y="296227"/>
                  </a:lnTo>
                  <a:close/>
                  <a:moveTo>
                    <a:pt x="379095" y="230505"/>
                  </a:moveTo>
                  <a:lnTo>
                    <a:pt x="82868" y="230505"/>
                  </a:lnTo>
                  <a:cubicBezTo>
                    <a:pt x="73343" y="230505"/>
                    <a:pt x="66675" y="222885"/>
                    <a:pt x="66675" y="214313"/>
                  </a:cubicBezTo>
                  <a:cubicBezTo>
                    <a:pt x="66675" y="205740"/>
                    <a:pt x="74295" y="198120"/>
                    <a:pt x="82868" y="198120"/>
                  </a:cubicBezTo>
                  <a:lnTo>
                    <a:pt x="379095" y="198120"/>
                  </a:lnTo>
                  <a:cubicBezTo>
                    <a:pt x="388620" y="198120"/>
                    <a:pt x="395288" y="205740"/>
                    <a:pt x="395288" y="214313"/>
                  </a:cubicBezTo>
                  <a:cubicBezTo>
                    <a:pt x="395288" y="222885"/>
                    <a:pt x="387668" y="230505"/>
                    <a:pt x="379095" y="230505"/>
                  </a:cubicBezTo>
                  <a:lnTo>
                    <a:pt x="379095" y="23050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 name="Google Shape;734;p37"/>
            <p:cNvSpPr/>
            <p:nvPr/>
          </p:nvSpPr>
          <p:spPr>
            <a:xfrm>
              <a:off x="7722484" y="4168042"/>
              <a:ext cx="64313" cy="64312"/>
            </a:xfrm>
            <a:custGeom>
              <a:rect b="b" l="l" r="r" t="t"/>
              <a:pathLst>
                <a:path extrusionOk="0" h="121919" w="121920">
                  <a:moveTo>
                    <a:pt x="16193" y="121920"/>
                  </a:moveTo>
                  <a:lnTo>
                    <a:pt x="121920" y="121920"/>
                  </a:lnTo>
                  <a:lnTo>
                    <a:pt x="0" y="0"/>
                  </a:lnTo>
                  <a:lnTo>
                    <a:pt x="0" y="105727"/>
                  </a:lnTo>
                  <a:cubicBezTo>
                    <a:pt x="0" y="115252"/>
                    <a:pt x="6668" y="121920"/>
                    <a:pt x="16193" y="121920"/>
                  </a:cubicBezTo>
                  <a:lnTo>
                    <a:pt x="16193" y="12192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 name="Google Shape;735;p37"/>
            <p:cNvSpPr/>
            <p:nvPr/>
          </p:nvSpPr>
          <p:spPr>
            <a:xfrm>
              <a:off x="7494854" y="4215381"/>
              <a:ext cx="244187" cy="244187"/>
            </a:xfrm>
            <a:custGeom>
              <a:rect b="b" l="l" r="r" t="t"/>
              <a:pathLst>
                <a:path extrusionOk="0" h="462914" w="462914">
                  <a:moveTo>
                    <a:pt x="117158" y="395288"/>
                  </a:moveTo>
                  <a:cubicBezTo>
                    <a:pt x="89535" y="395288"/>
                    <a:pt x="67627" y="373380"/>
                    <a:pt x="67627" y="345757"/>
                  </a:cubicBezTo>
                  <a:lnTo>
                    <a:pt x="67627" y="0"/>
                  </a:lnTo>
                  <a:lnTo>
                    <a:pt x="16192" y="0"/>
                  </a:lnTo>
                  <a:cubicBezTo>
                    <a:pt x="6667" y="0"/>
                    <a:pt x="0" y="7620"/>
                    <a:pt x="0" y="16192"/>
                  </a:cubicBezTo>
                  <a:lnTo>
                    <a:pt x="0" y="446722"/>
                  </a:lnTo>
                  <a:cubicBezTo>
                    <a:pt x="0" y="456247"/>
                    <a:pt x="7620" y="462915"/>
                    <a:pt x="16192" y="462915"/>
                  </a:cubicBezTo>
                  <a:lnTo>
                    <a:pt x="446723" y="462915"/>
                  </a:lnTo>
                  <a:cubicBezTo>
                    <a:pt x="456248" y="462915"/>
                    <a:pt x="462915" y="455295"/>
                    <a:pt x="462915" y="446722"/>
                  </a:cubicBezTo>
                  <a:lnTo>
                    <a:pt x="462915" y="395288"/>
                  </a:lnTo>
                  <a:lnTo>
                    <a:pt x="117158" y="39528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6" name="Google Shape;736;p37"/>
          <p:cNvGrpSpPr/>
          <p:nvPr/>
        </p:nvGrpSpPr>
        <p:grpSpPr>
          <a:xfrm>
            <a:off x="1738925" y="4718600"/>
            <a:ext cx="5666144" cy="116400"/>
            <a:chOff x="1738925" y="4718600"/>
            <a:chExt cx="5666144" cy="116400"/>
          </a:xfrm>
        </p:grpSpPr>
        <p:sp>
          <p:nvSpPr>
            <p:cNvPr id="737" name="Google Shape;737;p37">
              <a:hlinkClick action="ppaction://hlinksldjump" r:id="rId4"/>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38" name="Google Shape;738;p37">
              <a:hlinkClick action="ppaction://hlinksldjump" r:id="rId5"/>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39" name="Google Shape;739;p37">
              <a:hlinkClick action="ppaction://hlinksldjump" r:id="rId6"/>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40" name="Google Shape;740;p37">
              <a:hlinkClick action="ppaction://hlinksldjump" r:id="rId7"/>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41" name="Google Shape;741;p37">
              <a:hlinkClick action="ppaction://hlinksldjump" r:id="rId8"/>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42" name="Google Shape;742;p37">
              <a:hlinkClick action="ppaction://hlinksldjump" r:id="rId9"/>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43" name="Google Shape;743;p37">
              <a:hlinkClick action="ppaction://hlinksldjump" r:id="rId10"/>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44" name="Google Shape;744;p37">
              <a:hlinkClick action="ppaction://hlinksldjump" r:id="rId11"/>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45" name="Google Shape;745;p37">
              <a:hlinkClick action="ppaction://hlinksldjump" r:id="rId12"/>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46" name="Google Shape;746;p37">
              <a:hlinkClick action="ppaction://hlinksldjump" r:id="rId13"/>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47" name="Google Shape;747;p37">
              <a:hlinkClick action="ppaction://hlinksldjump" r:id="rId14"/>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48" name="Google Shape;748;p37">
              <a:hlinkClick action="ppaction://hlinksldjump" r:id="rId15"/>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49" name="Google Shape;749;p37">
              <a:hlinkClick action="ppaction://hlinksldjump" r:id="rId16"/>
            </p:cNvPr>
            <p:cNvSpPr/>
            <p:nvPr/>
          </p:nvSpPr>
          <p:spPr>
            <a:xfrm>
              <a:off x="5536118"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50" name="Google Shape;750;p37">
              <a:hlinkClick action="ppaction://hlinksldjump" r:id="rId17"/>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51" name="Google Shape;751;p37">
              <a:hlinkClick action="ppaction://hlinksldjump" r:id="rId18"/>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52" name="Google Shape;752;p37">
              <a:hlinkClick action="ppaction://hlinksldjump" r:id="rId19"/>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53" name="Google Shape;753;p37">
              <a:hlinkClick action="ppaction://hlinksldjump" r:id="rId20"/>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54" name="Google Shape;754;p37">
              <a:hlinkClick action="ppaction://hlinksldjump" r:id="rId21"/>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55" name="Google Shape;755;p37">
              <a:hlinkClick action="ppaction://hlinksldjump" r:id="rId22"/>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56" name="Google Shape;756;p37">
              <a:hlinkClick action="ppaction://hlinksldjump" r:id="rId23"/>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0" name="Shape 760"/>
        <p:cNvGrpSpPr/>
        <p:nvPr/>
      </p:nvGrpSpPr>
      <p:grpSpPr>
        <a:xfrm>
          <a:off x="0" y="0"/>
          <a:ext cx="0" cy="0"/>
          <a:chOff x="0" y="0"/>
          <a:chExt cx="0" cy="0"/>
        </a:xfrm>
      </p:grpSpPr>
      <p:sp>
        <p:nvSpPr>
          <p:cNvPr id="761" name="Google Shape;761;p38"/>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Timeline of your presentation</a:t>
            </a:r>
            <a:endParaRPr/>
          </a:p>
        </p:txBody>
      </p:sp>
      <p:sp>
        <p:nvSpPr>
          <p:cNvPr id="762" name="Google Shape;762;p38"/>
          <p:cNvSpPr txBox="1"/>
          <p:nvPr/>
        </p:nvSpPr>
        <p:spPr>
          <a:xfrm flipH="1">
            <a:off x="696625" y="1862575"/>
            <a:ext cx="1828800" cy="90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Medium"/>
                <a:ea typeface="Barlow Medium"/>
                <a:cs typeface="Barlow Medium"/>
                <a:sym typeface="Barlow Medium"/>
              </a:rPr>
              <a:t>Provide a brief </a:t>
            </a:r>
            <a:r>
              <a:rPr b="1" lang="en" sz="1200">
                <a:solidFill>
                  <a:schemeClr val="dk1"/>
                </a:solidFill>
                <a:latin typeface="Barlow"/>
                <a:ea typeface="Barlow"/>
                <a:cs typeface="Barlow"/>
                <a:sym typeface="Barlow"/>
              </a:rPr>
              <a:t>overview </a:t>
            </a:r>
            <a:r>
              <a:rPr lang="en" sz="1200">
                <a:solidFill>
                  <a:schemeClr val="dk1"/>
                </a:solidFill>
                <a:latin typeface="Barlow Medium"/>
                <a:ea typeface="Barlow Medium"/>
                <a:cs typeface="Barlow Medium"/>
                <a:sym typeface="Barlow Medium"/>
              </a:rPr>
              <a:t>of the pitch deck's content</a:t>
            </a:r>
            <a:endParaRPr sz="1200">
              <a:solidFill>
                <a:schemeClr val="dk1"/>
              </a:solidFill>
              <a:latin typeface="Barlow Medium"/>
              <a:ea typeface="Barlow Medium"/>
              <a:cs typeface="Barlow Medium"/>
              <a:sym typeface="Barlow Medium"/>
            </a:endParaRPr>
          </a:p>
        </p:txBody>
      </p:sp>
      <p:sp>
        <p:nvSpPr>
          <p:cNvPr id="763" name="Google Shape;763;p38"/>
          <p:cNvSpPr txBox="1"/>
          <p:nvPr/>
        </p:nvSpPr>
        <p:spPr>
          <a:xfrm flipH="1">
            <a:off x="2660525" y="1862575"/>
            <a:ext cx="1828800" cy="90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Medium"/>
                <a:ea typeface="Barlow Medium"/>
                <a:cs typeface="Barlow Medium"/>
                <a:sym typeface="Barlow Medium"/>
              </a:rPr>
              <a:t>Engage the audience with a compelling </a:t>
            </a:r>
            <a:r>
              <a:rPr b="1" lang="en" sz="1200">
                <a:solidFill>
                  <a:schemeClr val="dk1"/>
                </a:solidFill>
                <a:latin typeface="Barlow"/>
                <a:ea typeface="Barlow"/>
                <a:cs typeface="Barlow"/>
                <a:sym typeface="Barlow"/>
              </a:rPr>
              <a:t>introduction</a:t>
            </a:r>
            <a:endParaRPr b="1" sz="1200">
              <a:solidFill>
                <a:schemeClr val="dk1"/>
              </a:solidFill>
              <a:latin typeface="Barlow"/>
              <a:ea typeface="Barlow"/>
              <a:cs typeface="Barlow"/>
              <a:sym typeface="Barlow"/>
            </a:endParaRPr>
          </a:p>
        </p:txBody>
      </p:sp>
      <p:sp>
        <p:nvSpPr>
          <p:cNvPr id="764" name="Google Shape;764;p38"/>
          <p:cNvSpPr txBox="1"/>
          <p:nvPr/>
        </p:nvSpPr>
        <p:spPr>
          <a:xfrm flipH="1">
            <a:off x="4624425" y="1862575"/>
            <a:ext cx="1828800" cy="90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Medium"/>
                <a:ea typeface="Barlow Medium"/>
                <a:cs typeface="Barlow Medium"/>
                <a:sym typeface="Barlow Medium"/>
              </a:rPr>
              <a:t>Identify the customer's pain points and </a:t>
            </a:r>
            <a:r>
              <a:rPr b="1" lang="en" sz="1200">
                <a:solidFill>
                  <a:schemeClr val="dk1"/>
                </a:solidFill>
                <a:latin typeface="Barlow"/>
                <a:ea typeface="Barlow"/>
                <a:cs typeface="Barlow"/>
                <a:sym typeface="Barlow"/>
              </a:rPr>
              <a:t>challenges</a:t>
            </a:r>
            <a:endParaRPr b="1" sz="1200">
              <a:solidFill>
                <a:schemeClr val="dk1"/>
              </a:solidFill>
              <a:latin typeface="Barlow"/>
              <a:ea typeface="Barlow"/>
              <a:cs typeface="Barlow"/>
              <a:sym typeface="Barlow"/>
            </a:endParaRPr>
          </a:p>
        </p:txBody>
      </p:sp>
      <p:sp>
        <p:nvSpPr>
          <p:cNvPr id="765" name="Google Shape;765;p38"/>
          <p:cNvSpPr txBox="1"/>
          <p:nvPr/>
        </p:nvSpPr>
        <p:spPr>
          <a:xfrm flipH="1">
            <a:off x="6588325" y="1862575"/>
            <a:ext cx="1828800" cy="90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Medium"/>
                <a:ea typeface="Barlow Medium"/>
                <a:cs typeface="Barlow Medium"/>
                <a:sym typeface="Barlow Medium"/>
              </a:rPr>
              <a:t>Describe how your product or service can </a:t>
            </a:r>
            <a:r>
              <a:rPr b="1" lang="en" sz="1200">
                <a:solidFill>
                  <a:schemeClr val="dk1"/>
                </a:solidFill>
                <a:latin typeface="Barlow"/>
                <a:ea typeface="Barlow"/>
                <a:cs typeface="Barlow"/>
                <a:sym typeface="Barlow"/>
              </a:rPr>
              <a:t>solve the problem</a:t>
            </a:r>
            <a:endParaRPr b="1" sz="1200">
              <a:solidFill>
                <a:schemeClr val="dk1"/>
              </a:solidFill>
              <a:latin typeface="Barlow"/>
              <a:ea typeface="Barlow"/>
              <a:cs typeface="Barlow"/>
              <a:sym typeface="Barlow"/>
            </a:endParaRPr>
          </a:p>
        </p:txBody>
      </p:sp>
      <p:sp>
        <p:nvSpPr>
          <p:cNvPr id="766" name="Google Shape;766;p38"/>
          <p:cNvSpPr txBox="1"/>
          <p:nvPr/>
        </p:nvSpPr>
        <p:spPr>
          <a:xfrm flipH="1">
            <a:off x="696625" y="3697025"/>
            <a:ext cx="1828800" cy="90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Medium"/>
                <a:ea typeface="Barlow Medium"/>
                <a:cs typeface="Barlow Medium"/>
                <a:sym typeface="Barlow Medium"/>
              </a:rPr>
              <a:t>Highlight the unique value proposition and </a:t>
            </a:r>
            <a:r>
              <a:rPr b="1" lang="en" sz="1200">
                <a:solidFill>
                  <a:schemeClr val="dk1"/>
                </a:solidFill>
                <a:latin typeface="Barlow"/>
                <a:ea typeface="Barlow"/>
                <a:cs typeface="Barlow"/>
                <a:sym typeface="Barlow"/>
              </a:rPr>
              <a:t>benefits </a:t>
            </a:r>
            <a:r>
              <a:rPr lang="en" sz="1200">
                <a:solidFill>
                  <a:schemeClr val="dk1"/>
                </a:solidFill>
                <a:latin typeface="Barlow Medium"/>
                <a:ea typeface="Barlow Medium"/>
                <a:cs typeface="Barlow Medium"/>
                <a:sym typeface="Barlow Medium"/>
              </a:rPr>
              <a:t>of your  specific solution</a:t>
            </a:r>
            <a:endParaRPr sz="1200">
              <a:solidFill>
                <a:schemeClr val="dk1"/>
              </a:solidFill>
              <a:latin typeface="Barlow Medium"/>
              <a:ea typeface="Barlow Medium"/>
              <a:cs typeface="Barlow Medium"/>
              <a:sym typeface="Barlow Medium"/>
            </a:endParaRPr>
          </a:p>
        </p:txBody>
      </p:sp>
      <p:sp>
        <p:nvSpPr>
          <p:cNvPr id="767" name="Google Shape;767;p38"/>
          <p:cNvSpPr txBox="1"/>
          <p:nvPr/>
        </p:nvSpPr>
        <p:spPr>
          <a:xfrm flipH="1">
            <a:off x="2660525" y="3697025"/>
            <a:ext cx="1828800" cy="90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Barlow"/>
                <a:ea typeface="Barlow"/>
                <a:cs typeface="Barlow"/>
                <a:sym typeface="Barlow"/>
              </a:rPr>
              <a:t>Analyze </a:t>
            </a:r>
            <a:r>
              <a:rPr lang="en" sz="1200">
                <a:solidFill>
                  <a:schemeClr val="dk1"/>
                </a:solidFill>
                <a:latin typeface="Barlow Medium"/>
                <a:ea typeface="Barlow Medium"/>
                <a:cs typeface="Barlow Medium"/>
                <a:sym typeface="Barlow Medium"/>
              </a:rPr>
              <a:t>the target market size, growth potential, and competition briefly</a:t>
            </a:r>
            <a:endParaRPr sz="1200">
              <a:solidFill>
                <a:schemeClr val="dk1"/>
              </a:solidFill>
              <a:latin typeface="Barlow Medium"/>
              <a:ea typeface="Barlow Medium"/>
              <a:cs typeface="Barlow Medium"/>
              <a:sym typeface="Barlow Medium"/>
            </a:endParaRPr>
          </a:p>
        </p:txBody>
      </p:sp>
      <p:sp>
        <p:nvSpPr>
          <p:cNvPr id="768" name="Google Shape;768;p38"/>
          <p:cNvSpPr txBox="1"/>
          <p:nvPr/>
        </p:nvSpPr>
        <p:spPr>
          <a:xfrm flipH="1">
            <a:off x="4624425" y="3697025"/>
            <a:ext cx="1828800" cy="90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Medium"/>
                <a:ea typeface="Barlow Medium"/>
                <a:cs typeface="Barlow Medium"/>
                <a:sym typeface="Barlow Medium"/>
              </a:rPr>
              <a:t>Explain your financial needs and briefly outline your </a:t>
            </a:r>
            <a:r>
              <a:rPr b="1" lang="en" sz="1200">
                <a:solidFill>
                  <a:schemeClr val="dk1"/>
                </a:solidFill>
                <a:latin typeface="Barlow"/>
                <a:ea typeface="Barlow"/>
                <a:cs typeface="Barlow"/>
                <a:sym typeface="Barlow"/>
              </a:rPr>
              <a:t>funding allocation</a:t>
            </a:r>
            <a:endParaRPr b="1" sz="1200">
              <a:solidFill>
                <a:schemeClr val="dk1"/>
              </a:solidFill>
              <a:latin typeface="Barlow"/>
              <a:ea typeface="Barlow"/>
              <a:cs typeface="Barlow"/>
              <a:sym typeface="Barlow"/>
            </a:endParaRPr>
          </a:p>
        </p:txBody>
      </p:sp>
      <p:sp>
        <p:nvSpPr>
          <p:cNvPr id="769" name="Google Shape;769;p38"/>
          <p:cNvSpPr txBox="1"/>
          <p:nvPr/>
        </p:nvSpPr>
        <p:spPr>
          <a:xfrm flipH="1">
            <a:off x="6588325" y="3697025"/>
            <a:ext cx="1828800" cy="90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Medium"/>
                <a:ea typeface="Barlow Medium"/>
                <a:cs typeface="Barlow Medium"/>
                <a:sym typeface="Barlow Medium"/>
              </a:rPr>
              <a:t>End with a clear and concise</a:t>
            </a:r>
            <a:r>
              <a:rPr b="1" lang="en" sz="1200">
                <a:solidFill>
                  <a:schemeClr val="dk1"/>
                </a:solidFill>
                <a:latin typeface="Barlow"/>
                <a:ea typeface="Barlow"/>
                <a:cs typeface="Barlow"/>
                <a:sym typeface="Barlow"/>
              </a:rPr>
              <a:t> call to action</a:t>
            </a:r>
            <a:endParaRPr b="1" sz="1200">
              <a:solidFill>
                <a:schemeClr val="dk1"/>
              </a:solidFill>
              <a:latin typeface="Barlow"/>
              <a:ea typeface="Barlow"/>
              <a:cs typeface="Barlow"/>
              <a:sym typeface="Barlow"/>
            </a:endParaRPr>
          </a:p>
        </p:txBody>
      </p:sp>
      <p:sp>
        <p:nvSpPr>
          <p:cNvPr id="770" name="Google Shape;770;p38"/>
          <p:cNvSpPr/>
          <p:nvPr/>
        </p:nvSpPr>
        <p:spPr>
          <a:xfrm>
            <a:off x="720000" y="1599475"/>
            <a:ext cx="1828800" cy="186900"/>
          </a:xfrm>
          <a:prstGeom prst="roundRect">
            <a:avLst>
              <a:gd fmla="val 16667" name="adj"/>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771" name="Google Shape;771;p38"/>
          <p:cNvSpPr/>
          <p:nvPr/>
        </p:nvSpPr>
        <p:spPr>
          <a:xfrm>
            <a:off x="2660525" y="1599475"/>
            <a:ext cx="1828800" cy="186900"/>
          </a:xfrm>
          <a:prstGeom prst="roundRect">
            <a:avLst>
              <a:gd fmla="val 16667" name="adj"/>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772" name="Google Shape;772;p38"/>
          <p:cNvSpPr/>
          <p:nvPr/>
        </p:nvSpPr>
        <p:spPr>
          <a:xfrm>
            <a:off x="4624425" y="1599475"/>
            <a:ext cx="1828800" cy="186900"/>
          </a:xfrm>
          <a:prstGeom prst="roundRect">
            <a:avLst>
              <a:gd fmla="val 16667" name="adj"/>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773" name="Google Shape;773;p38"/>
          <p:cNvSpPr/>
          <p:nvPr/>
        </p:nvSpPr>
        <p:spPr>
          <a:xfrm>
            <a:off x="6588325" y="1599475"/>
            <a:ext cx="1828800" cy="186900"/>
          </a:xfrm>
          <a:prstGeom prst="roundRect">
            <a:avLst>
              <a:gd fmla="val 16667" name="adj"/>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774" name="Google Shape;774;p38"/>
          <p:cNvSpPr/>
          <p:nvPr/>
        </p:nvSpPr>
        <p:spPr>
          <a:xfrm>
            <a:off x="720000" y="3409050"/>
            <a:ext cx="1828800" cy="186900"/>
          </a:xfrm>
          <a:prstGeom prst="roundRect">
            <a:avLst>
              <a:gd fmla="val 16667" name="adj"/>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775" name="Google Shape;775;p38"/>
          <p:cNvSpPr/>
          <p:nvPr/>
        </p:nvSpPr>
        <p:spPr>
          <a:xfrm>
            <a:off x="2660525" y="3409050"/>
            <a:ext cx="1828800" cy="186900"/>
          </a:xfrm>
          <a:prstGeom prst="roundRect">
            <a:avLst>
              <a:gd fmla="val 16667" name="adj"/>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776" name="Google Shape;776;p38"/>
          <p:cNvSpPr/>
          <p:nvPr/>
        </p:nvSpPr>
        <p:spPr>
          <a:xfrm>
            <a:off x="4624425" y="3409050"/>
            <a:ext cx="1828800" cy="186900"/>
          </a:xfrm>
          <a:prstGeom prst="roundRect">
            <a:avLst>
              <a:gd fmla="val 16667" name="adj"/>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777" name="Google Shape;777;p38"/>
          <p:cNvSpPr/>
          <p:nvPr/>
        </p:nvSpPr>
        <p:spPr>
          <a:xfrm>
            <a:off x="6588325" y="3409050"/>
            <a:ext cx="1828800" cy="186900"/>
          </a:xfrm>
          <a:prstGeom prst="roundRect">
            <a:avLst>
              <a:gd fmla="val 16667" name="adj"/>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cxnSp>
        <p:nvCxnSpPr>
          <p:cNvPr id="778" name="Google Shape;778;p38"/>
          <p:cNvCxnSpPr>
            <a:stCxn id="770" idx="3"/>
            <a:endCxn id="771" idx="1"/>
          </p:cNvCxnSpPr>
          <p:nvPr/>
        </p:nvCxnSpPr>
        <p:spPr>
          <a:xfrm>
            <a:off x="2548800" y="1692925"/>
            <a:ext cx="111600" cy="0"/>
          </a:xfrm>
          <a:prstGeom prst="straightConnector1">
            <a:avLst/>
          </a:prstGeom>
          <a:noFill/>
          <a:ln cap="flat" cmpd="sng" w="19050">
            <a:solidFill>
              <a:schemeClr val="accent4"/>
            </a:solidFill>
            <a:prstDash val="solid"/>
            <a:round/>
            <a:headEnd len="med" w="med" type="none"/>
            <a:tailEnd len="med" w="med" type="none"/>
          </a:ln>
        </p:spPr>
      </p:cxnSp>
      <p:cxnSp>
        <p:nvCxnSpPr>
          <p:cNvPr id="779" name="Google Shape;779;p38"/>
          <p:cNvCxnSpPr>
            <a:stCxn id="771" idx="3"/>
            <a:endCxn id="772" idx="1"/>
          </p:cNvCxnSpPr>
          <p:nvPr/>
        </p:nvCxnSpPr>
        <p:spPr>
          <a:xfrm>
            <a:off x="4489325" y="1692925"/>
            <a:ext cx="135000" cy="0"/>
          </a:xfrm>
          <a:prstGeom prst="straightConnector1">
            <a:avLst/>
          </a:prstGeom>
          <a:noFill/>
          <a:ln cap="flat" cmpd="sng" w="19050">
            <a:solidFill>
              <a:schemeClr val="accent4"/>
            </a:solidFill>
            <a:prstDash val="solid"/>
            <a:round/>
            <a:headEnd len="med" w="med" type="none"/>
            <a:tailEnd len="med" w="med" type="none"/>
          </a:ln>
        </p:spPr>
      </p:cxnSp>
      <p:cxnSp>
        <p:nvCxnSpPr>
          <p:cNvPr id="780" name="Google Shape;780;p38"/>
          <p:cNvCxnSpPr>
            <a:stCxn id="772" idx="3"/>
            <a:endCxn id="773" idx="1"/>
          </p:cNvCxnSpPr>
          <p:nvPr/>
        </p:nvCxnSpPr>
        <p:spPr>
          <a:xfrm>
            <a:off x="6453225" y="1692925"/>
            <a:ext cx="135000" cy="0"/>
          </a:xfrm>
          <a:prstGeom prst="straightConnector1">
            <a:avLst/>
          </a:prstGeom>
          <a:noFill/>
          <a:ln cap="flat" cmpd="sng" w="19050">
            <a:solidFill>
              <a:schemeClr val="accent4"/>
            </a:solidFill>
            <a:prstDash val="solid"/>
            <a:round/>
            <a:headEnd len="med" w="med" type="none"/>
            <a:tailEnd len="med" w="med" type="none"/>
          </a:ln>
        </p:spPr>
      </p:cxnSp>
      <p:cxnSp>
        <p:nvCxnSpPr>
          <p:cNvPr id="781" name="Google Shape;781;p38"/>
          <p:cNvCxnSpPr>
            <a:stCxn id="765" idx="2"/>
            <a:endCxn id="774" idx="0"/>
          </p:cNvCxnSpPr>
          <p:nvPr/>
        </p:nvCxnSpPr>
        <p:spPr>
          <a:xfrm rot="5400000">
            <a:off x="4248775" y="155125"/>
            <a:ext cx="639600" cy="5868300"/>
          </a:xfrm>
          <a:prstGeom prst="bentConnector3">
            <a:avLst>
              <a:gd fmla="val 49998" name="adj1"/>
            </a:avLst>
          </a:prstGeom>
          <a:noFill/>
          <a:ln cap="flat" cmpd="sng" w="19050">
            <a:solidFill>
              <a:schemeClr val="accent4"/>
            </a:solidFill>
            <a:prstDash val="solid"/>
            <a:round/>
            <a:headEnd len="med" w="med" type="none"/>
            <a:tailEnd len="med" w="med" type="none"/>
          </a:ln>
        </p:spPr>
      </p:cxnSp>
      <p:cxnSp>
        <p:nvCxnSpPr>
          <p:cNvPr id="782" name="Google Shape;782;p38"/>
          <p:cNvCxnSpPr>
            <a:stCxn id="774" idx="3"/>
            <a:endCxn id="775" idx="1"/>
          </p:cNvCxnSpPr>
          <p:nvPr/>
        </p:nvCxnSpPr>
        <p:spPr>
          <a:xfrm>
            <a:off x="2548800" y="3502500"/>
            <a:ext cx="111600" cy="0"/>
          </a:xfrm>
          <a:prstGeom prst="straightConnector1">
            <a:avLst/>
          </a:prstGeom>
          <a:noFill/>
          <a:ln cap="flat" cmpd="sng" w="19050">
            <a:solidFill>
              <a:schemeClr val="accent4"/>
            </a:solidFill>
            <a:prstDash val="solid"/>
            <a:round/>
            <a:headEnd len="med" w="med" type="none"/>
            <a:tailEnd len="med" w="med" type="none"/>
          </a:ln>
        </p:spPr>
      </p:cxnSp>
      <p:cxnSp>
        <p:nvCxnSpPr>
          <p:cNvPr id="783" name="Google Shape;783;p38"/>
          <p:cNvCxnSpPr>
            <a:stCxn id="775" idx="3"/>
            <a:endCxn id="776" idx="1"/>
          </p:cNvCxnSpPr>
          <p:nvPr/>
        </p:nvCxnSpPr>
        <p:spPr>
          <a:xfrm>
            <a:off x="4489325" y="3502500"/>
            <a:ext cx="135000" cy="0"/>
          </a:xfrm>
          <a:prstGeom prst="straightConnector1">
            <a:avLst/>
          </a:prstGeom>
          <a:noFill/>
          <a:ln cap="flat" cmpd="sng" w="19050">
            <a:solidFill>
              <a:schemeClr val="accent4"/>
            </a:solidFill>
            <a:prstDash val="solid"/>
            <a:round/>
            <a:headEnd len="med" w="med" type="none"/>
            <a:tailEnd len="med" w="med" type="none"/>
          </a:ln>
        </p:spPr>
      </p:cxnSp>
      <p:cxnSp>
        <p:nvCxnSpPr>
          <p:cNvPr id="784" name="Google Shape;784;p38"/>
          <p:cNvCxnSpPr>
            <a:stCxn id="776" idx="3"/>
            <a:endCxn id="777" idx="1"/>
          </p:cNvCxnSpPr>
          <p:nvPr/>
        </p:nvCxnSpPr>
        <p:spPr>
          <a:xfrm>
            <a:off x="6453225" y="3502500"/>
            <a:ext cx="135000" cy="0"/>
          </a:xfrm>
          <a:prstGeom prst="straightConnector1">
            <a:avLst/>
          </a:prstGeom>
          <a:noFill/>
          <a:ln cap="flat" cmpd="sng" w="19050">
            <a:solidFill>
              <a:schemeClr val="accent4"/>
            </a:solidFill>
            <a:prstDash val="solid"/>
            <a:round/>
            <a:headEnd len="med" w="med" type="none"/>
            <a:tailEnd len="med" w="med" type="none"/>
          </a:ln>
        </p:spPr>
      </p:cxnSp>
      <p:grpSp>
        <p:nvGrpSpPr>
          <p:cNvPr id="785" name="Google Shape;785;p38"/>
          <p:cNvGrpSpPr/>
          <p:nvPr/>
        </p:nvGrpSpPr>
        <p:grpSpPr>
          <a:xfrm>
            <a:off x="1738925" y="4718600"/>
            <a:ext cx="5666144" cy="116400"/>
            <a:chOff x="1738925" y="4718600"/>
            <a:chExt cx="5666144" cy="116400"/>
          </a:xfrm>
        </p:grpSpPr>
        <p:sp>
          <p:nvSpPr>
            <p:cNvPr id="786" name="Google Shape;786;p38">
              <a:hlinkClick action="ppaction://hlinksldjump" r:id="rId3"/>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87" name="Google Shape;787;p38">
              <a:hlinkClick action="ppaction://hlinksldjump" r:id="rId4"/>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88" name="Google Shape;788;p38">
              <a:hlinkClick action="ppaction://hlinksldjump" r:id="rId5"/>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89" name="Google Shape;789;p38">
              <a:hlinkClick action="ppaction://hlinksldjump" r:id="rId6"/>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90" name="Google Shape;790;p38">
              <a:hlinkClick action="ppaction://hlinksldjump" r:id="rId7"/>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91" name="Google Shape;791;p38">
              <a:hlinkClick action="ppaction://hlinksldjump" r:id="rId8"/>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92" name="Google Shape;792;p38">
              <a:hlinkClick action="ppaction://hlinksldjump" r:id="rId9"/>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93" name="Google Shape;793;p38">
              <a:hlinkClick action="ppaction://hlinksldjump" r:id="rId10"/>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94" name="Google Shape;794;p38">
              <a:hlinkClick action="ppaction://hlinksldjump" r:id="rId11"/>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95" name="Google Shape;795;p38">
              <a:hlinkClick action="ppaction://hlinksldjump" r:id="rId12"/>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96" name="Google Shape;796;p38">
              <a:hlinkClick action="ppaction://hlinksldjump" r:id="rId13"/>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97" name="Google Shape;797;p38">
              <a:hlinkClick action="ppaction://hlinksldjump" r:id="rId14"/>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98" name="Google Shape;798;p38">
              <a:hlinkClick action="ppaction://hlinksldjump" r:id="rId15"/>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99" name="Google Shape;799;p38">
              <a:hlinkClick action="ppaction://hlinksldjump" r:id="rId16"/>
            </p:cNvPr>
            <p:cNvSpPr/>
            <p:nvPr/>
          </p:nvSpPr>
          <p:spPr>
            <a:xfrm>
              <a:off x="5828210"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00" name="Google Shape;800;p38">
              <a:hlinkClick action="ppaction://hlinksldjump" r:id="rId17"/>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01" name="Google Shape;801;p38">
              <a:hlinkClick action="ppaction://hlinksldjump" r:id="rId18"/>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02" name="Google Shape;802;p38">
              <a:hlinkClick action="ppaction://hlinksldjump" r:id="rId19"/>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03" name="Google Shape;803;p38">
              <a:hlinkClick action="ppaction://hlinksldjump" r:id="rId20"/>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04" name="Google Shape;804;p38">
              <a:hlinkClick action="ppaction://hlinksldjump" r:id="rId21"/>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05" name="Google Shape;805;p38">
              <a:hlinkClick action="ppaction://hlinksldjump" r:id="rId22"/>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 name="Shape 809"/>
        <p:cNvGrpSpPr/>
        <p:nvPr/>
      </p:nvGrpSpPr>
      <p:grpSpPr>
        <a:xfrm>
          <a:off x="0" y="0"/>
          <a:ext cx="0" cy="0"/>
          <a:chOff x="0" y="0"/>
          <a:chExt cx="0" cy="0"/>
        </a:xfrm>
      </p:grpSpPr>
      <p:sp>
        <p:nvSpPr>
          <p:cNvPr id="810" name="Google Shape;810;p39"/>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Organizational chart</a:t>
            </a:r>
            <a:endParaRPr/>
          </a:p>
        </p:txBody>
      </p:sp>
      <p:cxnSp>
        <p:nvCxnSpPr>
          <p:cNvPr id="811" name="Google Shape;811;p39"/>
          <p:cNvCxnSpPr>
            <a:stCxn id="812" idx="2"/>
            <a:endCxn id="813" idx="0"/>
          </p:cNvCxnSpPr>
          <p:nvPr/>
        </p:nvCxnSpPr>
        <p:spPr>
          <a:xfrm flipH="1" rot="-5400000">
            <a:off x="5139538" y="1188050"/>
            <a:ext cx="411300" cy="1546200"/>
          </a:xfrm>
          <a:prstGeom prst="bentConnector3">
            <a:avLst>
              <a:gd fmla="val 49997" name="adj1"/>
            </a:avLst>
          </a:prstGeom>
          <a:noFill/>
          <a:ln cap="flat" cmpd="sng" w="19050">
            <a:solidFill>
              <a:schemeClr val="accent4"/>
            </a:solidFill>
            <a:prstDash val="solid"/>
            <a:miter lim="8000"/>
            <a:headEnd len="sm" w="sm" type="none"/>
            <a:tailEnd len="sm" w="sm" type="none"/>
          </a:ln>
        </p:spPr>
      </p:cxnSp>
      <p:cxnSp>
        <p:nvCxnSpPr>
          <p:cNvPr id="814" name="Google Shape;814;p39"/>
          <p:cNvCxnSpPr>
            <a:stCxn id="815" idx="0"/>
            <a:endCxn id="812" idx="2"/>
          </p:cNvCxnSpPr>
          <p:nvPr/>
        </p:nvCxnSpPr>
        <p:spPr>
          <a:xfrm rot="-5400000">
            <a:off x="3593438" y="1188027"/>
            <a:ext cx="411300" cy="1546200"/>
          </a:xfrm>
          <a:prstGeom prst="bentConnector3">
            <a:avLst>
              <a:gd fmla="val 49997" name="adj1"/>
            </a:avLst>
          </a:prstGeom>
          <a:noFill/>
          <a:ln cap="flat" cmpd="sng" w="19050">
            <a:solidFill>
              <a:schemeClr val="accent4"/>
            </a:solidFill>
            <a:prstDash val="solid"/>
            <a:miter lim="8000"/>
            <a:headEnd len="sm" w="sm" type="none"/>
            <a:tailEnd len="sm" w="sm" type="none"/>
          </a:ln>
        </p:spPr>
      </p:cxnSp>
      <p:cxnSp>
        <p:nvCxnSpPr>
          <p:cNvPr id="816" name="Google Shape;816;p39"/>
          <p:cNvCxnSpPr>
            <a:stCxn id="815" idx="2"/>
            <a:endCxn id="817" idx="0"/>
          </p:cNvCxnSpPr>
          <p:nvPr/>
        </p:nvCxnSpPr>
        <p:spPr>
          <a:xfrm flipH="1" rot="-5400000">
            <a:off x="3170138" y="2471727"/>
            <a:ext cx="449700" cy="738000"/>
          </a:xfrm>
          <a:prstGeom prst="bentConnector3">
            <a:avLst>
              <a:gd fmla="val 50003" name="adj1"/>
            </a:avLst>
          </a:prstGeom>
          <a:noFill/>
          <a:ln cap="flat" cmpd="sng" w="19050">
            <a:solidFill>
              <a:schemeClr val="accent4"/>
            </a:solidFill>
            <a:prstDash val="solid"/>
            <a:miter lim="8000"/>
            <a:headEnd len="sm" w="sm" type="none"/>
            <a:tailEnd len="sm" w="sm" type="none"/>
          </a:ln>
        </p:spPr>
      </p:cxnSp>
      <p:cxnSp>
        <p:nvCxnSpPr>
          <p:cNvPr id="818" name="Google Shape;818;p39"/>
          <p:cNvCxnSpPr>
            <a:stCxn id="819" idx="0"/>
            <a:endCxn id="815" idx="2"/>
          </p:cNvCxnSpPr>
          <p:nvPr/>
        </p:nvCxnSpPr>
        <p:spPr>
          <a:xfrm rot="-5400000">
            <a:off x="2432013" y="2471600"/>
            <a:ext cx="449700" cy="738300"/>
          </a:xfrm>
          <a:prstGeom prst="bentConnector3">
            <a:avLst>
              <a:gd fmla="val 50003" name="adj1"/>
            </a:avLst>
          </a:prstGeom>
          <a:noFill/>
          <a:ln cap="flat" cmpd="sng" w="19050">
            <a:solidFill>
              <a:schemeClr val="accent4"/>
            </a:solidFill>
            <a:prstDash val="solid"/>
            <a:miter lim="8000"/>
            <a:headEnd len="sm" w="sm" type="none"/>
            <a:tailEnd len="sm" w="sm" type="none"/>
          </a:ln>
        </p:spPr>
      </p:cxnSp>
      <p:cxnSp>
        <p:nvCxnSpPr>
          <p:cNvPr id="820" name="Google Shape;820;p39"/>
          <p:cNvCxnSpPr>
            <a:stCxn id="813" idx="2"/>
            <a:endCxn id="821" idx="0"/>
          </p:cNvCxnSpPr>
          <p:nvPr/>
        </p:nvCxnSpPr>
        <p:spPr>
          <a:xfrm flipH="1" rot="-5400000">
            <a:off x="6262312" y="2471727"/>
            <a:ext cx="449700" cy="738000"/>
          </a:xfrm>
          <a:prstGeom prst="bentConnector3">
            <a:avLst>
              <a:gd fmla="val 50003" name="adj1"/>
            </a:avLst>
          </a:prstGeom>
          <a:noFill/>
          <a:ln cap="flat" cmpd="sng" w="19050">
            <a:solidFill>
              <a:schemeClr val="accent4"/>
            </a:solidFill>
            <a:prstDash val="solid"/>
            <a:miter lim="8000"/>
            <a:headEnd len="sm" w="sm" type="none"/>
            <a:tailEnd len="sm" w="sm" type="none"/>
          </a:ln>
        </p:spPr>
      </p:cxnSp>
      <p:cxnSp>
        <p:nvCxnSpPr>
          <p:cNvPr id="822" name="Google Shape;822;p39"/>
          <p:cNvCxnSpPr>
            <a:stCxn id="823" idx="0"/>
            <a:endCxn id="813" idx="2"/>
          </p:cNvCxnSpPr>
          <p:nvPr/>
        </p:nvCxnSpPr>
        <p:spPr>
          <a:xfrm rot="-5400000">
            <a:off x="5524190" y="2471600"/>
            <a:ext cx="449700" cy="738300"/>
          </a:xfrm>
          <a:prstGeom prst="bentConnector3">
            <a:avLst>
              <a:gd fmla="val 50003" name="adj1"/>
            </a:avLst>
          </a:prstGeom>
          <a:noFill/>
          <a:ln cap="flat" cmpd="sng" w="19050">
            <a:solidFill>
              <a:schemeClr val="accent4"/>
            </a:solidFill>
            <a:prstDash val="solid"/>
            <a:miter lim="8000"/>
            <a:headEnd len="sm" w="sm" type="none"/>
            <a:tailEnd len="sm" w="sm" type="none"/>
          </a:ln>
        </p:spPr>
      </p:cxnSp>
      <p:cxnSp>
        <p:nvCxnSpPr>
          <p:cNvPr id="824" name="Google Shape;824;p39"/>
          <p:cNvCxnSpPr>
            <a:stCxn id="825" idx="0"/>
            <a:endCxn id="819" idx="2"/>
          </p:cNvCxnSpPr>
          <p:nvPr/>
        </p:nvCxnSpPr>
        <p:spPr>
          <a:xfrm rot="-5400000">
            <a:off x="1727438" y="3404173"/>
            <a:ext cx="449700" cy="670800"/>
          </a:xfrm>
          <a:prstGeom prst="bentConnector3">
            <a:avLst>
              <a:gd fmla="val 50003" name="adj1"/>
            </a:avLst>
          </a:prstGeom>
          <a:noFill/>
          <a:ln cap="flat" cmpd="sng" w="19050">
            <a:solidFill>
              <a:schemeClr val="accent4"/>
            </a:solidFill>
            <a:prstDash val="solid"/>
            <a:miter lim="8000"/>
            <a:headEnd len="sm" w="sm" type="none"/>
            <a:tailEnd len="sm" w="sm" type="none"/>
          </a:ln>
        </p:spPr>
      </p:cxnSp>
      <p:cxnSp>
        <p:nvCxnSpPr>
          <p:cNvPr id="826" name="Google Shape;826;p39"/>
          <p:cNvCxnSpPr>
            <a:stCxn id="827" idx="0"/>
            <a:endCxn id="819" idx="2"/>
          </p:cNvCxnSpPr>
          <p:nvPr/>
        </p:nvCxnSpPr>
        <p:spPr>
          <a:xfrm flipH="1" rot="5400000">
            <a:off x="2465681" y="3336823"/>
            <a:ext cx="449700" cy="805500"/>
          </a:xfrm>
          <a:prstGeom prst="bentConnector3">
            <a:avLst>
              <a:gd fmla="val 50003" name="adj1"/>
            </a:avLst>
          </a:prstGeom>
          <a:noFill/>
          <a:ln cap="flat" cmpd="sng" w="19050">
            <a:solidFill>
              <a:schemeClr val="accent4"/>
            </a:solidFill>
            <a:prstDash val="solid"/>
            <a:miter lim="8000"/>
            <a:headEnd len="sm" w="sm" type="none"/>
            <a:tailEnd len="sm" w="sm" type="none"/>
          </a:ln>
        </p:spPr>
      </p:cxnSp>
      <p:cxnSp>
        <p:nvCxnSpPr>
          <p:cNvPr id="828" name="Google Shape;828;p39"/>
          <p:cNvCxnSpPr>
            <a:stCxn id="829" idx="0"/>
            <a:endCxn id="823" idx="2"/>
          </p:cNvCxnSpPr>
          <p:nvPr/>
        </p:nvCxnSpPr>
        <p:spPr>
          <a:xfrm rot="-5400000">
            <a:off x="4752225" y="3336823"/>
            <a:ext cx="449700" cy="805500"/>
          </a:xfrm>
          <a:prstGeom prst="bentConnector3">
            <a:avLst>
              <a:gd fmla="val 50003" name="adj1"/>
            </a:avLst>
          </a:prstGeom>
          <a:noFill/>
          <a:ln cap="flat" cmpd="sng" w="19050">
            <a:solidFill>
              <a:schemeClr val="accent4"/>
            </a:solidFill>
            <a:prstDash val="solid"/>
            <a:miter lim="8000"/>
            <a:headEnd len="sm" w="sm" type="none"/>
            <a:tailEnd len="sm" w="sm" type="none"/>
          </a:ln>
        </p:spPr>
      </p:cxnSp>
      <p:cxnSp>
        <p:nvCxnSpPr>
          <p:cNvPr id="830" name="Google Shape;830;p39"/>
          <p:cNvCxnSpPr>
            <a:stCxn id="831" idx="0"/>
            <a:endCxn id="823" idx="2"/>
          </p:cNvCxnSpPr>
          <p:nvPr/>
        </p:nvCxnSpPr>
        <p:spPr>
          <a:xfrm flipH="1" rot="5400000">
            <a:off x="5490469" y="3404173"/>
            <a:ext cx="449700" cy="670800"/>
          </a:xfrm>
          <a:prstGeom prst="bentConnector3">
            <a:avLst>
              <a:gd fmla="val 50003" name="adj1"/>
            </a:avLst>
          </a:prstGeom>
          <a:noFill/>
          <a:ln cap="flat" cmpd="sng" w="19050">
            <a:solidFill>
              <a:schemeClr val="accent4"/>
            </a:solidFill>
            <a:prstDash val="solid"/>
            <a:miter lim="8000"/>
            <a:headEnd len="sm" w="sm" type="none"/>
            <a:tailEnd len="sm" w="sm" type="none"/>
          </a:ln>
        </p:spPr>
      </p:cxnSp>
      <p:cxnSp>
        <p:nvCxnSpPr>
          <p:cNvPr id="832" name="Google Shape;832;p39"/>
          <p:cNvCxnSpPr>
            <a:stCxn id="833" idx="0"/>
            <a:endCxn id="823" idx="2"/>
          </p:cNvCxnSpPr>
          <p:nvPr/>
        </p:nvCxnSpPr>
        <p:spPr>
          <a:xfrm flipH="1" rot="5400000">
            <a:off x="6228712" y="2666023"/>
            <a:ext cx="449700" cy="2147100"/>
          </a:xfrm>
          <a:prstGeom prst="bentConnector3">
            <a:avLst>
              <a:gd fmla="val 50003" name="adj1"/>
            </a:avLst>
          </a:prstGeom>
          <a:noFill/>
          <a:ln cap="flat" cmpd="sng" w="19050">
            <a:solidFill>
              <a:schemeClr val="accent4"/>
            </a:solidFill>
            <a:prstDash val="solid"/>
            <a:miter lim="8000"/>
            <a:headEnd len="sm" w="sm" type="none"/>
            <a:tailEnd len="sm" w="sm" type="none"/>
          </a:ln>
        </p:spPr>
      </p:cxnSp>
      <p:sp>
        <p:nvSpPr>
          <p:cNvPr id="812" name="Google Shape;812;p39"/>
          <p:cNvSpPr txBox="1"/>
          <p:nvPr/>
        </p:nvSpPr>
        <p:spPr>
          <a:xfrm>
            <a:off x="3899338" y="1306400"/>
            <a:ext cx="1345500" cy="449100"/>
          </a:xfrm>
          <a:prstGeom prst="rect">
            <a:avLst/>
          </a:prstGeom>
          <a:solidFill>
            <a:schemeClr val="dk1"/>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accent5"/>
                </a:solidFill>
                <a:latin typeface="Open Sans"/>
                <a:ea typeface="Open Sans"/>
                <a:cs typeface="Open Sans"/>
                <a:sym typeface="Open Sans"/>
              </a:rPr>
              <a:t>Jane Doe</a:t>
            </a:r>
            <a:endParaRPr b="1" sz="1000">
              <a:solidFill>
                <a:schemeClr val="accent5"/>
              </a:solidFill>
              <a:latin typeface="Open Sans"/>
              <a:ea typeface="Open Sans"/>
              <a:cs typeface="Open Sans"/>
              <a:sym typeface="Open Sans"/>
            </a:endParaRPr>
          </a:p>
          <a:p>
            <a:pPr indent="0" lvl="0" marL="0" rtl="0" algn="ctr">
              <a:spcBef>
                <a:spcPts val="0"/>
              </a:spcBef>
              <a:spcAft>
                <a:spcPts val="0"/>
              </a:spcAft>
              <a:buNone/>
            </a:pPr>
            <a:r>
              <a:rPr lang="en" sz="1000">
                <a:solidFill>
                  <a:schemeClr val="accent5"/>
                </a:solidFill>
                <a:latin typeface="Open Sans"/>
                <a:ea typeface="Open Sans"/>
                <a:cs typeface="Open Sans"/>
                <a:sym typeface="Open Sans"/>
              </a:rPr>
              <a:t>CEO</a:t>
            </a:r>
            <a:endParaRPr sz="1000">
              <a:solidFill>
                <a:schemeClr val="accent5"/>
              </a:solidFill>
              <a:latin typeface="Open Sans"/>
              <a:ea typeface="Open Sans"/>
              <a:cs typeface="Open Sans"/>
              <a:sym typeface="Open Sans"/>
            </a:endParaRPr>
          </a:p>
        </p:txBody>
      </p:sp>
      <p:sp>
        <p:nvSpPr>
          <p:cNvPr id="815" name="Google Shape;815;p39"/>
          <p:cNvSpPr txBox="1"/>
          <p:nvPr/>
        </p:nvSpPr>
        <p:spPr>
          <a:xfrm>
            <a:off x="2354288" y="2166777"/>
            <a:ext cx="1343400" cy="4491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John Smith</a:t>
            </a:r>
            <a:endParaRPr b="1" sz="1000">
              <a:solidFill>
                <a:schemeClr val="dk1"/>
              </a:solidFill>
              <a:latin typeface="Barlow"/>
              <a:ea typeface="Barlow"/>
              <a:cs typeface="Barlow"/>
              <a:sym typeface="Barlow"/>
            </a:endParaRPr>
          </a:p>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Department Head</a:t>
            </a:r>
            <a:endParaRPr sz="1000">
              <a:solidFill>
                <a:schemeClr val="dk1"/>
              </a:solidFill>
              <a:latin typeface="Barlow Medium"/>
              <a:ea typeface="Barlow Medium"/>
              <a:cs typeface="Barlow Medium"/>
              <a:sym typeface="Barlow Medium"/>
            </a:endParaRPr>
          </a:p>
        </p:txBody>
      </p:sp>
      <p:sp>
        <p:nvSpPr>
          <p:cNvPr id="813" name="Google Shape;813;p39"/>
          <p:cNvSpPr txBox="1"/>
          <p:nvPr/>
        </p:nvSpPr>
        <p:spPr>
          <a:xfrm>
            <a:off x="5446462" y="2166777"/>
            <a:ext cx="1343400" cy="4491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Maya Willson</a:t>
            </a:r>
            <a:endParaRPr b="1" sz="1000">
              <a:solidFill>
                <a:schemeClr val="dk1"/>
              </a:solidFill>
              <a:latin typeface="Barlow"/>
              <a:ea typeface="Barlow"/>
              <a:cs typeface="Barlow"/>
              <a:sym typeface="Barlow"/>
            </a:endParaRPr>
          </a:p>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Department Head</a:t>
            </a:r>
            <a:endParaRPr sz="1000">
              <a:solidFill>
                <a:schemeClr val="dk1"/>
              </a:solidFill>
              <a:latin typeface="Barlow Medium"/>
              <a:ea typeface="Barlow Medium"/>
              <a:cs typeface="Barlow Medium"/>
              <a:sym typeface="Barlow Medium"/>
            </a:endParaRPr>
          </a:p>
        </p:txBody>
      </p:sp>
      <p:sp>
        <p:nvSpPr>
          <p:cNvPr id="821" name="Google Shape;821;p39"/>
          <p:cNvSpPr txBox="1"/>
          <p:nvPr/>
        </p:nvSpPr>
        <p:spPr>
          <a:xfrm>
            <a:off x="6267986" y="3065600"/>
            <a:ext cx="1176600" cy="4491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Steven Ander</a:t>
            </a:r>
            <a:endParaRPr b="1" sz="1000">
              <a:solidFill>
                <a:schemeClr val="dk1"/>
              </a:solidFill>
              <a:latin typeface="Barlow"/>
              <a:ea typeface="Barlow"/>
              <a:cs typeface="Barlow"/>
              <a:sym typeface="Barlow"/>
            </a:endParaRPr>
          </a:p>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Manager</a:t>
            </a:r>
            <a:endParaRPr sz="1000">
              <a:solidFill>
                <a:schemeClr val="dk1"/>
              </a:solidFill>
              <a:latin typeface="Barlow Medium"/>
              <a:ea typeface="Barlow Medium"/>
              <a:cs typeface="Barlow Medium"/>
              <a:sym typeface="Barlow Medium"/>
            </a:endParaRPr>
          </a:p>
        </p:txBody>
      </p:sp>
      <p:sp>
        <p:nvSpPr>
          <p:cNvPr id="823" name="Google Shape;823;p39"/>
          <p:cNvSpPr txBox="1"/>
          <p:nvPr/>
        </p:nvSpPr>
        <p:spPr>
          <a:xfrm>
            <a:off x="4791590" y="3065600"/>
            <a:ext cx="1176600" cy="4491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Sarah Williams</a:t>
            </a:r>
            <a:endParaRPr b="1" sz="1000">
              <a:solidFill>
                <a:schemeClr val="dk1"/>
              </a:solidFill>
              <a:latin typeface="Barlow"/>
              <a:ea typeface="Barlow"/>
              <a:cs typeface="Barlow"/>
              <a:sym typeface="Barlow"/>
            </a:endParaRPr>
          </a:p>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Manager</a:t>
            </a:r>
            <a:endParaRPr sz="1000">
              <a:solidFill>
                <a:schemeClr val="dk1"/>
              </a:solidFill>
              <a:latin typeface="Barlow Medium"/>
              <a:ea typeface="Barlow Medium"/>
              <a:cs typeface="Barlow Medium"/>
              <a:sym typeface="Barlow Medium"/>
            </a:endParaRPr>
          </a:p>
        </p:txBody>
      </p:sp>
      <p:sp>
        <p:nvSpPr>
          <p:cNvPr id="817" name="Google Shape;817;p39"/>
          <p:cNvSpPr txBox="1"/>
          <p:nvPr/>
        </p:nvSpPr>
        <p:spPr>
          <a:xfrm>
            <a:off x="3175808" y="3065600"/>
            <a:ext cx="1176600" cy="4491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Richard Taylor</a:t>
            </a:r>
            <a:endParaRPr b="1" sz="1000">
              <a:solidFill>
                <a:schemeClr val="dk1"/>
              </a:solidFill>
              <a:latin typeface="Barlow"/>
              <a:ea typeface="Barlow"/>
              <a:cs typeface="Barlow"/>
              <a:sym typeface="Barlow"/>
            </a:endParaRPr>
          </a:p>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Manager</a:t>
            </a:r>
            <a:endParaRPr sz="1000">
              <a:solidFill>
                <a:schemeClr val="dk1"/>
              </a:solidFill>
              <a:latin typeface="Barlow Medium"/>
              <a:ea typeface="Barlow Medium"/>
              <a:cs typeface="Barlow Medium"/>
              <a:sym typeface="Barlow Medium"/>
            </a:endParaRPr>
          </a:p>
        </p:txBody>
      </p:sp>
      <p:sp>
        <p:nvSpPr>
          <p:cNvPr id="819" name="Google Shape;819;p39"/>
          <p:cNvSpPr txBox="1"/>
          <p:nvPr/>
        </p:nvSpPr>
        <p:spPr>
          <a:xfrm>
            <a:off x="1699413" y="3065600"/>
            <a:ext cx="1176600" cy="4491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Emma Miller</a:t>
            </a:r>
            <a:endParaRPr b="1" sz="1000">
              <a:solidFill>
                <a:schemeClr val="dk1"/>
              </a:solidFill>
              <a:latin typeface="Barlow"/>
              <a:ea typeface="Barlow"/>
              <a:cs typeface="Barlow"/>
              <a:sym typeface="Barlow"/>
            </a:endParaRPr>
          </a:p>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Manager</a:t>
            </a:r>
            <a:endParaRPr sz="1000">
              <a:solidFill>
                <a:schemeClr val="dk1"/>
              </a:solidFill>
              <a:latin typeface="Barlow Medium"/>
              <a:ea typeface="Barlow Medium"/>
              <a:cs typeface="Barlow Medium"/>
              <a:sym typeface="Barlow Medium"/>
            </a:endParaRPr>
          </a:p>
        </p:txBody>
      </p:sp>
      <p:sp>
        <p:nvSpPr>
          <p:cNvPr id="831" name="Google Shape;831;p39"/>
          <p:cNvSpPr txBox="1"/>
          <p:nvPr/>
        </p:nvSpPr>
        <p:spPr>
          <a:xfrm>
            <a:off x="5462419" y="3964423"/>
            <a:ext cx="1176600" cy="4491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William Young</a:t>
            </a:r>
            <a:endParaRPr b="1" sz="1000">
              <a:solidFill>
                <a:schemeClr val="dk1"/>
              </a:solidFill>
              <a:latin typeface="Barlow"/>
              <a:ea typeface="Barlow"/>
              <a:cs typeface="Barlow"/>
              <a:sym typeface="Barlow"/>
            </a:endParaRPr>
          </a:p>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Employee</a:t>
            </a:r>
            <a:endParaRPr sz="1000">
              <a:solidFill>
                <a:schemeClr val="dk1"/>
              </a:solidFill>
              <a:latin typeface="Barlow Medium"/>
              <a:ea typeface="Barlow Medium"/>
              <a:cs typeface="Barlow Medium"/>
              <a:sym typeface="Barlow Medium"/>
            </a:endParaRPr>
          </a:p>
        </p:txBody>
      </p:sp>
      <p:sp>
        <p:nvSpPr>
          <p:cNvPr id="829" name="Google Shape;829;p39"/>
          <p:cNvSpPr txBox="1"/>
          <p:nvPr/>
        </p:nvSpPr>
        <p:spPr>
          <a:xfrm>
            <a:off x="3986025" y="3964423"/>
            <a:ext cx="1176600" cy="4491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James Scott</a:t>
            </a:r>
            <a:endParaRPr b="1" sz="1000">
              <a:solidFill>
                <a:schemeClr val="dk1"/>
              </a:solidFill>
              <a:latin typeface="Barlow"/>
              <a:ea typeface="Barlow"/>
              <a:cs typeface="Barlow"/>
              <a:sym typeface="Barlow"/>
            </a:endParaRPr>
          </a:p>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Employee</a:t>
            </a:r>
            <a:endParaRPr sz="1000">
              <a:solidFill>
                <a:schemeClr val="dk1"/>
              </a:solidFill>
              <a:latin typeface="Barlow Medium"/>
              <a:ea typeface="Barlow Medium"/>
              <a:cs typeface="Barlow Medium"/>
              <a:sym typeface="Barlow Medium"/>
            </a:endParaRPr>
          </a:p>
        </p:txBody>
      </p:sp>
      <p:sp>
        <p:nvSpPr>
          <p:cNvPr id="827" name="Google Shape;827;p39"/>
          <p:cNvSpPr txBox="1"/>
          <p:nvPr/>
        </p:nvSpPr>
        <p:spPr>
          <a:xfrm>
            <a:off x="2504981" y="3964423"/>
            <a:ext cx="1176600" cy="4491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Michelle García</a:t>
            </a:r>
            <a:endParaRPr b="1" sz="1000">
              <a:solidFill>
                <a:schemeClr val="dk1"/>
              </a:solidFill>
              <a:latin typeface="Barlow"/>
              <a:ea typeface="Barlow"/>
              <a:cs typeface="Barlow"/>
              <a:sym typeface="Barlow"/>
            </a:endParaRPr>
          </a:p>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Employee</a:t>
            </a:r>
            <a:endParaRPr sz="1000">
              <a:solidFill>
                <a:schemeClr val="dk1"/>
              </a:solidFill>
              <a:latin typeface="Barlow Medium"/>
              <a:ea typeface="Barlow Medium"/>
              <a:cs typeface="Barlow Medium"/>
              <a:sym typeface="Barlow Medium"/>
            </a:endParaRPr>
          </a:p>
        </p:txBody>
      </p:sp>
      <p:sp>
        <p:nvSpPr>
          <p:cNvPr id="825" name="Google Shape;825;p39"/>
          <p:cNvSpPr txBox="1"/>
          <p:nvPr/>
        </p:nvSpPr>
        <p:spPr>
          <a:xfrm>
            <a:off x="1028588" y="3964423"/>
            <a:ext cx="1176600" cy="4491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Brian Clark</a:t>
            </a:r>
            <a:endParaRPr b="1" sz="1000">
              <a:solidFill>
                <a:schemeClr val="dk1"/>
              </a:solidFill>
              <a:latin typeface="Barlow"/>
              <a:ea typeface="Barlow"/>
              <a:cs typeface="Barlow"/>
              <a:sym typeface="Barlow"/>
            </a:endParaRPr>
          </a:p>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Employee</a:t>
            </a:r>
            <a:endParaRPr sz="1000">
              <a:solidFill>
                <a:schemeClr val="dk1"/>
              </a:solidFill>
              <a:latin typeface="Barlow Medium"/>
              <a:ea typeface="Barlow Medium"/>
              <a:cs typeface="Barlow Medium"/>
              <a:sym typeface="Barlow Medium"/>
            </a:endParaRPr>
          </a:p>
        </p:txBody>
      </p:sp>
      <p:sp>
        <p:nvSpPr>
          <p:cNvPr id="833" name="Google Shape;833;p39"/>
          <p:cNvSpPr txBox="1"/>
          <p:nvPr/>
        </p:nvSpPr>
        <p:spPr>
          <a:xfrm>
            <a:off x="6938812" y="3964423"/>
            <a:ext cx="1176600" cy="4491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Alan Turner</a:t>
            </a:r>
            <a:endParaRPr b="1" sz="1000">
              <a:solidFill>
                <a:schemeClr val="dk1"/>
              </a:solidFill>
              <a:latin typeface="Barlow"/>
              <a:ea typeface="Barlow"/>
              <a:cs typeface="Barlow"/>
              <a:sym typeface="Barlow"/>
            </a:endParaRPr>
          </a:p>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Employee</a:t>
            </a:r>
            <a:endParaRPr sz="1000">
              <a:solidFill>
                <a:schemeClr val="dk1"/>
              </a:solidFill>
              <a:latin typeface="Barlow Medium"/>
              <a:ea typeface="Barlow Medium"/>
              <a:cs typeface="Barlow Medium"/>
              <a:sym typeface="Barlow Medium"/>
            </a:endParaRPr>
          </a:p>
        </p:txBody>
      </p:sp>
      <p:grpSp>
        <p:nvGrpSpPr>
          <p:cNvPr id="834" name="Google Shape;834;p39"/>
          <p:cNvGrpSpPr/>
          <p:nvPr/>
        </p:nvGrpSpPr>
        <p:grpSpPr>
          <a:xfrm>
            <a:off x="1738925" y="4718600"/>
            <a:ext cx="5666144" cy="116400"/>
            <a:chOff x="1738925" y="4718600"/>
            <a:chExt cx="5666144" cy="116400"/>
          </a:xfrm>
        </p:grpSpPr>
        <p:sp>
          <p:nvSpPr>
            <p:cNvPr id="835" name="Google Shape;835;p39">
              <a:hlinkClick action="ppaction://hlinksldjump" r:id="rId3"/>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36" name="Google Shape;836;p39">
              <a:hlinkClick action="ppaction://hlinksldjump" r:id="rId4"/>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37" name="Google Shape;837;p39">
              <a:hlinkClick action="ppaction://hlinksldjump" r:id="rId5"/>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38" name="Google Shape;838;p39">
              <a:hlinkClick action="ppaction://hlinksldjump" r:id="rId6"/>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39" name="Google Shape;839;p39">
              <a:hlinkClick action="ppaction://hlinksldjump" r:id="rId7"/>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40" name="Google Shape;840;p39">
              <a:hlinkClick action="ppaction://hlinksldjump" r:id="rId8"/>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41" name="Google Shape;841;p39">
              <a:hlinkClick action="ppaction://hlinksldjump" r:id="rId9"/>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42" name="Google Shape;842;p39">
              <a:hlinkClick action="ppaction://hlinksldjump" r:id="rId10"/>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43" name="Google Shape;843;p39">
              <a:hlinkClick action="ppaction://hlinksldjump" r:id="rId11"/>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44" name="Google Shape;844;p39">
              <a:hlinkClick action="ppaction://hlinksldjump" r:id="rId12"/>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45" name="Google Shape;845;p39">
              <a:hlinkClick action="ppaction://hlinksldjump" r:id="rId13"/>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46" name="Google Shape;846;p39">
              <a:hlinkClick action="ppaction://hlinksldjump" r:id="rId14"/>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47" name="Google Shape;847;p39">
              <a:hlinkClick action="ppaction://hlinksldjump" r:id="rId15"/>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48" name="Google Shape;848;p39">
              <a:hlinkClick action="ppaction://hlinksldjump" r:id="rId16"/>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49" name="Google Shape;849;p39">
              <a:hlinkClick action="ppaction://hlinksldjump" r:id="rId17"/>
            </p:cNvPr>
            <p:cNvSpPr/>
            <p:nvPr/>
          </p:nvSpPr>
          <p:spPr>
            <a:xfrm>
              <a:off x="6120302"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50" name="Google Shape;850;p39">
              <a:hlinkClick action="ppaction://hlinksldjump" r:id="rId18"/>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51" name="Google Shape;851;p39">
              <a:hlinkClick action="ppaction://hlinksldjump" r:id="rId19"/>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52" name="Google Shape;852;p39">
              <a:hlinkClick action="ppaction://hlinksldjump" r:id="rId20"/>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53" name="Google Shape;853;p39">
              <a:hlinkClick action="ppaction://hlinksldjump" r:id="rId21"/>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54" name="Google Shape;854;p39">
              <a:hlinkClick action="ppaction://hlinksldjump" r:id="rId22"/>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 name="Shape 858"/>
        <p:cNvGrpSpPr/>
        <p:nvPr/>
      </p:nvGrpSpPr>
      <p:grpSpPr>
        <a:xfrm>
          <a:off x="0" y="0"/>
          <a:ext cx="0" cy="0"/>
          <a:chOff x="0" y="0"/>
          <a:chExt cx="0" cy="0"/>
        </a:xfrm>
      </p:grpSpPr>
      <p:sp>
        <p:nvSpPr>
          <p:cNvPr id="859" name="Google Shape;859;p40"/>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size overview</a:t>
            </a:r>
            <a:endParaRPr/>
          </a:p>
        </p:txBody>
      </p:sp>
      <p:sp>
        <p:nvSpPr>
          <p:cNvPr id="860" name="Google Shape;860;p40"/>
          <p:cNvSpPr/>
          <p:nvPr/>
        </p:nvSpPr>
        <p:spPr>
          <a:xfrm>
            <a:off x="720000" y="1352757"/>
            <a:ext cx="3115200" cy="3115500"/>
          </a:xfrm>
          <a:prstGeom prst="ellipse">
            <a:avLst/>
          </a:prstGeom>
          <a:solidFill>
            <a:schemeClr val="accent3"/>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0"/>
          <p:cNvSpPr/>
          <p:nvPr/>
        </p:nvSpPr>
        <p:spPr>
          <a:xfrm>
            <a:off x="985624" y="1883987"/>
            <a:ext cx="2583900" cy="2583900"/>
          </a:xfrm>
          <a:prstGeom prst="ellipse">
            <a:avLst/>
          </a:prstGeom>
          <a:solidFill>
            <a:schemeClr val="dk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0"/>
          <p:cNvSpPr/>
          <p:nvPr/>
        </p:nvSpPr>
        <p:spPr>
          <a:xfrm>
            <a:off x="1496307" y="2905435"/>
            <a:ext cx="1562700" cy="1562700"/>
          </a:xfrm>
          <a:prstGeom prst="ellipse">
            <a:avLst/>
          </a:prstGeom>
          <a:solidFill>
            <a:schemeClr val="accent1"/>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0"/>
          <p:cNvSpPr txBox="1"/>
          <p:nvPr/>
        </p:nvSpPr>
        <p:spPr>
          <a:xfrm>
            <a:off x="1633242" y="1344200"/>
            <a:ext cx="1217400" cy="531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Darker Grotesque Black"/>
                <a:ea typeface="Darker Grotesque Black"/>
                <a:cs typeface="Darker Grotesque Black"/>
                <a:sym typeface="Darker Grotesque Black"/>
              </a:rPr>
              <a:t>$100M</a:t>
            </a:r>
            <a:endParaRPr sz="2400">
              <a:solidFill>
                <a:schemeClr val="dk1"/>
              </a:solidFill>
              <a:latin typeface="Darker Grotesque Black"/>
              <a:ea typeface="Darker Grotesque Black"/>
              <a:cs typeface="Darker Grotesque Black"/>
              <a:sym typeface="Darker Grotesque Black"/>
            </a:endParaRPr>
          </a:p>
        </p:txBody>
      </p:sp>
      <p:sp>
        <p:nvSpPr>
          <p:cNvPr id="864" name="Google Shape;864;p40"/>
          <p:cNvSpPr txBox="1"/>
          <p:nvPr/>
        </p:nvSpPr>
        <p:spPr>
          <a:xfrm>
            <a:off x="1633242" y="2189954"/>
            <a:ext cx="1217400" cy="531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Darker Grotesque Black"/>
                <a:ea typeface="Darker Grotesque Black"/>
                <a:cs typeface="Darker Grotesque Black"/>
                <a:sym typeface="Darker Grotesque Black"/>
              </a:rPr>
              <a:t>$20M</a:t>
            </a:r>
            <a:endParaRPr sz="2400">
              <a:solidFill>
                <a:schemeClr val="dk1"/>
              </a:solidFill>
              <a:latin typeface="Darker Grotesque Black"/>
              <a:ea typeface="Darker Grotesque Black"/>
              <a:cs typeface="Darker Grotesque Black"/>
              <a:sym typeface="Darker Grotesque Black"/>
            </a:endParaRPr>
          </a:p>
        </p:txBody>
      </p:sp>
      <p:sp>
        <p:nvSpPr>
          <p:cNvPr id="865" name="Google Shape;865;p40"/>
          <p:cNvSpPr txBox="1"/>
          <p:nvPr/>
        </p:nvSpPr>
        <p:spPr>
          <a:xfrm>
            <a:off x="1633242" y="3522642"/>
            <a:ext cx="1217400" cy="531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Darker Grotesque Black"/>
                <a:ea typeface="Darker Grotesque Black"/>
                <a:cs typeface="Darker Grotesque Black"/>
                <a:sym typeface="Darker Grotesque Black"/>
              </a:rPr>
              <a:t>$5M</a:t>
            </a:r>
            <a:endParaRPr sz="2400">
              <a:solidFill>
                <a:schemeClr val="dk1"/>
              </a:solidFill>
              <a:latin typeface="Darker Grotesque Black"/>
              <a:ea typeface="Darker Grotesque Black"/>
              <a:cs typeface="Darker Grotesque Black"/>
              <a:sym typeface="Darker Grotesque Black"/>
            </a:endParaRPr>
          </a:p>
        </p:txBody>
      </p:sp>
      <p:sp>
        <p:nvSpPr>
          <p:cNvPr id="866" name="Google Shape;866;p40"/>
          <p:cNvSpPr txBox="1"/>
          <p:nvPr/>
        </p:nvSpPr>
        <p:spPr>
          <a:xfrm>
            <a:off x="4204072" y="1216350"/>
            <a:ext cx="4226700" cy="460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arker Grotesque Black"/>
                <a:ea typeface="Darker Grotesque Black"/>
                <a:cs typeface="Darker Grotesque Black"/>
                <a:sym typeface="Darker Grotesque Black"/>
              </a:rPr>
              <a:t>Outer circle</a:t>
            </a:r>
            <a:endParaRPr sz="2000">
              <a:solidFill>
                <a:schemeClr val="dk1"/>
              </a:solidFill>
              <a:latin typeface="Darker Grotesque Black"/>
              <a:ea typeface="Darker Grotesque Black"/>
              <a:cs typeface="Darker Grotesque Black"/>
              <a:sym typeface="Darker Grotesque Black"/>
            </a:endParaRPr>
          </a:p>
        </p:txBody>
      </p:sp>
      <p:sp>
        <p:nvSpPr>
          <p:cNvPr id="867" name="Google Shape;867;p40"/>
          <p:cNvSpPr txBox="1"/>
          <p:nvPr/>
        </p:nvSpPr>
        <p:spPr>
          <a:xfrm>
            <a:off x="4204075" y="1596099"/>
            <a:ext cx="4226700" cy="717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Medium"/>
                <a:ea typeface="Barlow Medium"/>
                <a:cs typeface="Barlow Medium"/>
                <a:sym typeface="Barlow Medium"/>
              </a:rPr>
              <a:t>Include the total size of the market, which represents the entire potential customer base for the product or service</a:t>
            </a:r>
            <a:endParaRPr sz="1200">
              <a:solidFill>
                <a:schemeClr val="dk1"/>
              </a:solidFill>
              <a:latin typeface="Barlow Medium"/>
              <a:ea typeface="Barlow Medium"/>
              <a:cs typeface="Barlow Medium"/>
              <a:sym typeface="Barlow Medium"/>
            </a:endParaRPr>
          </a:p>
        </p:txBody>
      </p:sp>
      <p:sp>
        <p:nvSpPr>
          <p:cNvPr id="868" name="Google Shape;868;p40"/>
          <p:cNvSpPr txBox="1"/>
          <p:nvPr/>
        </p:nvSpPr>
        <p:spPr>
          <a:xfrm>
            <a:off x="4204050" y="2361803"/>
            <a:ext cx="4226700" cy="460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arker Grotesque Black"/>
                <a:ea typeface="Darker Grotesque Black"/>
                <a:cs typeface="Darker Grotesque Black"/>
                <a:sym typeface="Darker Grotesque Black"/>
              </a:rPr>
              <a:t>Middle circle</a:t>
            </a:r>
            <a:endParaRPr sz="2000">
              <a:solidFill>
                <a:schemeClr val="dk1"/>
              </a:solidFill>
              <a:latin typeface="Darker Grotesque Black"/>
              <a:ea typeface="Darker Grotesque Black"/>
              <a:cs typeface="Darker Grotesque Black"/>
              <a:sym typeface="Darker Grotesque Black"/>
            </a:endParaRPr>
          </a:p>
        </p:txBody>
      </p:sp>
      <p:sp>
        <p:nvSpPr>
          <p:cNvPr id="869" name="Google Shape;869;p40"/>
          <p:cNvSpPr txBox="1"/>
          <p:nvPr/>
        </p:nvSpPr>
        <p:spPr>
          <a:xfrm>
            <a:off x="4204050" y="2741549"/>
            <a:ext cx="4226700" cy="717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Medium"/>
                <a:ea typeface="Barlow Medium"/>
                <a:cs typeface="Barlow Medium"/>
                <a:sym typeface="Barlow Medium"/>
              </a:rPr>
              <a:t>Identify the target market for the product</a:t>
            </a:r>
            <a:r>
              <a:rPr lang="en" sz="1200">
                <a:solidFill>
                  <a:schemeClr val="dk1"/>
                </a:solidFill>
                <a:latin typeface="Barlow Medium"/>
                <a:ea typeface="Barlow Medium"/>
                <a:cs typeface="Barlow Medium"/>
                <a:sym typeface="Barlow Medium"/>
              </a:rPr>
              <a:t> or service</a:t>
            </a:r>
            <a:r>
              <a:rPr lang="en" sz="1200">
                <a:solidFill>
                  <a:schemeClr val="dk1"/>
                </a:solidFill>
                <a:latin typeface="Barlow Medium"/>
                <a:ea typeface="Barlow Medium"/>
                <a:cs typeface="Barlow Medium"/>
                <a:sym typeface="Barlow Medium"/>
              </a:rPr>
              <a:t>, which may be a subset of the total market. This could be based on factors such as demographics, geography, or specific needs</a:t>
            </a:r>
            <a:endParaRPr sz="1200">
              <a:solidFill>
                <a:schemeClr val="dk1"/>
              </a:solidFill>
              <a:latin typeface="Barlow Medium"/>
              <a:ea typeface="Barlow Medium"/>
              <a:cs typeface="Barlow Medium"/>
              <a:sym typeface="Barlow Medium"/>
            </a:endParaRPr>
          </a:p>
        </p:txBody>
      </p:sp>
      <p:sp>
        <p:nvSpPr>
          <p:cNvPr id="870" name="Google Shape;870;p40"/>
          <p:cNvSpPr txBox="1"/>
          <p:nvPr/>
        </p:nvSpPr>
        <p:spPr>
          <a:xfrm>
            <a:off x="4204057" y="3507257"/>
            <a:ext cx="4226700" cy="460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arker Grotesque Black"/>
                <a:ea typeface="Darker Grotesque Black"/>
                <a:cs typeface="Darker Grotesque Black"/>
                <a:sym typeface="Darker Grotesque Black"/>
              </a:rPr>
              <a:t>Inner circle</a:t>
            </a:r>
            <a:endParaRPr sz="2000">
              <a:solidFill>
                <a:schemeClr val="dk1"/>
              </a:solidFill>
              <a:latin typeface="Darker Grotesque Black"/>
              <a:ea typeface="Darker Grotesque Black"/>
              <a:cs typeface="Darker Grotesque Black"/>
              <a:sym typeface="Darker Grotesque Black"/>
            </a:endParaRPr>
          </a:p>
        </p:txBody>
      </p:sp>
      <p:sp>
        <p:nvSpPr>
          <p:cNvPr id="871" name="Google Shape;871;p40"/>
          <p:cNvSpPr txBox="1"/>
          <p:nvPr/>
        </p:nvSpPr>
        <p:spPr>
          <a:xfrm>
            <a:off x="4204053" y="3887004"/>
            <a:ext cx="4226700" cy="717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Medium"/>
                <a:ea typeface="Barlow Medium"/>
                <a:cs typeface="Barlow Medium"/>
                <a:sym typeface="Barlow Medium"/>
              </a:rPr>
              <a:t>Indicate the current market size, which represents the portion of the target market that the company has successfully captured</a:t>
            </a:r>
            <a:endParaRPr sz="1200">
              <a:solidFill>
                <a:schemeClr val="dk1"/>
              </a:solidFill>
              <a:latin typeface="Barlow Medium"/>
              <a:ea typeface="Barlow Medium"/>
              <a:cs typeface="Barlow Medium"/>
              <a:sym typeface="Barlow Medium"/>
            </a:endParaRPr>
          </a:p>
        </p:txBody>
      </p:sp>
      <p:grpSp>
        <p:nvGrpSpPr>
          <p:cNvPr id="872" name="Google Shape;872;p40"/>
          <p:cNvGrpSpPr/>
          <p:nvPr/>
        </p:nvGrpSpPr>
        <p:grpSpPr>
          <a:xfrm>
            <a:off x="1738925" y="4718600"/>
            <a:ext cx="5666144" cy="116400"/>
            <a:chOff x="1738925" y="4718600"/>
            <a:chExt cx="5666144" cy="116400"/>
          </a:xfrm>
        </p:grpSpPr>
        <p:sp>
          <p:nvSpPr>
            <p:cNvPr id="873" name="Google Shape;873;p40">
              <a:hlinkClick action="ppaction://hlinksldjump" r:id="rId3"/>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74" name="Google Shape;874;p40">
              <a:hlinkClick action="ppaction://hlinksldjump" r:id="rId4"/>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75" name="Google Shape;875;p40">
              <a:hlinkClick action="ppaction://hlinksldjump" r:id="rId5"/>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76" name="Google Shape;876;p40">
              <a:hlinkClick action="ppaction://hlinksldjump" r:id="rId6"/>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77" name="Google Shape;877;p40">
              <a:hlinkClick action="ppaction://hlinksldjump" r:id="rId7"/>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78" name="Google Shape;878;p40">
              <a:hlinkClick action="ppaction://hlinksldjump" r:id="rId8"/>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79" name="Google Shape;879;p40">
              <a:hlinkClick action="ppaction://hlinksldjump" r:id="rId9"/>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80" name="Google Shape;880;p40">
              <a:hlinkClick action="ppaction://hlinksldjump" r:id="rId10"/>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81" name="Google Shape;881;p40">
              <a:hlinkClick action="ppaction://hlinksldjump" r:id="rId11"/>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82" name="Google Shape;882;p40">
              <a:hlinkClick action="ppaction://hlinksldjump" r:id="rId12"/>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83" name="Google Shape;883;p40">
              <a:hlinkClick action="ppaction://hlinksldjump" r:id="rId13"/>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84" name="Google Shape;884;p40">
              <a:hlinkClick action="ppaction://hlinksldjump" r:id="rId14"/>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85" name="Google Shape;885;p40">
              <a:hlinkClick action="ppaction://hlinksldjump" r:id="rId15"/>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86" name="Google Shape;886;p40">
              <a:hlinkClick action="ppaction://hlinksldjump" r:id="rId16"/>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87" name="Google Shape;887;p40">
              <a:hlinkClick action="ppaction://hlinksldjump" r:id="rId17"/>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88" name="Google Shape;888;p40">
              <a:hlinkClick action="ppaction://hlinksldjump" r:id="rId18"/>
            </p:cNvPr>
            <p:cNvSpPr/>
            <p:nvPr/>
          </p:nvSpPr>
          <p:spPr>
            <a:xfrm>
              <a:off x="6412393"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89" name="Google Shape;889;p40">
              <a:hlinkClick action="ppaction://hlinksldjump" r:id="rId19"/>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90" name="Google Shape;890;p40">
              <a:hlinkClick action="ppaction://hlinksldjump" r:id="rId20"/>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91" name="Google Shape;891;p40">
              <a:hlinkClick action="ppaction://hlinksldjump" r:id="rId21"/>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92" name="Google Shape;892;p40">
              <a:hlinkClick action="ppaction://hlinksldjump" r:id="rId22"/>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 name="Shape 896"/>
        <p:cNvGrpSpPr/>
        <p:nvPr/>
      </p:nvGrpSpPr>
      <p:grpSpPr>
        <a:xfrm>
          <a:off x="0" y="0"/>
          <a:ext cx="0" cy="0"/>
          <a:chOff x="0" y="0"/>
          <a:chExt cx="0" cy="0"/>
        </a:xfrm>
      </p:grpSpPr>
      <p:sp>
        <p:nvSpPr>
          <p:cNvPr id="897" name="Google Shape;897;p41"/>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Roadmap infographic</a:t>
            </a:r>
            <a:endParaRPr/>
          </a:p>
        </p:txBody>
      </p:sp>
      <p:graphicFrame>
        <p:nvGraphicFramePr>
          <p:cNvPr id="898" name="Google Shape;898;p41"/>
          <p:cNvGraphicFramePr/>
          <p:nvPr/>
        </p:nvGraphicFramePr>
        <p:xfrm>
          <a:off x="726875" y="1224388"/>
          <a:ext cx="3000000" cy="3000000"/>
        </p:xfrm>
        <a:graphic>
          <a:graphicData uri="http://schemas.openxmlformats.org/drawingml/2006/table">
            <a:tbl>
              <a:tblPr>
                <a:noFill/>
                <a:tableStyleId>{5736355C-C129-4F2C-82EF-C416CB394C09}</a:tableStyleId>
              </a:tblPr>
              <a:tblGrid>
                <a:gridCol w="1361775"/>
                <a:gridCol w="2021825"/>
                <a:gridCol w="360025"/>
                <a:gridCol w="360025"/>
                <a:gridCol w="360025"/>
                <a:gridCol w="360025"/>
                <a:gridCol w="360025"/>
                <a:gridCol w="360025"/>
                <a:gridCol w="360025"/>
                <a:gridCol w="360025"/>
                <a:gridCol w="360025"/>
                <a:gridCol w="360025"/>
                <a:gridCol w="360025"/>
                <a:gridCol w="360025"/>
              </a:tblGrid>
              <a:tr h="441850">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Initiative</a:t>
                      </a:r>
                      <a:endParaRPr sz="1800">
                        <a:solidFill>
                          <a:schemeClr val="accent5"/>
                        </a:solidFill>
                        <a:latin typeface="Darker Grotesque Black"/>
                        <a:ea typeface="Darker Grotesque Black"/>
                        <a:cs typeface="Darker Grotesque Black"/>
                        <a:sym typeface="Darker Grotesque Black"/>
                      </a:endParaRPr>
                    </a:p>
                  </a:txBody>
                  <a:tcPr marT="68575" marB="6857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Objective</a:t>
                      </a:r>
                      <a:endParaRPr sz="1200">
                        <a:solidFill>
                          <a:schemeClr val="accent5"/>
                        </a:solidFill>
                        <a:latin typeface="Darker Grotesque Black"/>
                        <a:ea typeface="Darker Grotesque Black"/>
                        <a:cs typeface="Darker Grotesque Black"/>
                        <a:sym typeface="Darker Grotesque Black"/>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Jan</a:t>
                      </a:r>
                      <a:endParaRPr sz="1200">
                        <a:solidFill>
                          <a:schemeClr val="accent5"/>
                        </a:solidFill>
                        <a:latin typeface="Darker Grotesque Black"/>
                        <a:ea typeface="Darker Grotesque Black"/>
                        <a:cs typeface="Darker Grotesque Black"/>
                        <a:sym typeface="Darker Grotesque Black"/>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Feb</a:t>
                      </a:r>
                      <a:endParaRPr sz="1200">
                        <a:solidFill>
                          <a:schemeClr val="accent5"/>
                        </a:solidFill>
                        <a:latin typeface="Darker Grotesque Black"/>
                        <a:ea typeface="Darker Grotesque Black"/>
                        <a:cs typeface="Darker Grotesque Black"/>
                        <a:sym typeface="Darker Grotesque Black"/>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Mar</a:t>
                      </a:r>
                      <a:endParaRPr sz="1200">
                        <a:solidFill>
                          <a:schemeClr val="accent5"/>
                        </a:solidFill>
                        <a:latin typeface="Darker Grotesque Black"/>
                        <a:ea typeface="Darker Grotesque Black"/>
                        <a:cs typeface="Darker Grotesque Black"/>
                        <a:sym typeface="Darker Grotesque Black"/>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Clr>
                          <a:srgbClr val="000000"/>
                        </a:buClr>
                        <a:buSzPts val="1100"/>
                        <a:buFont typeface="Arial"/>
                        <a:buNone/>
                      </a:pPr>
                      <a:r>
                        <a:rPr lang="en" sz="1200">
                          <a:solidFill>
                            <a:schemeClr val="accent5"/>
                          </a:solidFill>
                          <a:latin typeface="Darker Grotesque Black"/>
                          <a:ea typeface="Darker Grotesque Black"/>
                          <a:cs typeface="Darker Grotesque Black"/>
                          <a:sym typeface="Darker Grotesque Black"/>
                        </a:rPr>
                        <a:t>Apr</a:t>
                      </a:r>
                      <a:endParaRPr sz="1200">
                        <a:solidFill>
                          <a:schemeClr val="accent5"/>
                        </a:solidFill>
                        <a:latin typeface="Darker Grotesque Black"/>
                        <a:ea typeface="Darker Grotesque Black"/>
                        <a:cs typeface="Darker Grotesque Black"/>
                        <a:sym typeface="Darker Grotesque Black"/>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May</a:t>
                      </a:r>
                      <a:endParaRPr sz="1200">
                        <a:solidFill>
                          <a:schemeClr val="accent5"/>
                        </a:solidFill>
                        <a:latin typeface="Darker Grotesque Black"/>
                        <a:ea typeface="Darker Grotesque Black"/>
                        <a:cs typeface="Darker Grotesque Black"/>
                        <a:sym typeface="Darker Grotesque Black"/>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Jun</a:t>
                      </a:r>
                      <a:endParaRPr sz="1200">
                        <a:solidFill>
                          <a:schemeClr val="accent5"/>
                        </a:solidFill>
                        <a:latin typeface="Darker Grotesque Black"/>
                        <a:ea typeface="Darker Grotesque Black"/>
                        <a:cs typeface="Darker Grotesque Black"/>
                        <a:sym typeface="Darker Grotesque Black"/>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Jul</a:t>
                      </a:r>
                      <a:endParaRPr sz="1200">
                        <a:solidFill>
                          <a:schemeClr val="accent5"/>
                        </a:solidFill>
                        <a:latin typeface="Darker Grotesque Black"/>
                        <a:ea typeface="Darker Grotesque Black"/>
                        <a:cs typeface="Darker Grotesque Black"/>
                        <a:sym typeface="Darker Grotesque Black"/>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Aug</a:t>
                      </a:r>
                      <a:endParaRPr sz="1200">
                        <a:solidFill>
                          <a:schemeClr val="accent5"/>
                        </a:solidFill>
                        <a:latin typeface="Darker Grotesque Black"/>
                        <a:ea typeface="Darker Grotesque Black"/>
                        <a:cs typeface="Darker Grotesque Black"/>
                        <a:sym typeface="Darker Grotesque Black"/>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Sep</a:t>
                      </a:r>
                      <a:endParaRPr sz="1200">
                        <a:solidFill>
                          <a:schemeClr val="accent5"/>
                        </a:solidFill>
                        <a:latin typeface="Darker Grotesque Black"/>
                        <a:ea typeface="Darker Grotesque Black"/>
                        <a:cs typeface="Darker Grotesque Black"/>
                        <a:sym typeface="Darker Grotesque Black"/>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Oct</a:t>
                      </a:r>
                      <a:endParaRPr sz="1200">
                        <a:solidFill>
                          <a:schemeClr val="accent5"/>
                        </a:solidFill>
                        <a:latin typeface="Darker Grotesque Black"/>
                        <a:ea typeface="Darker Grotesque Black"/>
                        <a:cs typeface="Darker Grotesque Black"/>
                        <a:sym typeface="Darker Grotesque Black"/>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Nov</a:t>
                      </a:r>
                      <a:endParaRPr sz="1200">
                        <a:solidFill>
                          <a:schemeClr val="accent5"/>
                        </a:solidFill>
                        <a:latin typeface="Darker Grotesque Black"/>
                        <a:ea typeface="Darker Grotesque Black"/>
                        <a:cs typeface="Darker Grotesque Black"/>
                        <a:sym typeface="Darker Grotesque Black"/>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Clr>
                          <a:srgbClr val="000000"/>
                        </a:buClr>
                        <a:buSzPts val="1100"/>
                        <a:buFont typeface="Arial"/>
                        <a:buNone/>
                      </a:pPr>
                      <a:r>
                        <a:rPr lang="en" sz="1200">
                          <a:solidFill>
                            <a:schemeClr val="accent5"/>
                          </a:solidFill>
                          <a:latin typeface="Darker Grotesque Black"/>
                          <a:ea typeface="Darker Grotesque Black"/>
                          <a:cs typeface="Darker Grotesque Black"/>
                          <a:sym typeface="Darker Grotesque Black"/>
                        </a:rPr>
                        <a:t>Dec</a:t>
                      </a:r>
                      <a:endParaRPr sz="1200">
                        <a:solidFill>
                          <a:schemeClr val="accent5"/>
                        </a:solidFill>
                        <a:latin typeface="Darker Grotesque Black"/>
                        <a:ea typeface="Darker Grotesque Black"/>
                        <a:cs typeface="Darker Grotesque Black"/>
                        <a:sym typeface="Darker Grotesque Black"/>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r>
              <a:tr h="4508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Understanding</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Analyze and understand the needs of your target audience</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4508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Conduct research</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Research existing products in the industry and analyze how successful they are</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4508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Brainstorm ideas</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Generate ideas based on user feedback and research findings</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4508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Develop a prototype</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Create a basic version of the product to show investors</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4508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Test for usability</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Put the prototype through rigorous testing processes to ensure that it meets user requirements </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4508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Analyze feedback</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Understand the opinion of the users who tried your product</a:t>
                      </a:r>
                      <a:endParaRPr sz="1000">
                        <a:solidFill>
                          <a:schemeClr val="dk1"/>
                        </a:solidFill>
                        <a:latin typeface="Barlow Medium"/>
                        <a:ea typeface="Barlow Medium"/>
                        <a:cs typeface="Barlow Medium"/>
                        <a:sym typeface="Barlow Medium"/>
                      </a:endParaRPr>
                    </a:p>
                  </a:txBody>
                  <a:tcPr marT="45700" marB="45700" marR="45700" marL="4570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000">
                        <a:solidFill>
                          <a:srgbClr val="191919"/>
                        </a:solidFill>
                        <a:latin typeface="Barlow Medium"/>
                        <a:ea typeface="Barlow Medium"/>
                        <a:cs typeface="Barlow Medium"/>
                        <a:sym typeface="Barlow Medium"/>
                      </a:endParaRPr>
                    </a:p>
                  </a:txBody>
                  <a:tcPr marT="0" marB="0" marR="0" marL="0"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accent3"/>
                    </a:solidFill>
                  </a:tcPr>
                </a:tc>
              </a:tr>
            </a:tbl>
          </a:graphicData>
        </a:graphic>
      </p:graphicFrame>
      <p:grpSp>
        <p:nvGrpSpPr>
          <p:cNvPr id="899" name="Google Shape;899;p41"/>
          <p:cNvGrpSpPr/>
          <p:nvPr/>
        </p:nvGrpSpPr>
        <p:grpSpPr>
          <a:xfrm>
            <a:off x="1738925" y="4718600"/>
            <a:ext cx="5666144" cy="116400"/>
            <a:chOff x="1738925" y="4718600"/>
            <a:chExt cx="5666144" cy="116400"/>
          </a:xfrm>
        </p:grpSpPr>
        <p:sp>
          <p:nvSpPr>
            <p:cNvPr id="900" name="Google Shape;900;p41">
              <a:hlinkClick action="ppaction://hlinksldjump" r:id="rId3"/>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01" name="Google Shape;901;p41">
              <a:hlinkClick action="ppaction://hlinksldjump" r:id="rId4"/>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02" name="Google Shape;902;p41">
              <a:hlinkClick action="ppaction://hlinksldjump" r:id="rId5"/>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03" name="Google Shape;903;p41">
              <a:hlinkClick action="ppaction://hlinksldjump" r:id="rId6"/>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04" name="Google Shape;904;p41">
              <a:hlinkClick action="ppaction://hlinksldjump" r:id="rId7"/>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05" name="Google Shape;905;p41">
              <a:hlinkClick action="ppaction://hlinksldjump" r:id="rId8"/>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06" name="Google Shape;906;p41">
              <a:hlinkClick action="ppaction://hlinksldjump" r:id="rId9"/>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07" name="Google Shape;907;p41">
              <a:hlinkClick action="ppaction://hlinksldjump" r:id="rId10"/>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08" name="Google Shape;908;p41">
              <a:hlinkClick action="ppaction://hlinksldjump" r:id="rId11"/>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09" name="Google Shape;909;p41">
              <a:hlinkClick action="ppaction://hlinksldjump" r:id="rId12"/>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10" name="Google Shape;910;p41">
              <a:hlinkClick action="ppaction://hlinksldjump" r:id="rId13"/>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11" name="Google Shape;911;p41">
              <a:hlinkClick action="ppaction://hlinksldjump" r:id="rId14"/>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12" name="Google Shape;912;p41">
              <a:hlinkClick action="ppaction://hlinksldjump" r:id="rId15"/>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13" name="Google Shape;913;p41">
              <a:hlinkClick action="ppaction://hlinksldjump" r:id="rId16"/>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14" name="Google Shape;914;p41">
              <a:hlinkClick action="ppaction://hlinksldjump" r:id="rId17"/>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15" name="Google Shape;915;p41">
              <a:hlinkClick action="ppaction://hlinksldjump" r:id="rId18"/>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16" name="Google Shape;916;p41">
              <a:hlinkClick action="ppaction://hlinksldjump" r:id="rId19"/>
            </p:cNvPr>
            <p:cNvSpPr/>
            <p:nvPr/>
          </p:nvSpPr>
          <p:spPr>
            <a:xfrm>
              <a:off x="6704485"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17" name="Google Shape;917;p41">
              <a:hlinkClick action="ppaction://hlinksldjump" r:id="rId20"/>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18" name="Google Shape;918;p41">
              <a:hlinkClick action="ppaction://hlinksldjump" r:id="rId21"/>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19" name="Google Shape;919;p41">
              <a:hlinkClick action="ppaction://hlinksldjump" r:id="rId22"/>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3" name="Shape 923"/>
        <p:cNvGrpSpPr/>
        <p:nvPr/>
      </p:nvGrpSpPr>
      <p:grpSpPr>
        <a:xfrm>
          <a:off x="0" y="0"/>
          <a:ext cx="0" cy="0"/>
          <a:chOff x="0" y="0"/>
          <a:chExt cx="0" cy="0"/>
        </a:xfrm>
      </p:grpSpPr>
      <p:sp>
        <p:nvSpPr>
          <p:cNvPr id="924" name="Google Shape;924;p42"/>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KPI dashboard</a:t>
            </a:r>
            <a:endParaRPr/>
          </a:p>
        </p:txBody>
      </p:sp>
      <p:graphicFrame>
        <p:nvGraphicFramePr>
          <p:cNvPr id="925" name="Google Shape;925;p42"/>
          <p:cNvGraphicFramePr/>
          <p:nvPr/>
        </p:nvGraphicFramePr>
        <p:xfrm>
          <a:off x="720000" y="1186325"/>
          <a:ext cx="3000000" cy="3000000"/>
        </p:xfrm>
        <a:graphic>
          <a:graphicData uri="http://schemas.openxmlformats.org/drawingml/2006/table">
            <a:tbl>
              <a:tblPr>
                <a:noFill/>
                <a:tableStyleId>{809BBBBC-70AD-4397-9F97-8F485A803ECE}</a:tableStyleId>
              </a:tblPr>
              <a:tblGrid>
                <a:gridCol w="961450"/>
                <a:gridCol w="826050"/>
                <a:gridCol w="826050"/>
                <a:gridCol w="826050"/>
              </a:tblGrid>
              <a:tr h="370850">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Product</a:t>
                      </a:r>
                      <a:endParaRPr sz="1200">
                        <a:solidFill>
                          <a:schemeClr val="accent5"/>
                        </a:solidFill>
                        <a:latin typeface="Darker Grotesque Black"/>
                        <a:ea typeface="Darker Grotesque Black"/>
                        <a:cs typeface="Darker Grotesque Black"/>
                        <a:sym typeface="Darker Grotesque Black"/>
                      </a:endParaRPr>
                    </a:p>
                  </a:txBody>
                  <a:tcPr marT="45700" marB="4570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Units</a:t>
                      </a:r>
                      <a:endParaRPr sz="1200">
                        <a:solidFill>
                          <a:schemeClr val="accent5"/>
                        </a:solidFill>
                        <a:latin typeface="Darker Grotesque Black"/>
                        <a:ea typeface="Darker Grotesque Black"/>
                        <a:cs typeface="Darker Grotesque Black"/>
                        <a:sym typeface="Darker Grotesque Black"/>
                      </a:endParaRPr>
                    </a:p>
                  </a:txBody>
                  <a:tcPr marT="45700" marB="4570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Revenue</a:t>
                      </a:r>
                      <a:endParaRPr sz="1200">
                        <a:solidFill>
                          <a:schemeClr val="accent5"/>
                        </a:solidFill>
                        <a:latin typeface="Darker Grotesque Black"/>
                        <a:ea typeface="Darker Grotesque Black"/>
                        <a:cs typeface="Darker Grotesque Black"/>
                        <a:sym typeface="Darker Grotesque Black"/>
                      </a:endParaRPr>
                    </a:p>
                  </a:txBody>
                  <a:tcPr marT="45700" marB="4570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200">
                          <a:solidFill>
                            <a:schemeClr val="accent5"/>
                          </a:solidFill>
                          <a:latin typeface="Darker Grotesque Black"/>
                          <a:ea typeface="Darker Grotesque Black"/>
                          <a:cs typeface="Darker Grotesque Black"/>
                          <a:sym typeface="Darker Grotesque Black"/>
                        </a:rPr>
                        <a:t>Returns</a:t>
                      </a:r>
                      <a:endParaRPr>
                        <a:solidFill>
                          <a:schemeClr val="accent5"/>
                        </a:solidFill>
                        <a:latin typeface="Darker Grotesque Black"/>
                        <a:ea typeface="Darker Grotesque Black"/>
                        <a:cs typeface="Darker Grotesque Black"/>
                        <a:sym typeface="Darker Grotesque Black"/>
                      </a:endParaRPr>
                    </a:p>
                  </a:txBody>
                  <a:tcPr marT="45700" marB="4570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solidFill>
                      <a:schemeClr val="dk1"/>
                    </a:solidFill>
                  </a:tcPr>
                </a:tc>
              </a:tr>
              <a:tr h="3687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Item 1</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500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2,000,000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40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687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Item 2</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1,000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50,750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10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687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Item 3</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250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1,500,000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300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687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Item 4</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500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2,000,000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40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687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Item 5</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1,000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50,750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10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687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Item 6</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250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1,500,000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300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687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Item 7</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500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2,000,000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40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368700">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Item 8</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1,000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50,750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10</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bl>
          </a:graphicData>
        </a:graphic>
      </p:graphicFrame>
      <p:sp>
        <p:nvSpPr>
          <p:cNvPr id="926" name="Google Shape;926;p42"/>
          <p:cNvSpPr txBox="1"/>
          <p:nvPr/>
        </p:nvSpPr>
        <p:spPr>
          <a:xfrm>
            <a:off x="4310950" y="1186325"/>
            <a:ext cx="1373100" cy="400200"/>
          </a:xfrm>
          <a:prstGeom prst="rect">
            <a:avLst/>
          </a:prstGeom>
          <a:no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Darker Grotesque Black"/>
                <a:ea typeface="Darker Grotesque Black"/>
                <a:cs typeface="Darker Grotesque Black"/>
                <a:sym typeface="Darker Grotesque Black"/>
              </a:rPr>
              <a:t>$4,000,000</a:t>
            </a:r>
            <a:endParaRPr sz="1800">
              <a:solidFill>
                <a:schemeClr val="dk1"/>
              </a:solidFill>
              <a:latin typeface="Darker Grotesque Black"/>
              <a:ea typeface="Darker Grotesque Black"/>
              <a:cs typeface="Darker Grotesque Black"/>
              <a:sym typeface="Darker Grotesque Black"/>
            </a:endParaRPr>
          </a:p>
        </p:txBody>
      </p:sp>
      <p:sp>
        <p:nvSpPr>
          <p:cNvPr id="927" name="Google Shape;927;p42"/>
          <p:cNvSpPr txBox="1"/>
          <p:nvPr/>
        </p:nvSpPr>
        <p:spPr>
          <a:xfrm>
            <a:off x="5684150" y="1186325"/>
            <a:ext cx="1373100" cy="400200"/>
          </a:xfrm>
          <a:prstGeom prst="rect">
            <a:avLst/>
          </a:prstGeom>
          <a:no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Darker Grotesque Black"/>
                <a:ea typeface="Darker Grotesque Black"/>
                <a:cs typeface="Darker Grotesque Black"/>
                <a:sym typeface="Darker Grotesque Black"/>
              </a:rPr>
              <a:t>$100,000</a:t>
            </a:r>
            <a:endParaRPr sz="1800">
              <a:solidFill>
                <a:schemeClr val="dk1"/>
              </a:solidFill>
              <a:latin typeface="Darker Grotesque Black"/>
              <a:ea typeface="Darker Grotesque Black"/>
              <a:cs typeface="Darker Grotesque Black"/>
              <a:sym typeface="Darker Grotesque Black"/>
            </a:endParaRPr>
          </a:p>
        </p:txBody>
      </p:sp>
      <p:sp>
        <p:nvSpPr>
          <p:cNvPr id="928" name="Google Shape;928;p42"/>
          <p:cNvSpPr txBox="1"/>
          <p:nvPr/>
        </p:nvSpPr>
        <p:spPr>
          <a:xfrm>
            <a:off x="7057350" y="1186325"/>
            <a:ext cx="1373100" cy="400200"/>
          </a:xfrm>
          <a:prstGeom prst="rect">
            <a:avLst/>
          </a:prstGeom>
          <a:no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Darker Grotesque Black"/>
                <a:ea typeface="Darker Grotesque Black"/>
                <a:cs typeface="Darker Grotesque Black"/>
                <a:sym typeface="Darker Grotesque Black"/>
              </a:rPr>
              <a:t>$5,000</a:t>
            </a:r>
            <a:endParaRPr sz="1800">
              <a:solidFill>
                <a:schemeClr val="dk1"/>
              </a:solidFill>
              <a:latin typeface="Darker Grotesque Black"/>
              <a:ea typeface="Darker Grotesque Black"/>
              <a:cs typeface="Darker Grotesque Black"/>
              <a:sym typeface="Darker Grotesque Black"/>
            </a:endParaRPr>
          </a:p>
        </p:txBody>
      </p:sp>
      <p:sp>
        <p:nvSpPr>
          <p:cNvPr id="929" name="Google Shape;929;p42"/>
          <p:cNvSpPr txBox="1"/>
          <p:nvPr/>
        </p:nvSpPr>
        <p:spPr>
          <a:xfrm>
            <a:off x="4310950" y="1586525"/>
            <a:ext cx="13731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Medium"/>
                <a:ea typeface="Barlow Medium"/>
                <a:cs typeface="Barlow Medium"/>
                <a:sym typeface="Barlow Medium"/>
              </a:rPr>
              <a:t>Revenue</a:t>
            </a:r>
            <a:endParaRPr sz="1200">
              <a:solidFill>
                <a:schemeClr val="dk1"/>
              </a:solidFill>
              <a:latin typeface="Barlow Medium"/>
              <a:ea typeface="Barlow Medium"/>
              <a:cs typeface="Barlow Medium"/>
              <a:sym typeface="Barlow Medium"/>
            </a:endParaRPr>
          </a:p>
        </p:txBody>
      </p:sp>
      <p:sp>
        <p:nvSpPr>
          <p:cNvPr id="930" name="Google Shape;930;p42"/>
          <p:cNvSpPr txBox="1"/>
          <p:nvPr/>
        </p:nvSpPr>
        <p:spPr>
          <a:xfrm>
            <a:off x="5684150" y="1586525"/>
            <a:ext cx="13731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Medium"/>
                <a:ea typeface="Barlow Medium"/>
                <a:cs typeface="Barlow Medium"/>
                <a:sym typeface="Barlow Medium"/>
              </a:rPr>
              <a:t>General costs</a:t>
            </a:r>
            <a:endParaRPr sz="1200">
              <a:solidFill>
                <a:schemeClr val="dk1"/>
              </a:solidFill>
              <a:latin typeface="Barlow Medium"/>
              <a:ea typeface="Barlow Medium"/>
              <a:cs typeface="Barlow Medium"/>
              <a:sym typeface="Barlow Medium"/>
            </a:endParaRPr>
          </a:p>
        </p:txBody>
      </p:sp>
      <p:sp>
        <p:nvSpPr>
          <p:cNvPr id="931" name="Google Shape;931;p42"/>
          <p:cNvSpPr txBox="1"/>
          <p:nvPr/>
        </p:nvSpPr>
        <p:spPr>
          <a:xfrm>
            <a:off x="7057350" y="1586525"/>
            <a:ext cx="13731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Medium"/>
                <a:ea typeface="Barlow Medium"/>
                <a:cs typeface="Barlow Medium"/>
                <a:sym typeface="Barlow Medium"/>
              </a:rPr>
              <a:t>Profit</a:t>
            </a:r>
            <a:endParaRPr sz="1200">
              <a:solidFill>
                <a:schemeClr val="dk1"/>
              </a:solidFill>
              <a:latin typeface="Barlow Medium"/>
              <a:ea typeface="Barlow Medium"/>
              <a:cs typeface="Barlow Medium"/>
              <a:sym typeface="Barlow Medium"/>
            </a:endParaRPr>
          </a:p>
        </p:txBody>
      </p:sp>
      <p:sp>
        <p:nvSpPr>
          <p:cNvPr id="932" name="Google Shape;932;p42"/>
          <p:cNvSpPr txBox="1"/>
          <p:nvPr/>
        </p:nvSpPr>
        <p:spPr>
          <a:xfrm>
            <a:off x="4555475" y="4138075"/>
            <a:ext cx="3696000" cy="34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Follow the link in the graph to modify its data and then paste the new one here.</a:t>
            </a:r>
            <a:r>
              <a:rPr b="1" lang="en" sz="1000">
                <a:solidFill>
                  <a:schemeClr val="dk1"/>
                </a:solidFill>
                <a:latin typeface="Barlow"/>
                <a:ea typeface="Barlow"/>
                <a:cs typeface="Barlow"/>
                <a:sym typeface="Barlow"/>
              </a:rPr>
              <a:t> </a:t>
            </a:r>
            <a:r>
              <a:rPr b="1" lang="en" sz="1000" u="sng">
                <a:solidFill>
                  <a:schemeClr val="dk1"/>
                </a:solidFill>
                <a:latin typeface="Barlow"/>
                <a:ea typeface="Barlow"/>
                <a:cs typeface="Barlow"/>
                <a:sym typeface="Barlow"/>
                <a:hlinkClick r:id="rId3">
                  <a:extLst>
                    <a:ext uri="{A12FA001-AC4F-418D-AE19-62706E023703}">
                      <ahyp:hlinkClr val="tx"/>
                    </a:ext>
                  </a:extLst>
                </a:hlinkClick>
              </a:rPr>
              <a:t>For more info, click here</a:t>
            </a:r>
            <a:endParaRPr b="1" sz="1000" u="sng">
              <a:solidFill>
                <a:schemeClr val="dk1"/>
              </a:solidFill>
              <a:latin typeface="Barlow"/>
              <a:ea typeface="Barlow"/>
              <a:cs typeface="Barlow"/>
              <a:sym typeface="Barlow"/>
            </a:endParaRPr>
          </a:p>
        </p:txBody>
      </p:sp>
      <p:pic>
        <p:nvPicPr>
          <p:cNvPr id="933" name="Google Shape;933;p42" title="Chart">
            <a:hlinkClick r:id="rId4"/>
          </p:cNvPr>
          <p:cNvPicPr preferRelativeResize="0"/>
          <p:nvPr/>
        </p:nvPicPr>
        <p:blipFill>
          <a:blip r:embed="rId5">
            <a:alphaModFix/>
          </a:blip>
          <a:stretch>
            <a:fillRect/>
          </a:stretch>
        </p:blipFill>
        <p:spPr>
          <a:xfrm>
            <a:off x="4568450" y="1884550"/>
            <a:ext cx="3604500" cy="2228799"/>
          </a:xfrm>
          <a:prstGeom prst="rect">
            <a:avLst/>
          </a:prstGeom>
          <a:noFill/>
          <a:ln>
            <a:noFill/>
          </a:ln>
        </p:spPr>
      </p:pic>
      <p:grpSp>
        <p:nvGrpSpPr>
          <p:cNvPr id="934" name="Google Shape;934;p42"/>
          <p:cNvGrpSpPr/>
          <p:nvPr/>
        </p:nvGrpSpPr>
        <p:grpSpPr>
          <a:xfrm>
            <a:off x="1738925" y="4718600"/>
            <a:ext cx="5666144" cy="116400"/>
            <a:chOff x="1738925" y="4718600"/>
            <a:chExt cx="5666144" cy="116400"/>
          </a:xfrm>
        </p:grpSpPr>
        <p:sp>
          <p:nvSpPr>
            <p:cNvPr id="935" name="Google Shape;935;p42">
              <a:hlinkClick action="ppaction://hlinksldjump" r:id="rId6"/>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36" name="Google Shape;936;p42">
              <a:hlinkClick action="ppaction://hlinksldjump" r:id="rId7"/>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37" name="Google Shape;937;p42">
              <a:hlinkClick action="ppaction://hlinksldjump" r:id="rId8"/>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38" name="Google Shape;938;p42">
              <a:hlinkClick action="ppaction://hlinksldjump" r:id="rId9"/>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39" name="Google Shape;939;p42">
              <a:hlinkClick action="ppaction://hlinksldjump" r:id="rId10"/>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40" name="Google Shape;940;p42">
              <a:hlinkClick action="ppaction://hlinksldjump" r:id="rId11"/>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41" name="Google Shape;941;p42">
              <a:hlinkClick action="ppaction://hlinksldjump" r:id="rId12"/>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42" name="Google Shape;942;p42">
              <a:hlinkClick action="ppaction://hlinksldjump" r:id="rId13"/>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43" name="Google Shape;943;p42">
              <a:hlinkClick action="ppaction://hlinksldjump" r:id="rId14"/>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44" name="Google Shape;944;p42">
              <a:hlinkClick action="ppaction://hlinksldjump" r:id="rId15"/>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45" name="Google Shape;945;p42">
              <a:hlinkClick action="ppaction://hlinksldjump" r:id="rId16"/>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46" name="Google Shape;946;p42">
              <a:hlinkClick action="ppaction://hlinksldjump" r:id="rId17"/>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47" name="Google Shape;947;p42">
              <a:hlinkClick action="ppaction://hlinksldjump" r:id="rId18"/>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48" name="Google Shape;948;p42">
              <a:hlinkClick action="ppaction://hlinksldjump" r:id="rId19"/>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49" name="Google Shape;949;p42">
              <a:hlinkClick action="ppaction://hlinksldjump" r:id="rId20"/>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50" name="Google Shape;950;p42">
              <a:hlinkClick action="ppaction://hlinksldjump" r:id="rId21"/>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51" name="Google Shape;951;p42">
              <a:hlinkClick action="ppaction://hlinksldjump" r:id="rId22"/>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52" name="Google Shape;952;p42">
              <a:hlinkClick action="ppaction://hlinksldjump" r:id="rId23"/>
            </p:cNvPr>
            <p:cNvSpPr/>
            <p:nvPr/>
          </p:nvSpPr>
          <p:spPr>
            <a:xfrm>
              <a:off x="6996577"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53" name="Google Shape;953;p42">
              <a:hlinkClick action="ppaction://hlinksldjump" r:id="rId24"/>
            </p:cNvPr>
            <p:cNvSpPr/>
            <p:nvPr/>
          </p:nvSpPr>
          <p:spPr>
            <a:xfrm>
              <a:off x="728866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54" name="Google Shape;954;p42">
              <a:hlinkClick action="ppaction://hlinksldjump" r:id="rId25"/>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 name="Shape 958"/>
        <p:cNvGrpSpPr/>
        <p:nvPr/>
      </p:nvGrpSpPr>
      <p:grpSpPr>
        <a:xfrm>
          <a:off x="0" y="0"/>
          <a:ext cx="0" cy="0"/>
          <a:chOff x="0" y="0"/>
          <a:chExt cx="0" cy="0"/>
        </a:xfrm>
      </p:grpSpPr>
      <p:sp>
        <p:nvSpPr>
          <p:cNvPr id="959" name="Google Shape;959;p43"/>
          <p:cNvSpPr txBox="1"/>
          <p:nvPr>
            <p:ph type="title"/>
          </p:nvPr>
        </p:nvSpPr>
        <p:spPr>
          <a:xfrm>
            <a:off x="2731630" y="889625"/>
            <a:ext cx="3680700" cy="105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960" name="Google Shape;960;p43"/>
          <p:cNvSpPr txBox="1"/>
          <p:nvPr>
            <p:ph idx="1" type="subTitle"/>
          </p:nvPr>
        </p:nvSpPr>
        <p:spPr>
          <a:xfrm>
            <a:off x="2731599" y="1899375"/>
            <a:ext cx="36807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latin typeface="Barlow"/>
                <a:ea typeface="Barlow"/>
                <a:cs typeface="Barlow"/>
                <a:sym typeface="Barlow"/>
              </a:rPr>
              <a:t>Do you have any questions?</a:t>
            </a:r>
            <a:endParaRPr b="1">
              <a:latin typeface="Barlow"/>
              <a:ea typeface="Barlow"/>
              <a:cs typeface="Barlow"/>
              <a:sym typeface="Barlow"/>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961" name="Google Shape;961;p43"/>
          <p:cNvSpPr txBox="1"/>
          <p:nvPr/>
        </p:nvSpPr>
        <p:spPr>
          <a:xfrm>
            <a:off x="2496150" y="4125850"/>
            <a:ext cx="4151700" cy="360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Medium"/>
                <a:ea typeface="Barlow Medium"/>
                <a:cs typeface="Barlow Medium"/>
                <a:sym typeface="Barlow Medium"/>
              </a:rPr>
              <a:t>Please keep this slide for attribution</a:t>
            </a:r>
            <a:endParaRPr sz="1200">
              <a:solidFill>
                <a:schemeClr val="dk1"/>
              </a:solidFill>
              <a:latin typeface="Barlow Medium"/>
              <a:ea typeface="Barlow Medium"/>
              <a:cs typeface="Barlow Medium"/>
              <a:sym typeface="Barlow Medium"/>
            </a:endParaRPr>
          </a:p>
        </p:txBody>
      </p:sp>
      <p:grpSp>
        <p:nvGrpSpPr>
          <p:cNvPr id="962" name="Google Shape;962;p43"/>
          <p:cNvGrpSpPr/>
          <p:nvPr/>
        </p:nvGrpSpPr>
        <p:grpSpPr>
          <a:xfrm>
            <a:off x="3582599" y="3176500"/>
            <a:ext cx="387681" cy="387661"/>
            <a:chOff x="266768" y="1721375"/>
            <a:chExt cx="397907" cy="397887"/>
          </a:xfrm>
        </p:grpSpPr>
        <p:sp>
          <p:nvSpPr>
            <p:cNvPr id="963" name="Google Shape;963;p43"/>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3"/>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43"/>
          <p:cNvGrpSpPr/>
          <p:nvPr/>
        </p:nvGrpSpPr>
        <p:grpSpPr>
          <a:xfrm>
            <a:off x="4641295" y="3176262"/>
            <a:ext cx="387661" cy="387661"/>
            <a:chOff x="1379798" y="1723250"/>
            <a:chExt cx="397887" cy="397887"/>
          </a:xfrm>
        </p:grpSpPr>
        <p:sp>
          <p:nvSpPr>
            <p:cNvPr id="966" name="Google Shape;966;p43"/>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3"/>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3"/>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3"/>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43"/>
          <p:cNvGrpSpPr/>
          <p:nvPr/>
        </p:nvGrpSpPr>
        <p:grpSpPr>
          <a:xfrm>
            <a:off x="4110255" y="3176262"/>
            <a:ext cx="387641" cy="387661"/>
            <a:chOff x="864491" y="1723250"/>
            <a:chExt cx="397866" cy="397887"/>
          </a:xfrm>
        </p:grpSpPr>
        <p:sp>
          <p:nvSpPr>
            <p:cNvPr id="971" name="Google Shape;971;p43"/>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3"/>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3"/>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 name="Google Shape;974;p43"/>
          <p:cNvGrpSpPr/>
          <p:nvPr/>
        </p:nvGrpSpPr>
        <p:grpSpPr>
          <a:xfrm>
            <a:off x="5172357" y="3175610"/>
            <a:ext cx="388966" cy="388966"/>
            <a:chOff x="1190625" y="238125"/>
            <a:chExt cx="5235075" cy="5235075"/>
          </a:xfrm>
        </p:grpSpPr>
        <p:sp>
          <p:nvSpPr>
            <p:cNvPr id="975" name="Google Shape;975;p43"/>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3"/>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43"/>
          <p:cNvGrpSpPr/>
          <p:nvPr/>
        </p:nvGrpSpPr>
        <p:grpSpPr>
          <a:xfrm>
            <a:off x="1738925" y="4718600"/>
            <a:ext cx="5666144" cy="116400"/>
            <a:chOff x="1738925" y="4718600"/>
            <a:chExt cx="5666144" cy="116400"/>
          </a:xfrm>
        </p:grpSpPr>
        <p:sp>
          <p:nvSpPr>
            <p:cNvPr id="978" name="Google Shape;978;p43">
              <a:hlinkClick action="ppaction://hlinksldjump" r:id="rId3"/>
            </p:cNvPr>
            <p:cNvSpPr/>
            <p:nvPr/>
          </p:nvSpPr>
          <p:spPr>
            <a:xfrm>
              <a:off x="203101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79" name="Google Shape;979;p43">
              <a:hlinkClick action="ppaction://hlinksldjump" r:id="rId4"/>
            </p:cNvPr>
            <p:cNvSpPr/>
            <p:nvPr/>
          </p:nvSpPr>
          <p:spPr>
            <a:xfrm>
              <a:off x="232310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80" name="Google Shape;980;p43">
              <a:hlinkClick action="ppaction://hlinksldjump" r:id="rId5"/>
            </p:cNvPr>
            <p:cNvSpPr/>
            <p:nvPr/>
          </p:nvSpPr>
          <p:spPr>
            <a:xfrm>
              <a:off x="261520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81" name="Google Shape;981;p43">
              <a:hlinkClick action="ppaction://hlinksldjump" r:id="rId6"/>
            </p:cNvPr>
            <p:cNvSpPr/>
            <p:nvPr/>
          </p:nvSpPr>
          <p:spPr>
            <a:xfrm>
              <a:off x="290729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82" name="Google Shape;982;p43">
              <a:hlinkClick action="ppaction://hlinksldjump" r:id="rId7"/>
            </p:cNvPr>
            <p:cNvSpPr/>
            <p:nvPr/>
          </p:nvSpPr>
          <p:spPr>
            <a:xfrm>
              <a:off x="319938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83" name="Google Shape;983;p43">
              <a:hlinkClick action="ppaction://hlinksldjump" r:id="rId8"/>
            </p:cNvPr>
            <p:cNvSpPr/>
            <p:nvPr/>
          </p:nvSpPr>
          <p:spPr>
            <a:xfrm>
              <a:off x="349147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84" name="Google Shape;984;p43">
              <a:hlinkClick action="ppaction://hlinksldjump" r:id="rId9"/>
            </p:cNvPr>
            <p:cNvSpPr/>
            <p:nvPr/>
          </p:nvSpPr>
          <p:spPr>
            <a:xfrm>
              <a:off x="378356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85" name="Google Shape;985;p43">
              <a:hlinkClick action="ppaction://hlinksldjump" r:id="rId10"/>
            </p:cNvPr>
            <p:cNvSpPr/>
            <p:nvPr/>
          </p:nvSpPr>
          <p:spPr>
            <a:xfrm>
              <a:off x="4075659"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86" name="Google Shape;986;p43">
              <a:hlinkClick action="ppaction://hlinksldjump" r:id="rId11"/>
            </p:cNvPr>
            <p:cNvSpPr/>
            <p:nvPr/>
          </p:nvSpPr>
          <p:spPr>
            <a:xfrm>
              <a:off x="4367751"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87" name="Google Shape;987;p43">
              <a:hlinkClick action="ppaction://hlinksldjump" r:id="rId12"/>
            </p:cNvPr>
            <p:cNvSpPr/>
            <p:nvPr/>
          </p:nvSpPr>
          <p:spPr>
            <a:xfrm>
              <a:off x="465984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88" name="Google Shape;988;p43">
              <a:hlinkClick action="ppaction://hlinksldjump" r:id="rId13"/>
            </p:cNvPr>
            <p:cNvSpPr/>
            <p:nvPr/>
          </p:nvSpPr>
          <p:spPr>
            <a:xfrm>
              <a:off x="4951934"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89" name="Google Shape;989;p43">
              <a:hlinkClick action="ppaction://hlinksldjump" r:id="rId14"/>
            </p:cNvPr>
            <p:cNvSpPr/>
            <p:nvPr/>
          </p:nvSpPr>
          <p:spPr>
            <a:xfrm>
              <a:off x="5244026"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90" name="Google Shape;990;p43">
              <a:hlinkClick action="ppaction://hlinksldjump" r:id="rId15"/>
            </p:cNvPr>
            <p:cNvSpPr/>
            <p:nvPr/>
          </p:nvSpPr>
          <p:spPr>
            <a:xfrm>
              <a:off x="5536118"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91" name="Google Shape;991;p43">
              <a:hlinkClick action="ppaction://hlinksldjump" r:id="rId16"/>
            </p:cNvPr>
            <p:cNvSpPr/>
            <p:nvPr/>
          </p:nvSpPr>
          <p:spPr>
            <a:xfrm>
              <a:off x="5828210"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92" name="Google Shape;992;p43">
              <a:hlinkClick action="ppaction://hlinksldjump" r:id="rId17"/>
            </p:cNvPr>
            <p:cNvSpPr/>
            <p:nvPr/>
          </p:nvSpPr>
          <p:spPr>
            <a:xfrm>
              <a:off x="6120302"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93" name="Google Shape;993;p43">
              <a:hlinkClick action="ppaction://hlinksldjump" r:id="rId18"/>
            </p:cNvPr>
            <p:cNvSpPr/>
            <p:nvPr/>
          </p:nvSpPr>
          <p:spPr>
            <a:xfrm>
              <a:off x="6412393"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94" name="Google Shape;994;p43">
              <a:hlinkClick action="ppaction://hlinksldjump" r:id="rId19"/>
            </p:cNvPr>
            <p:cNvSpPr/>
            <p:nvPr/>
          </p:nvSpPr>
          <p:spPr>
            <a:xfrm>
              <a:off x="670448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95" name="Google Shape;995;p43">
              <a:hlinkClick action="ppaction://hlinksldjump" r:id="rId20"/>
            </p:cNvPr>
            <p:cNvSpPr/>
            <p:nvPr/>
          </p:nvSpPr>
          <p:spPr>
            <a:xfrm>
              <a:off x="6996577"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96" name="Google Shape;996;p43">
              <a:hlinkClick action="ppaction://hlinksldjump" r:id="rId21"/>
            </p:cNvPr>
            <p:cNvSpPr/>
            <p:nvPr/>
          </p:nvSpPr>
          <p:spPr>
            <a:xfrm>
              <a:off x="7288669" y="4718600"/>
              <a:ext cx="116400" cy="116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97" name="Google Shape;997;p43">
              <a:hlinkClick action="ppaction://hlinksldjump" r:id="rId22"/>
            </p:cNvPr>
            <p:cNvSpPr/>
            <p:nvPr/>
          </p:nvSpPr>
          <p:spPr>
            <a:xfrm>
              <a:off x="1738925" y="4718600"/>
              <a:ext cx="116400" cy="1164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 name="Shape 1001"/>
        <p:cNvGrpSpPr/>
        <p:nvPr/>
      </p:nvGrpSpPr>
      <p:grpSpPr>
        <a:xfrm>
          <a:off x="0" y="0"/>
          <a:ext cx="0" cy="0"/>
          <a:chOff x="0" y="0"/>
          <a:chExt cx="0" cy="0"/>
        </a:xfrm>
      </p:grpSpPr>
      <p:sp>
        <p:nvSpPr>
          <p:cNvPr id="1002" name="Google Shape;1002;p44"/>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1003" name="Google Shape;1003;p44"/>
          <p:cNvGrpSpPr/>
          <p:nvPr/>
        </p:nvGrpSpPr>
        <p:grpSpPr>
          <a:xfrm>
            <a:off x="1350851" y="1483827"/>
            <a:ext cx="295592" cy="296300"/>
            <a:chOff x="1350851" y="1483827"/>
            <a:chExt cx="295592" cy="296300"/>
          </a:xfrm>
        </p:grpSpPr>
        <p:sp>
          <p:nvSpPr>
            <p:cNvPr id="1004" name="Google Shape;1004;p44"/>
            <p:cNvSpPr/>
            <p:nvPr/>
          </p:nvSpPr>
          <p:spPr>
            <a:xfrm>
              <a:off x="1350851" y="1640448"/>
              <a:ext cx="295592" cy="139679"/>
            </a:xfrm>
            <a:custGeom>
              <a:rect b="b" l="l" r="r" t="t"/>
              <a:pathLst>
                <a:path extrusionOk="0" h="264795" w="560364">
                  <a:moveTo>
                    <a:pt x="545783" y="100965"/>
                  </a:moveTo>
                  <a:lnTo>
                    <a:pt x="496253" y="100965"/>
                  </a:lnTo>
                  <a:lnTo>
                    <a:pt x="496253" y="50483"/>
                  </a:lnTo>
                  <a:cubicBezTo>
                    <a:pt x="496253" y="40958"/>
                    <a:pt x="488633" y="34290"/>
                    <a:pt x="480060" y="34290"/>
                  </a:cubicBezTo>
                  <a:lnTo>
                    <a:pt x="297180" y="34290"/>
                  </a:lnTo>
                  <a:lnTo>
                    <a:pt x="297180" y="0"/>
                  </a:lnTo>
                  <a:lnTo>
                    <a:pt x="263843" y="0"/>
                  </a:lnTo>
                  <a:lnTo>
                    <a:pt x="263843" y="34290"/>
                  </a:lnTo>
                  <a:lnTo>
                    <a:pt x="81915" y="34290"/>
                  </a:lnTo>
                  <a:cubicBezTo>
                    <a:pt x="72390" y="34290"/>
                    <a:pt x="65723" y="41910"/>
                    <a:pt x="65723" y="50483"/>
                  </a:cubicBezTo>
                  <a:lnTo>
                    <a:pt x="65723" y="100965"/>
                  </a:lnTo>
                  <a:lnTo>
                    <a:pt x="16193" y="100965"/>
                  </a:lnTo>
                  <a:cubicBezTo>
                    <a:pt x="6668" y="100965"/>
                    <a:pt x="0" y="108585"/>
                    <a:pt x="0" y="117158"/>
                  </a:cubicBezTo>
                  <a:lnTo>
                    <a:pt x="0" y="248603"/>
                  </a:lnTo>
                  <a:cubicBezTo>
                    <a:pt x="0" y="258128"/>
                    <a:pt x="7620" y="264795"/>
                    <a:pt x="16193" y="264795"/>
                  </a:cubicBezTo>
                  <a:lnTo>
                    <a:pt x="147638" y="264795"/>
                  </a:lnTo>
                  <a:cubicBezTo>
                    <a:pt x="157163" y="264795"/>
                    <a:pt x="163830" y="257175"/>
                    <a:pt x="163830" y="248603"/>
                  </a:cubicBezTo>
                  <a:lnTo>
                    <a:pt x="163830" y="117158"/>
                  </a:lnTo>
                  <a:cubicBezTo>
                    <a:pt x="163830" y="107633"/>
                    <a:pt x="156210" y="100965"/>
                    <a:pt x="147638" y="100965"/>
                  </a:cubicBezTo>
                  <a:lnTo>
                    <a:pt x="98108" y="100965"/>
                  </a:lnTo>
                  <a:lnTo>
                    <a:pt x="98108" y="66675"/>
                  </a:lnTo>
                  <a:lnTo>
                    <a:pt x="263843" y="66675"/>
                  </a:lnTo>
                  <a:lnTo>
                    <a:pt x="263843" y="100965"/>
                  </a:lnTo>
                  <a:lnTo>
                    <a:pt x="214313" y="100965"/>
                  </a:lnTo>
                  <a:cubicBezTo>
                    <a:pt x="204788" y="100965"/>
                    <a:pt x="198120" y="108585"/>
                    <a:pt x="198120" y="117158"/>
                  </a:cubicBezTo>
                  <a:lnTo>
                    <a:pt x="198120" y="248603"/>
                  </a:lnTo>
                  <a:cubicBezTo>
                    <a:pt x="198120" y="258128"/>
                    <a:pt x="205740" y="264795"/>
                    <a:pt x="214313" y="264795"/>
                  </a:cubicBezTo>
                  <a:lnTo>
                    <a:pt x="345758" y="264795"/>
                  </a:lnTo>
                  <a:cubicBezTo>
                    <a:pt x="355283" y="264795"/>
                    <a:pt x="361950" y="257175"/>
                    <a:pt x="361950" y="248603"/>
                  </a:cubicBezTo>
                  <a:lnTo>
                    <a:pt x="361950" y="117158"/>
                  </a:lnTo>
                  <a:cubicBezTo>
                    <a:pt x="361950" y="107633"/>
                    <a:pt x="354330" y="100965"/>
                    <a:pt x="345758" y="100965"/>
                  </a:cubicBezTo>
                  <a:lnTo>
                    <a:pt x="296228" y="100965"/>
                  </a:lnTo>
                  <a:lnTo>
                    <a:pt x="296228" y="66675"/>
                  </a:lnTo>
                  <a:lnTo>
                    <a:pt x="461963" y="66675"/>
                  </a:lnTo>
                  <a:lnTo>
                    <a:pt x="461963" y="100965"/>
                  </a:lnTo>
                  <a:lnTo>
                    <a:pt x="412433" y="100965"/>
                  </a:lnTo>
                  <a:cubicBezTo>
                    <a:pt x="402908" y="100965"/>
                    <a:pt x="396240" y="108585"/>
                    <a:pt x="396240" y="117158"/>
                  </a:cubicBezTo>
                  <a:lnTo>
                    <a:pt x="396240" y="248603"/>
                  </a:lnTo>
                  <a:cubicBezTo>
                    <a:pt x="396240" y="258128"/>
                    <a:pt x="403860" y="264795"/>
                    <a:pt x="412433" y="264795"/>
                  </a:cubicBezTo>
                  <a:lnTo>
                    <a:pt x="543878" y="264795"/>
                  </a:lnTo>
                  <a:cubicBezTo>
                    <a:pt x="553403" y="264795"/>
                    <a:pt x="560070" y="257175"/>
                    <a:pt x="560070" y="248603"/>
                  </a:cubicBezTo>
                  <a:lnTo>
                    <a:pt x="560070" y="117158"/>
                  </a:lnTo>
                  <a:cubicBezTo>
                    <a:pt x="561975" y="108585"/>
                    <a:pt x="554355" y="100965"/>
                    <a:pt x="545783" y="100965"/>
                  </a:cubicBezTo>
                  <a:lnTo>
                    <a:pt x="545783" y="10096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 name="Google Shape;1005;p44"/>
            <p:cNvSpPr/>
            <p:nvPr/>
          </p:nvSpPr>
          <p:spPr>
            <a:xfrm>
              <a:off x="1403729" y="1483827"/>
              <a:ext cx="107522" cy="34668"/>
            </a:xfrm>
            <a:custGeom>
              <a:rect b="b" l="l" r="r" t="t"/>
              <a:pathLst>
                <a:path extrusionOk="0" h="65722" w="203834">
                  <a:moveTo>
                    <a:pt x="203835" y="0"/>
                  </a:moveTo>
                  <a:lnTo>
                    <a:pt x="16192" y="0"/>
                  </a:lnTo>
                  <a:cubicBezTo>
                    <a:pt x="6667" y="0"/>
                    <a:pt x="0" y="7620"/>
                    <a:pt x="0" y="16193"/>
                  </a:cubicBezTo>
                  <a:lnTo>
                    <a:pt x="0" y="65723"/>
                  </a:lnTo>
                  <a:lnTo>
                    <a:pt x="170498" y="65723"/>
                  </a:lnTo>
                  <a:lnTo>
                    <a:pt x="203835"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 name="Google Shape;1006;p44"/>
            <p:cNvSpPr/>
            <p:nvPr/>
          </p:nvSpPr>
          <p:spPr>
            <a:xfrm>
              <a:off x="1403729" y="1483827"/>
              <a:ext cx="190929" cy="139177"/>
            </a:xfrm>
            <a:custGeom>
              <a:rect b="b" l="l" r="r" t="t"/>
              <a:pathLst>
                <a:path extrusionOk="0" h="263842" w="361950">
                  <a:moveTo>
                    <a:pt x="16192" y="263843"/>
                  </a:moveTo>
                  <a:lnTo>
                    <a:pt x="345758" y="263843"/>
                  </a:lnTo>
                  <a:cubicBezTo>
                    <a:pt x="355283" y="263843"/>
                    <a:pt x="361950" y="256223"/>
                    <a:pt x="361950" y="247650"/>
                  </a:cubicBezTo>
                  <a:lnTo>
                    <a:pt x="361950" y="16193"/>
                  </a:lnTo>
                  <a:cubicBezTo>
                    <a:pt x="361950" y="6668"/>
                    <a:pt x="354330" y="0"/>
                    <a:pt x="345758" y="0"/>
                  </a:cubicBezTo>
                  <a:lnTo>
                    <a:pt x="240983" y="0"/>
                  </a:lnTo>
                  <a:lnTo>
                    <a:pt x="195263" y="89535"/>
                  </a:lnTo>
                  <a:cubicBezTo>
                    <a:pt x="192405" y="95250"/>
                    <a:pt x="186690" y="99060"/>
                    <a:pt x="180975" y="99060"/>
                  </a:cubicBezTo>
                  <a:lnTo>
                    <a:pt x="0" y="99060"/>
                  </a:lnTo>
                  <a:lnTo>
                    <a:pt x="0" y="247650"/>
                  </a:lnTo>
                  <a:cubicBezTo>
                    <a:pt x="0" y="256223"/>
                    <a:pt x="7620" y="263843"/>
                    <a:pt x="16192" y="263843"/>
                  </a:cubicBezTo>
                  <a:lnTo>
                    <a:pt x="16192" y="263843"/>
                  </a:lnTo>
                  <a:close/>
                  <a:moveTo>
                    <a:pt x="81915" y="131445"/>
                  </a:moveTo>
                  <a:lnTo>
                    <a:pt x="279083" y="131445"/>
                  </a:lnTo>
                  <a:cubicBezTo>
                    <a:pt x="288608" y="131445"/>
                    <a:pt x="295275" y="139065"/>
                    <a:pt x="295275" y="147638"/>
                  </a:cubicBezTo>
                  <a:cubicBezTo>
                    <a:pt x="295275" y="156210"/>
                    <a:pt x="287655" y="163830"/>
                    <a:pt x="279083" y="163830"/>
                  </a:cubicBezTo>
                  <a:lnTo>
                    <a:pt x="81915" y="163830"/>
                  </a:lnTo>
                  <a:cubicBezTo>
                    <a:pt x="72390" y="163830"/>
                    <a:pt x="65723" y="156210"/>
                    <a:pt x="65723" y="147638"/>
                  </a:cubicBezTo>
                  <a:cubicBezTo>
                    <a:pt x="65723" y="139065"/>
                    <a:pt x="73343" y="131445"/>
                    <a:pt x="81915" y="131445"/>
                  </a:cubicBezTo>
                  <a:lnTo>
                    <a:pt x="81915" y="13144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7" name="Google Shape;1007;p44"/>
          <p:cNvGrpSpPr/>
          <p:nvPr/>
        </p:nvGrpSpPr>
        <p:grpSpPr>
          <a:xfrm>
            <a:off x="2036763" y="1484204"/>
            <a:ext cx="295437" cy="295562"/>
            <a:chOff x="2036763" y="1484204"/>
            <a:chExt cx="295437" cy="295562"/>
          </a:xfrm>
        </p:grpSpPr>
        <p:sp>
          <p:nvSpPr>
            <p:cNvPr id="1008" name="Google Shape;1008;p44"/>
            <p:cNvSpPr/>
            <p:nvPr/>
          </p:nvSpPr>
          <p:spPr>
            <a:xfrm>
              <a:off x="2105757" y="1553828"/>
              <a:ext cx="156762" cy="156762"/>
            </a:xfrm>
            <a:custGeom>
              <a:rect b="b" l="l" r="r" t="t"/>
              <a:pathLst>
                <a:path extrusionOk="0" h="297179" w="297180">
                  <a:moveTo>
                    <a:pt x="148590" y="0"/>
                  </a:moveTo>
                  <a:cubicBezTo>
                    <a:pt x="66675" y="0"/>
                    <a:pt x="0" y="66675"/>
                    <a:pt x="0" y="148590"/>
                  </a:cubicBezTo>
                  <a:cubicBezTo>
                    <a:pt x="0" y="230505"/>
                    <a:pt x="66675" y="297180"/>
                    <a:pt x="148590" y="297180"/>
                  </a:cubicBezTo>
                  <a:cubicBezTo>
                    <a:pt x="230505" y="297180"/>
                    <a:pt x="297180" y="230505"/>
                    <a:pt x="297180" y="148590"/>
                  </a:cubicBezTo>
                  <a:cubicBezTo>
                    <a:pt x="297180" y="66675"/>
                    <a:pt x="230505" y="0"/>
                    <a:pt x="148590" y="0"/>
                  </a:cubicBezTo>
                  <a:lnTo>
                    <a:pt x="148590" y="0"/>
                  </a:lnTo>
                  <a:close/>
                  <a:moveTo>
                    <a:pt x="110490" y="186690"/>
                  </a:moveTo>
                  <a:cubicBezTo>
                    <a:pt x="117158" y="193358"/>
                    <a:pt x="117158" y="203835"/>
                    <a:pt x="110490" y="209550"/>
                  </a:cubicBezTo>
                  <a:cubicBezTo>
                    <a:pt x="103823" y="216217"/>
                    <a:pt x="93345" y="216217"/>
                    <a:pt x="87630" y="209550"/>
                  </a:cubicBezTo>
                  <a:lnTo>
                    <a:pt x="38100" y="160020"/>
                  </a:lnTo>
                  <a:cubicBezTo>
                    <a:pt x="31433" y="153353"/>
                    <a:pt x="31433" y="142875"/>
                    <a:pt x="38100" y="137160"/>
                  </a:cubicBezTo>
                  <a:lnTo>
                    <a:pt x="87630" y="87630"/>
                  </a:lnTo>
                  <a:cubicBezTo>
                    <a:pt x="94298" y="80963"/>
                    <a:pt x="104775" y="80963"/>
                    <a:pt x="110490" y="87630"/>
                  </a:cubicBezTo>
                  <a:cubicBezTo>
                    <a:pt x="117158" y="94298"/>
                    <a:pt x="117158" y="104775"/>
                    <a:pt x="110490" y="110490"/>
                  </a:cubicBezTo>
                  <a:lnTo>
                    <a:pt x="72390" y="148590"/>
                  </a:lnTo>
                  <a:lnTo>
                    <a:pt x="110490" y="186690"/>
                  </a:lnTo>
                  <a:close/>
                  <a:moveTo>
                    <a:pt x="155258" y="232410"/>
                  </a:moveTo>
                  <a:cubicBezTo>
                    <a:pt x="154305" y="240983"/>
                    <a:pt x="145733" y="247650"/>
                    <a:pt x="137160" y="246698"/>
                  </a:cubicBezTo>
                  <a:cubicBezTo>
                    <a:pt x="128588" y="245745"/>
                    <a:pt x="121920" y="237173"/>
                    <a:pt x="122873" y="228600"/>
                  </a:cubicBezTo>
                  <a:lnTo>
                    <a:pt x="142875" y="63818"/>
                  </a:lnTo>
                  <a:cubicBezTo>
                    <a:pt x="143828" y="55245"/>
                    <a:pt x="151448" y="48578"/>
                    <a:pt x="160973" y="49530"/>
                  </a:cubicBezTo>
                  <a:cubicBezTo>
                    <a:pt x="169545" y="50483"/>
                    <a:pt x="176213" y="59055"/>
                    <a:pt x="175260" y="67628"/>
                  </a:cubicBezTo>
                  <a:lnTo>
                    <a:pt x="155258" y="232410"/>
                  </a:lnTo>
                  <a:close/>
                  <a:moveTo>
                    <a:pt x="259080" y="160020"/>
                  </a:moveTo>
                  <a:lnTo>
                    <a:pt x="209550" y="209550"/>
                  </a:lnTo>
                  <a:cubicBezTo>
                    <a:pt x="202883" y="216217"/>
                    <a:pt x="192405" y="216217"/>
                    <a:pt x="186690" y="209550"/>
                  </a:cubicBezTo>
                  <a:cubicBezTo>
                    <a:pt x="180023" y="202883"/>
                    <a:pt x="180023" y="192405"/>
                    <a:pt x="186690" y="186690"/>
                  </a:cubicBezTo>
                  <a:lnTo>
                    <a:pt x="224790" y="148590"/>
                  </a:lnTo>
                  <a:lnTo>
                    <a:pt x="186690" y="110490"/>
                  </a:lnTo>
                  <a:cubicBezTo>
                    <a:pt x="180023" y="103823"/>
                    <a:pt x="180023" y="93345"/>
                    <a:pt x="186690" y="87630"/>
                  </a:cubicBezTo>
                  <a:cubicBezTo>
                    <a:pt x="193358" y="80963"/>
                    <a:pt x="203835" y="80963"/>
                    <a:pt x="209550" y="87630"/>
                  </a:cubicBezTo>
                  <a:lnTo>
                    <a:pt x="259080" y="137160"/>
                  </a:lnTo>
                  <a:cubicBezTo>
                    <a:pt x="265748" y="143828"/>
                    <a:pt x="265748" y="153353"/>
                    <a:pt x="259080" y="160020"/>
                  </a:cubicBezTo>
                  <a:lnTo>
                    <a:pt x="259080" y="16002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9" name="Google Shape;1009;p44"/>
            <p:cNvSpPr/>
            <p:nvPr/>
          </p:nvSpPr>
          <p:spPr>
            <a:xfrm>
              <a:off x="2036763" y="1484204"/>
              <a:ext cx="295437" cy="295562"/>
            </a:xfrm>
            <a:custGeom>
              <a:rect b="b" l="l" r="r" t="t"/>
              <a:pathLst>
                <a:path extrusionOk="0" h="560308" w="560070">
                  <a:moveTo>
                    <a:pt x="555308" y="227886"/>
                  </a:moveTo>
                  <a:cubicBezTo>
                    <a:pt x="554355" y="221218"/>
                    <a:pt x="549593" y="216456"/>
                    <a:pt x="542925" y="214551"/>
                  </a:cubicBezTo>
                  <a:cubicBezTo>
                    <a:pt x="527685" y="210741"/>
                    <a:pt x="513398" y="200263"/>
                    <a:pt x="507683" y="185976"/>
                  </a:cubicBezTo>
                  <a:cubicBezTo>
                    <a:pt x="501967" y="171688"/>
                    <a:pt x="502920" y="154543"/>
                    <a:pt x="511492" y="141208"/>
                  </a:cubicBezTo>
                  <a:cubicBezTo>
                    <a:pt x="515303" y="135493"/>
                    <a:pt x="514350" y="128826"/>
                    <a:pt x="511492" y="123111"/>
                  </a:cubicBezTo>
                  <a:cubicBezTo>
                    <a:pt x="491490" y="93583"/>
                    <a:pt x="466725" y="68818"/>
                    <a:pt x="437198" y="48816"/>
                  </a:cubicBezTo>
                  <a:cubicBezTo>
                    <a:pt x="431483" y="45006"/>
                    <a:pt x="424815" y="45006"/>
                    <a:pt x="419100" y="48816"/>
                  </a:cubicBezTo>
                  <a:cubicBezTo>
                    <a:pt x="405765" y="57388"/>
                    <a:pt x="388620" y="58341"/>
                    <a:pt x="374333" y="52626"/>
                  </a:cubicBezTo>
                  <a:cubicBezTo>
                    <a:pt x="360045" y="46911"/>
                    <a:pt x="349567" y="32623"/>
                    <a:pt x="345758" y="17383"/>
                  </a:cubicBezTo>
                  <a:cubicBezTo>
                    <a:pt x="343853" y="10716"/>
                    <a:pt x="339090" y="5953"/>
                    <a:pt x="332423" y="5001"/>
                  </a:cubicBezTo>
                  <a:cubicBezTo>
                    <a:pt x="297180" y="-1667"/>
                    <a:pt x="262890" y="-1667"/>
                    <a:pt x="227648" y="5001"/>
                  </a:cubicBezTo>
                  <a:cubicBezTo>
                    <a:pt x="220980" y="5953"/>
                    <a:pt x="216217" y="10716"/>
                    <a:pt x="214313" y="17383"/>
                  </a:cubicBezTo>
                  <a:cubicBezTo>
                    <a:pt x="210503" y="32623"/>
                    <a:pt x="200025" y="46911"/>
                    <a:pt x="185738" y="52626"/>
                  </a:cubicBezTo>
                  <a:cubicBezTo>
                    <a:pt x="171450" y="58341"/>
                    <a:pt x="154305" y="57388"/>
                    <a:pt x="140970" y="48816"/>
                  </a:cubicBezTo>
                  <a:cubicBezTo>
                    <a:pt x="135255" y="45006"/>
                    <a:pt x="128588" y="45958"/>
                    <a:pt x="122873" y="48816"/>
                  </a:cubicBezTo>
                  <a:cubicBezTo>
                    <a:pt x="93345" y="68818"/>
                    <a:pt x="68580" y="93583"/>
                    <a:pt x="48578" y="123111"/>
                  </a:cubicBezTo>
                  <a:cubicBezTo>
                    <a:pt x="44767" y="128826"/>
                    <a:pt x="44767" y="135493"/>
                    <a:pt x="48578" y="141208"/>
                  </a:cubicBezTo>
                  <a:cubicBezTo>
                    <a:pt x="57150" y="154543"/>
                    <a:pt x="58103" y="171688"/>
                    <a:pt x="52388" y="185976"/>
                  </a:cubicBezTo>
                  <a:cubicBezTo>
                    <a:pt x="46673" y="200263"/>
                    <a:pt x="32385" y="210741"/>
                    <a:pt x="17145" y="214551"/>
                  </a:cubicBezTo>
                  <a:cubicBezTo>
                    <a:pt x="10478" y="216456"/>
                    <a:pt x="5715" y="221218"/>
                    <a:pt x="4763" y="227886"/>
                  </a:cubicBezTo>
                  <a:cubicBezTo>
                    <a:pt x="953" y="245983"/>
                    <a:pt x="0" y="263128"/>
                    <a:pt x="0" y="280273"/>
                  </a:cubicBezTo>
                  <a:cubicBezTo>
                    <a:pt x="0" y="297418"/>
                    <a:pt x="1905" y="315516"/>
                    <a:pt x="4763" y="332661"/>
                  </a:cubicBezTo>
                  <a:cubicBezTo>
                    <a:pt x="5715" y="339328"/>
                    <a:pt x="10478" y="344091"/>
                    <a:pt x="17145" y="345996"/>
                  </a:cubicBezTo>
                  <a:cubicBezTo>
                    <a:pt x="32385" y="349806"/>
                    <a:pt x="46673" y="360283"/>
                    <a:pt x="52388" y="374571"/>
                  </a:cubicBezTo>
                  <a:cubicBezTo>
                    <a:pt x="58103" y="388858"/>
                    <a:pt x="57150" y="406003"/>
                    <a:pt x="48578" y="419338"/>
                  </a:cubicBezTo>
                  <a:cubicBezTo>
                    <a:pt x="44767" y="425053"/>
                    <a:pt x="45720" y="431721"/>
                    <a:pt x="48578" y="437436"/>
                  </a:cubicBezTo>
                  <a:cubicBezTo>
                    <a:pt x="68580" y="466963"/>
                    <a:pt x="93345" y="491728"/>
                    <a:pt x="122873" y="511731"/>
                  </a:cubicBezTo>
                  <a:cubicBezTo>
                    <a:pt x="128588" y="515541"/>
                    <a:pt x="135255" y="515541"/>
                    <a:pt x="140970" y="511731"/>
                  </a:cubicBezTo>
                  <a:cubicBezTo>
                    <a:pt x="154305" y="503158"/>
                    <a:pt x="171450" y="502206"/>
                    <a:pt x="185738" y="507921"/>
                  </a:cubicBezTo>
                  <a:cubicBezTo>
                    <a:pt x="200025" y="513636"/>
                    <a:pt x="210503" y="527923"/>
                    <a:pt x="214313" y="543163"/>
                  </a:cubicBezTo>
                  <a:cubicBezTo>
                    <a:pt x="216217" y="549831"/>
                    <a:pt x="220980" y="554593"/>
                    <a:pt x="227648" y="555546"/>
                  </a:cubicBezTo>
                  <a:cubicBezTo>
                    <a:pt x="245745" y="559356"/>
                    <a:pt x="262890" y="560308"/>
                    <a:pt x="280035" y="560308"/>
                  </a:cubicBezTo>
                  <a:cubicBezTo>
                    <a:pt x="297180" y="560308"/>
                    <a:pt x="315278" y="558403"/>
                    <a:pt x="332423" y="555546"/>
                  </a:cubicBezTo>
                  <a:cubicBezTo>
                    <a:pt x="339090" y="554593"/>
                    <a:pt x="343853" y="549831"/>
                    <a:pt x="345758" y="543163"/>
                  </a:cubicBezTo>
                  <a:cubicBezTo>
                    <a:pt x="349567" y="527923"/>
                    <a:pt x="360045" y="513636"/>
                    <a:pt x="374333" y="507921"/>
                  </a:cubicBezTo>
                  <a:cubicBezTo>
                    <a:pt x="388620" y="502206"/>
                    <a:pt x="405765" y="503158"/>
                    <a:pt x="419100" y="511731"/>
                  </a:cubicBezTo>
                  <a:cubicBezTo>
                    <a:pt x="424815" y="515541"/>
                    <a:pt x="431483" y="514588"/>
                    <a:pt x="437198" y="511731"/>
                  </a:cubicBezTo>
                  <a:cubicBezTo>
                    <a:pt x="466725" y="491728"/>
                    <a:pt x="491490" y="466963"/>
                    <a:pt x="511492" y="437436"/>
                  </a:cubicBezTo>
                  <a:cubicBezTo>
                    <a:pt x="515303" y="431721"/>
                    <a:pt x="515303" y="425053"/>
                    <a:pt x="511492" y="419338"/>
                  </a:cubicBezTo>
                  <a:cubicBezTo>
                    <a:pt x="502920" y="406003"/>
                    <a:pt x="501967" y="388858"/>
                    <a:pt x="507683" y="374571"/>
                  </a:cubicBezTo>
                  <a:cubicBezTo>
                    <a:pt x="507683" y="374571"/>
                    <a:pt x="507683" y="374571"/>
                    <a:pt x="507683" y="374571"/>
                  </a:cubicBezTo>
                  <a:cubicBezTo>
                    <a:pt x="513398" y="360283"/>
                    <a:pt x="527685" y="349806"/>
                    <a:pt x="542925" y="345996"/>
                  </a:cubicBezTo>
                  <a:cubicBezTo>
                    <a:pt x="549593" y="344091"/>
                    <a:pt x="554355" y="339328"/>
                    <a:pt x="555308" y="332661"/>
                  </a:cubicBezTo>
                  <a:cubicBezTo>
                    <a:pt x="559118" y="314563"/>
                    <a:pt x="560070" y="297418"/>
                    <a:pt x="560070" y="280273"/>
                  </a:cubicBezTo>
                  <a:cubicBezTo>
                    <a:pt x="560070" y="263128"/>
                    <a:pt x="558165" y="245031"/>
                    <a:pt x="555308" y="227886"/>
                  </a:cubicBezTo>
                  <a:lnTo>
                    <a:pt x="555308" y="227886"/>
                  </a:lnTo>
                  <a:close/>
                  <a:moveTo>
                    <a:pt x="279083" y="461248"/>
                  </a:moveTo>
                  <a:cubicBezTo>
                    <a:pt x="179070" y="461248"/>
                    <a:pt x="98108" y="380286"/>
                    <a:pt x="98108" y="280273"/>
                  </a:cubicBezTo>
                  <a:cubicBezTo>
                    <a:pt x="98108" y="180261"/>
                    <a:pt x="179070" y="99298"/>
                    <a:pt x="279083" y="99298"/>
                  </a:cubicBezTo>
                  <a:cubicBezTo>
                    <a:pt x="379095" y="99298"/>
                    <a:pt x="460058" y="180261"/>
                    <a:pt x="460058" y="280273"/>
                  </a:cubicBezTo>
                  <a:cubicBezTo>
                    <a:pt x="460058" y="380286"/>
                    <a:pt x="379095" y="461248"/>
                    <a:pt x="279083" y="461248"/>
                  </a:cubicBezTo>
                  <a:lnTo>
                    <a:pt x="279083" y="461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0" name="Google Shape;1010;p44"/>
          <p:cNvGrpSpPr/>
          <p:nvPr/>
        </p:nvGrpSpPr>
        <p:grpSpPr>
          <a:xfrm>
            <a:off x="2730733" y="1483827"/>
            <a:ext cx="296944" cy="296563"/>
            <a:chOff x="2730733" y="1483827"/>
            <a:chExt cx="296944" cy="296563"/>
          </a:xfrm>
        </p:grpSpPr>
        <p:sp>
          <p:nvSpPr>
            <p:cNvPr id="1011" name="Google Shape;1011;p44"/>
            <p:cNvSpPr/>
            <p:nvPr/>
          </p:nvSpPr>
          <p:spPr>
            <a:xfrm>
              <a:off x="2730733" y="1483827"/>
              <a:ext cx="159274" cy="52254"/>
            </a:xfrm>
            <a:custGeom>
              <a:rect b="b" l="l" r="r" t="t"/>
              <a:pathLst>
                <a:path extrusionOk="0" h="99059" w="301942">
                  <a:moveTo>
                    <a:pt x="269557" y="99060"/>
                  </a:moveTo>
                  <a:lnTo>
                    <a:pt x="301943" y="0"/>
                  </a:lnTo>
                  <a:lnTo>
                    <a:pt x="16193" y="0"/>
                  </a:lnTo>
                  <a:cubicBezTo>
                    <a:pt x="6668" y="0"/>
                    <a:pt x="0" y="7620"/>
                    <a:pt x="0" y="16193"/>
                  </a:cubicBezTo>
                  <a:lnTo>
                    <a:pt x="0" y="98108"/>
                  </a:lnTo>
                  <a:lnTo>
                    <a:pt x="269557" y="98108"/>
                  </a:lnTo>
                  <a:close/>
                  <a:moveTo>
                    <a:pt x="215265" y="33338"/>
                  </a:moveTo>
                  <a:cubicBezTo>
                    <a:pt x="224790" y="33338"/>
                    <a:pt x="231457" y="40958"/>
                    <a:pt x="231457" y="49530"/>
                  </a:cubicBezTo>
                  <a:cubicBezTo>
                    <a:pt x="231457" y="58103"/>
                    <a:pt x="223838" y="65723"/>
                    <a:pt x="215265" y="65723"/>
                  </a:cubicBezTo>
                  <a:cubicBezTo>
                    <a:pt x="206693" y="65723"/>
                    <a:pt x="199072" y="58103"/>
                    <a:pt x="199072" y="49530"/>
                  </a:cubicBezTo>
                  <a:cubicBezTo>
                    <a:pt x="199072" y="40958"/>
                    <a:pt x="205740" y="33338"/>
                    <a:pt x="215265" y="33338"/>
                  </a:cubicBezTo>
                  <a:lnTo>
                    <a:pt x="215265" y="33338"/>
                  </a:lnTo>
                  <a:close/>
                  <a:moveTo>
                    <a:pt x="149543" y="33338"/>
                  </a:moveTo>
                  <a:cubicBezTo>
                    <a:pt x="159068" y="33338"/>
                    <a:pt x="165735" y="40958"/>
                    <a:pt x="165735" y="49530"/>
                  </a:cubicBezTo>
                  <a:cubicBezTo>
                    <a:pt x="165735" y="58103"/>
                    <a:pt x="158115" y="65723"/>
                    <a:pt x="149543" y="65723"/>
                  </a:cubicBezTo>
                  <a:cubicBezTo>
                    <a:pt x="140018" y="65723"/>
                    <a:pt x="133350" y="58103"/>
                    <a:pt x="133350" y="49530"/>
                  </a:cubicBezTo>
                  <a:cubicBezTo>
                    <a:pt x="133350" y="40958"/>
                    <a:pt x="140018" y="33338"/>
                    <a:pt x="149543" y="33338"/>
                  </a:cubicBezTo>
                  <a:lnTo>
                    <a:pt x="149543" y="33338"/>
                  </a:lnTo>
                  <a:close/>
                  <a:moveTo>
                    <a:pt x="83820" y="33338"/>
                  </a:moveTo>
                  <a:cubicBezTo>
                    <a:pt x="93345" y="33338"/>
                    <a:pt x="100013" y="40958"/>
                    <a:pt x="100013" y="49530"/>
                  </a:cubicBezTo>
                  <a:cubicBezTo>
                    <a:pt x="100013" y="58103"/>
                    <a:pt x="92393" y="65723"/>
                    <a:pt x="83820" y="65723"/>
                  </a:cubicBezTo>
                  <a:cubicBezTo>
                    <a:pt x="74295" y="65723"/>
                    <a:pt x="67628" y="58103"/>
                    <a:pt x="67628" y="49530"/>
                  </a:cubicBezTo>
                  <a:cubicBezTo>
                    <a:pt x="67628" y="40958"/>
                    <a:pt x="74295" y="33338"/>
                    <a:pt x="83820" y="33338"/>
                  </a:cubicBezTo>
                  <a:lnTo>
                    <a:pt x="83820"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 name="Google Shape;1012;p44"/>
            <p:cNvSpPr/>
            <p:nvPr/>
          </p:nvSpPr>
          <p:spPr>
            <a:xfrm>
              <a:off x="2818864" y="1711456"/>
              <a:ext cx="51751" cy="25624"/>
            </a:xfrm>
            <a:custGeom>
              <a:rect b="b" l="l" r="r" t="t"/>
              <a:pathLst>
                <a:path extrusionOk="0" h="48577" w="98107">
                  <a:moveTo>
                    <a:pt x="98107" y="16193"/>
                  </a:moveTo>
                  <a:lnTo>
                    <a:pt x="98107" y="32385"/>
                  </a:lnTo>
                  <a:cubicBezTo>
                    <a:pt x="98107" y="41910"/>
                    <a:pt x="90488" y="48577"/>
                    <a:pt x="81915" y="48577"/>
                  </a:cubicBezTo>
                  <a:lnTo>
                    <a:pt x="16193" y="48577"/>
                  </a:lnTo>
                  <a:cubicBezTo>
                    <a:pt x="6668" y="48577"/>
                    <a:pt x="0" y="40957"/>
                    <a:pt x="0" y="32385"/>
                  </a:cubicBezTo>
                  <a:lnTo>
                    <a:pt x="0" y="16193"/>
                  </a:lnTo>
                  <a:cubicBezTo>
                    <a:pt x="0" y="6668"/>
                    <a:pt x="7620" y="0"/>
                    <a:pt x="16193" y="0"/>
                  </a:cubicBezTo>
                  <a:lnTo>
                    <a:pt x="81915" y="0"/>
                  </a:lnTo>
                  <a:cubicBezTo>
                    <a:pt x="90488" y="0"/>
                    <a:pt x="98107" y="6668"/>
                    <a:pt x="98107" y="16193"/>
                  </a:cubicBezTo>
                  <a:lnTo>
                    <a:pt x="98107"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3" name="Google Shape;1013;p44"/>
            <p:cNvSpPr/>
            <p:nvPr/>
          </p:nvSpPr>
          <p:spPr>
            <a:xfrm>
              <a:off x="2888362" y="1711456"/>
              <a:ext cx="51751" cy="25624"/>
            </a:xfrm>
            <a:custGeom>
              <a:rect b="b" l="l" r="r" t="t"/>
              <a:pathLst>
                <a:path extrusionOk="0" h="48577" w="98107">
                  <a:moveTo>
                    <a:pt x="98108" y="16193"/>
                  </a:moveTo>
                  <a:lnTo>
                    <a:pt x="98108" y="32385"/>
                  </a:lnTo>
                  <a:cubicBezTo>
                    <a:pt x="98108" y="41910"/>
                    <a:pt x="90488" y="48577"/>
                    <a:pt x="81915" y="48577"/>
                  </a:cubicBezTo>
                  <a:lnTo>
                    <a:pt x="16193" y="48577"/>
                  </a:lnTo>
                  <a:cubicBezTo>
                    <a:pt x="6668" y="48577"/>
                    <a:pt x="0" y="40957"/>
                    <a:pt x="0" y="32385"/>
                  </a:cubicBezTo>
                  <a:lnTo>
                    <a:pt x="0" y="16193"/>
                  </a:lnTo>
                  <a:cubicBezTo>
                    <a:pt x="0" y="6668"/>
                    <a:pt x="7620" y="0"/>
                    <a:pt x="16193" y="0"/>
                  </a:cubicBezTo>
                  <a:lnTo>
                    <a:pt x="81915" y="0"/>
                  </a:lnTo>
                  <a:cubicBezTo>
                    <a:pt x="90488" y="0"/>
                    <a:pt x="98108" y="6668"/>
                    <a:pt x="98108" y="16193"/>
                  </a:cubicBezTo>
                  <a:lnTo>
                    <a:pt x="98108"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4" name="Google Shape;1014;p44"/>
            <p:cNvSpPr/>
            <p:nvPr/>
          </p:nvSpPr>
          <p:spPr>
            <a:xfrm>
              <a:off x="2923111" y="1754766"/>
              <a:ext cx="51751" cy="25624"/>
            </a:xfrm>
            <a:custGeom>
              <a:rect b="b" l="l" r="r" t="t"/>
              <a:pathLst>
                <a:path extrusionOk="0" h="48577" w="98107">
                  <a:moveTo>
                    <a:pt x="98107" y="16193"/>
                  </a:moveTo>
                  <a:lnTo>
                    <a:pt x="98107" y="32385"/>
                  </a:lnTo>
                  <a:cubicBezTo>
                    <a:pt x="98107" y="41910"/>
                    <a:pt x="90488" y="48578"/>
                    <a:pt x="81915" y="48578"/>
                  </a:cubicBezTo>
                  <a:lnTo>
                    <a:pt x="16192" y="48578"/>
                  </a:lnTo>
                  <a:cubicBezTo>
                    <a:pt x="6667" y="48578"/>
                    <a:pt x="0" y="40957"/>
                    <a:pt x="0" y="32385"/>
                  </a:cubicBezTo>
                  <a:lnTo>
                    <a:pt x="0" y="16193"/>
                  </a:lnTo>
                  <a:cubicBezTo>
                    <a:pt x="0" y="6668"/>
                    <a:pt x="7620" y="0"/>
                    <a:pt x="16192" y="0"/>
                  </a:cubicBezTo>
                  <a:lnTo>
                    <a:pt x="81915" y="0"/>
                  </a:lnTo>
                  <a:cubicBezTo>
                    <a:pt x="90488" y="0"/>
                    <a:pt x="98107" y="7620"/>
                    <a:pt x="98107" y="16193"/>
                  </a:cubicBezTo>
                  <a:lnTo>
                    <a:pt x="98107"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5" name="Google Shape;1015;p44"/>
            <p:cNvSpPr/>
            <p:nvPr/>
          </p:nvSpPr>
          <p:spPr>
            <a:xfrm>
              <a:off x="2853110" y="1754766"/>
              <a:ext cx="52254" cy="25624"/>
            </a:xfrm>
            <a:custGeom>
              <a:rect b="b" l="l" r="r" t="t"/>
              <a:pathLst>
                <a:path extrusionOk="0" h="48577" w="99060">
                  <a:moveTo>
                    <a:pt x="99060" y="16193"/>
                  </a:moveTo>
                  <a:lnTo>
                    <a:pt x="99060" y="32385"/>
                  </a:lnTo>
                  <a:cubicBezTo>
                    <a:pt x="99060" y="41910"/>
                    <a:pt x="91440" y="48578"/>
                    <a:pt x="82868" y="48578"/>
                  </a:cubicBezTo>
                  <a:lnTo>
                    <a:pt x="16193" y="48578"/>
                  </a:lnTo>
                  <a:cubicBezTo>
                    <a:pt x="6668" y="48578"/>
                    <a:pt x="0" y="40957"/>
                    <a:pt x="0" y="32385"/>
                  </a:cubicBezTo>
                  <a:lnTo>
                    <a:pt x="0" y="16193"/>
                  </a:lnTo>
                  <a:cubicBezTo>
                    <a:pt x="0" y="6668"/>
                    <a:pt x="7620" y="0"/>
                    <a:pt x="16193" y="0"/>
                  </a:cubicBezTo>
                  <a:lnTo>
                    <a:pt x="81915" y="0"/>
                  </a:lnTo>
                  <a:cubicBezTo>
                    <a:pt x="91440" y="0"/>
                    <a:pt x="99060" y="7620"/>
                    <a:pt x="99060" y="16193"/>
                  </a:cubicBezTo>
                  <a:lnTo>
                    <a:pt x="99060"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 name="Google Shape;1016;p44"/>
            <p:cNvSpPr/>
            <p:nvPr/>
          </p:nvSpPr>
          <p:spPr>
            <a:xfrm>
              <a:off x="2784116" y="1754766"/>
              <a:ext cx="51751" cy="25624"/>
            </a:xfrm>
            <a:custGeom>
              <a:rect b="b" l="l" r="r" t="t"/>
              <a:pathLst>
                <a:path extrusionOk="0" h="48577" w="98107">
                  <a:moveTo>
                    <a:pt x="98107" y="16193"/>
                  </a:moveTo>
                  <a:lnTo>
                    <a:pt x="98107" y="32385"/>
                  </a:lnTo>
                  <a:cubicBezTo>
                    <a:pt x="98107" y="41910"/>
                    <a:pt x="90488" y="48578"/>
                    <a:pt x="81915" y="48578"/>
                  </a:cubicBezTo>
                  <a:lnTo>
                    <a:pt x="16192" y="48578"/>
                  </a:lnTo>
                  <a:cubicBezTo>
                    <a:pt x="6667" y="48578"/>
                    <a:pt x="0" y="40957"/>
                    <a:pt x="0" y="32385"/>
                  </a:cubicBezTo>
                  <a:lnTo>
                    <a:pt x="0" y="16193"/>
                  </a:lnTo>
                  <a:cubicBezTo>
                    <a:pt x="0" y="6668"/>
                    <a:pt x="7620" y="0"/>
                    <a:pt x="16192" y="0"/>
                  </a:cubicBezTo>
                  <a:lnTo>
                    <a:pt x="81915" y="0"/>
                  </a:lnTo>
                  <a:cubicBezTo>
                    <a:pt x="90488" y="0"/>
                    <a:pt x="98107" y="7620"/>
                    <a:pt x="98107" y="16193"/>
                  </a:cubicBezTo>
                  <a:lnTo>
                    <a:pt x="98107"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44"/>
            <p:cNvSpPr/>
            <p:nvPr/>
          </p:nvSpPr>
          <p:spPr>
            <a:xfrm>
              <a:off x="2923111" y="1668103"/>
              <a:ext cx="51751" cy="25667"/>
            </a:xfrm>
            <a:custGeom>
              <a:rect b="b" l="l" r="r" t="t"/>
              <a:pathLst>
                <a:path extrusionOk="0" h="48658" w="98107">
                  <a:moveTo>
                    <a:pt x="98107" y="16273"/>
                  </a:moveTo>
                  <a:lnTo>
                    <a:pt x="98107" y="32466"/>
                  </a:lnTo>
                  <a:cubicBezTo>
                    <a:pt x="98107" y="41991"/>
                    <a:pt x="90488" y="48658"/>
                    <a:pt x="81915" y="48658"/>
                  </a:cubicBezTo>
                  <a:lnTo>
                    <a:pt x="16192" y="48658"/>
                  </a:lnTo>
                  <a:cubicBezTo>
                    <a:pt x="6667" y="48658"/>
                    <a:pt x="0" y="41038"/>
                    <a:pt x="0" y="32466"/>
                  </a:cubicBezTo>
                  <a:lnTo>
                    <a:pt x="0" y="16273"/>
                  </a:lnTo>
                  <a:cubicBezTo>
                    <a:pt x="0" y="6748"/>
                    <a:pt x="7620" y="81"/>
                    <a:pt x="16192" y="81"/>
                  </a:cubicBezTo>
                  <a:lnTo>
                    <a:pt x="81915" y="81"/>
                  </a:lnTo>
                  <a:cubicBezTo>
                    <a:pt x="90488" y="-872"/>
                    <a:pt x="98107" y="6748"/>
                    <a:pt x="98107" y="16273"/>
                  </a:cubicBezTo>
                  <a:lnTo>
                    <a:pt x="98107" y="1627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 name="Google Shape;1018;p44"/>
            <p:cNvSpPr/>
            <p:nvPr/>
          </p:nvSpPr>
          <p:spPr>
            <a:xfrm>
              <a:off x="2853110" y="1668607"/>
              <a:ext cx="51751" cy="25667"/>
            </a:xfrm>
            <a:custGeom>
              <a:rect b="b" l="l" r="r" t="t"/>
              <a:pathLst>
                <a:path extrusionOk="0" h="48658" w="98107">
                  <a:moveTo>
                    <a:pt x="98108" y="16273"/>
                  </a:moveTo>
                  <a:lnTo>
                    <a:pt x="98108" y="32466"/>
                  </a:lnTo>
                  <a:cubicBezTo>
                    <a:pt x="98108" y="41991"/>
                    <a:pt x="90488" y="48658"/>
                    <a:pt x="81915" y="48658"/>
                  </a:cubicBezTo>
                  <a:lnTo>
                    <a:pt x="16193" y="48658"/>
                  </a:lnTo>
                  <a:cubicBezTo>
                    <a:pt x="6668" y="48658"/>
                    <a:pt x="0" y="41038"/>
                    <a:pt x="0" y="32466"/>
                  </a:cubicBezTo>
                  <a:lnTo>
                    <a:pt x="0" y="16273"/>
                  </a:lnTo>
                  <a:cubicBezTo>
                    <a:pt x="0" y="6748"/>
                    <a:pt x="7620" y="81"/>
                    <a:pt x="16193" y="81"/>
                  </a:cubicBezTo>
                  <a:lnTo>
                    <a:pt x="81915" y="81"/>
                  </a:lnTo>
                  <a:cubicBezTo>
                    <a:pt x="90488" y="-872"/>
                    <a:pt x="98108" y="6748"/>
                    <a:pt x="98108" y="16273"/>
                  </a:cubicBezTo>
                  <a:lnTo>
                    <a:pt x="98108" y="1627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 name="Google Shape;1019;p44"/>
            <p:cNvSpPr/>
            <p:nvPr/>
          </p:nvSpPr>
          <p:spPr>
            <a:xfrm>
              <a:off x="2783108" y="1668607"/>
              <a:ext cx="51751" cy="25667"/>
            </a:xfrm>
            <a:custGeom>
              <a:rect b="b" l="l" r="r" t="t"/>
              <a:pathLst>
                <a:path extrusionOk="0" h="48658" w="98107">
                  <a:moveTo>
                    <a:pt x="98108" y="16273"/>
                  </a:moveTo>
                  <a:lnTo>
                    <a:pt x="98108" y="32466"/>
                  </a:lnTo>
                  <a:cubicBezTo>
                    <a:pt x="98108" y="41991"/>
                    <a:pt x="90488" y="48658"/>
                    <a:pt x="81915" y="48658"/>
                  </a:cubicBezTo>
                  <a:lnTo>
                    <a:pt x="16193" y="48658"/>
                  </a:lnTo>
                  <a:cubicBezTo>
                    <a:pt x="6668" y="48658"/>
                    <a:pt x="0" y="41038"/>
                    <a:pt x="0" y="32466"/>
                  </a:cubicBezTo>
                  <a:lnTo>
                    <a:pt x="0" y="16273"/>
                  </a:lnTo>
                  <a:cubicBezTo>
                    <a:pt x="0" y="6748"/>
                    <a:pt x="7620" y="81"/>
                    <a:pt x="16193" y="81"/>
                  </a:cubicBezTo>
                  <a:lnTo>
                    <a:pt x="81915" y="81"/>
                  </a:lnTo>
                  <a:cubicBezTo>
                    <a:pt x="91440" y="-872"/>
                    <a:pt x="98108" y="6748"/>
                    <a:pt x="98108" y="16273"/>
                  </a:cubicBezTo>
                  <a:lnTo>
                    <a:pt x="98108" y="1627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 name="Google Shape;1020;p44"/>
            <p:cNvSpPr/>
            <p:nvPr/>
          </p:nvSpPr>
          <p:spPr>
            <a:xfrm>
              <a:off x="2818864" y="1624332"/>
              <a:ext cx="51751" cy="25624"/>
            </a:xfrm>
            <a:custGeom>
              <a:rect b="b" l="l" r="r" t="t"/>
              <a:pathLst>
                <a:path extrusionOk="0" h="48577" w="98107">
                  <a:moveTo>
                    <a:pt x="98107" y="16193"/>
                  </a:moveTo>
                  <a:lnTo>
                    <a:pt x="98107" y="32385"/>
                  </a:lnTo>
                  <a:cubicBezTo>
                    <a:pt x="98107" y="41910"/>
                    <a:pt x="90488" y="48578"/>
                    <a:pt x="81915" y="48578"/>
                  </a:cubicBezTo>
                  <a:lnTo>
                    <a:pt x="16193" y="48578"/>
                  </a:lnTo>
                  <a:cubicBezTo>
                    <a:pt x="6668" y="48578"/>
                    <a:pt x="0" y="40958"/>
                    <a:pt x="0" y="32385"/>
                  </a:cubicBezTo>
                  <a:lnTo>
                    <a:pt x="0" y="16193"/>
                  </a:lnTo>
                  <a:cubicBezTo>
                    <a:pt x="0" y="6668"/>
                    <a:pt x="7620" y="0"/>
                    <a:pt x="16193" y="0"/>
                  </a:cubicBezTo>
                  <a:lnTo>
                    <a:pt x="81915" y="0"/>
                  </a:lnTo>
                  <a:cubicBezTo>
                    <a:pt x="90488" y="0"/>
                    <a:pt x="98107" y="7620"/>
                    <a:pt x="98107" y="16193"/>
                  </a:cubicBezTo>
                  <a:lnTo>
                    <a:pt x="98107"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1" name="Google Shape;1021;p44"/>
            <p:cNvSpPr/>
            <p:nvPr/>
          </p:nvSpPr>
          <p:spPr>
            <a:xfrm>
              <a:off x="2888362" y="1624332"/>
              <a:ext cx="51751" cy="25624"/>
            </a:xfrm>
            <a:custGeom>
              <a:rect b="b" l="l" r="r" t="t"/>
              <a:pathLst>
                <a:path extrusionOk="0" h="48577" w="98107">
                  <a:moveTo>
                    <a:pt x="98108" y="16193"/>
                  </a:moveTo>
                  <a:lnTo>
                    <a:pt x="98108" y="32385"/>
                  </a:lnTo>
                  <a:cubicBezTo>
                    <a:pt x="98108" y="41910"/>
                    <a:pt x="90488" y="48578"/>
                    <a:pt x="81915" y="48578"/>
                  </a:cubicBezTo>
                  <a:lnTo>
                    <a:pt x="16193" y="48578"/>
                  </a:lnTo>
                  <a:cubicBezTo>
                    <a:pt x="6668" y="48578"/>
                    <a:pt x="0" y="40958"/>
                    <a:pt x="0" y="32385"/>
                  </a:cubicBezTo>
                  <a:lnTo>
                    <a:pt x="0" y="16193"/>
                  </a:lnTo>
                  <a:cubicBezTo>
                    <a:pt x="0" y="6668"/>
                    <a:pt x="7620" y="0"/>
                    <a:pt x="16193" y="0"/>
                  </a:cubicBezTo>
                  <a:lnTo>
                    <a:pt x="81915" y="0"/>
                  </a:lnTo>
                  <a:cubicBezTo>
                    <a:pt x="90488" y="0"/>
                    <a:pt x="98108" y="7620"/>
                    <a:pt x="98108" y="16193"/>
                  </a:cubicBezTo>
                  <a:lnTo>
                    <a:pt x="98108"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 name="Google Shape;1022;p44"/>
            <p:cNvSpPr/>
            <p:nvPr/>
          </p:nvSpPr>
          <p:spPr>
            <a:xfrm>
              <a:off x="2730733" y="1483827"/>
              <a:ext cx="296944" cy="208514"/>
            </a:xfrm>
            <a:custGeom>
              <a:rect b="b" l="l" r="r" t="t"/>
              <a:pathLst>
                <a:path extrusionOk="0" h="395287" w="562927">
                  <a:moveTo>
                    <a:pt x="545782" y="0"/>
                  </a:moveTo>
                  <a:lnTo>
                    <a:pt x="337185" y="0"/>
                  </a:lnTo>
                  <a:lnTo>
                    <a:pt x="297180" y="120015"/>
                  </a:lnTo>
                  <a:cubicBezTo>
                    <a:pt x="295275" y="126683"/>
                    <a:pt x="288607" y="131445"/>
                    <a:pt x="281940" y="131445"/>
                  </a:cubicBezTo>
                  <a:lnTo>
                    <a:pt x="0" y="131445"/>
                  </a:lnTo>
                  <a:lnTo>
                    <a:pt x="0" y="378143"/>
                  </a:lnTo>
                  <a:cubicBezTo>
                    <a:pt x="0" y="387668"/>
                    <a:pt x="7620" y="394335"/>
                    <a:pt x="16193" y="394335"/>
                  </a:cubicBezTo>
                  <a:lnTo>
                    <a:pt x="67628" y="394335"/>
                  </a:lnTo>
                  <a:cubicBezTo>
                    <a:pt x="66675" y="390525"/>
                    <a:pt x="65722" y="385763"/>
                    <a:pt x="65722" y="381000"/>
                  </a:cubicBezTo>
                  <a:lnTo>
                    <a:pt x="65722" y="364808"/>
                  </a:lnTo>
                  <a:cubicBezTo>
                    <a:pt x="65722" y="337185"/>
                    <a:pt x="87630" y="315278"/>
                    <a:pt x="115253" y="315278"/>
                  </a:cubicBezTo>
                  <a:lnTo>
                    <a:pt x="136207" y="315278"/>
                  </a:lnTo>
                  <a:cubicBezTo>
                    <a:pt x="134303" y="309563"/>
                    <a:pt x="133350" y="303848"/>
                    <a:pt x="133350" y="298133"/>
                  </a:cubicBezTo>
                  <a:lnTo>
                    <a:pt x="133350" y="281940"/>
                  </a:lnTo>
                  <a:cubicBezTo>
                    <a:pt x="133350" y="254318"/>
                    <a:pt x="155257" y="232410"/>
                    <a:pt x="182880" y="232410"/>
                  </a:cubicBezTo>
                  <a:lnTo>
                    <a:pt x="248603" y="232410"/>
                  </a:lnTo>
                  <a:cubicBezTo>
                    <a:pt x="260985" y="232410"/>
                    <a:pt x="272415" y="237173"/>
                    <a:pt x="281940" y="244793"/>
                  </a:cubicBezTo>
                  <a:cubicBezTo>
                    <a:pt x="290513" y="237173"/>
                    <a:pt x="301943" y="232410"/>
                    <a:pt x="315278" y="232410"/>
                  </a:cubicBezTo>
                  <a:lnTo>
                    <a:pt x="381000" y="232410"/>
                  </a:lnTo>
                  <a:cubicBezTo>
                    <a:pt x="408622" y="232410"/>
                    <a:pt x="430530" y="254318"/>
                    <a:pt x="430530" y="281940"/>
                  </a:cubicBezTo>
                  <a:lnTo>
                    <a:pt x="430530" y="298133"/>
                  </a:lnTo>
                  <a:cubicBezTo>
                    <a:pt x="430530" y="303848"/>
                    <a:pt x="429578" y="309563"/>
                    <a:pt x="427672" y="314325"/>
                  </a:cubicBezTo>
                  <a:lnTo>
                    <a:pt x="446722" y="314325"/>
                  </a:lnTo>
                  <a:cubicBezTo>
                    <a:pt x="474345" y="314325"/>
                    <a:pt x="496253" y="336233"/>
                    <a:pt x="496253" y="363855"/>
                  </a:cubicBezTo>
                  <a:lnTo>
                    <a:pt x="496253" y="381000"/>
                  </a:lnTo>
                  <a:cubicBezTo>
                    <a:pt x="496253" y="385763"/>
                    <a:pt x="495300" y="390525"/>
                    <a:pt x="494347" y="395288"/>
                  </a:cubicBezTo>
                  <a:lnTo>
                    <a:pt x="546735" y="395288"/>
                  </a:lnTo>
                  <a:cubicBezTo>
                    <a:pt x="556260" y="395288"/>
                    <a:pt x="562928" y="387668"/>
                    <a:pt x="562928" y="379095"/>
                  </a:cubicBezTo>
                  <a:lnTo>
                    <a:pt x="562928" y="17145"/>
                  </a:lnTo>
                  <a:cubicBezTo>
                    <a:pt x="561975" y="7620"/>
                    <a:pt x="554355" y="0"/>
                    <a:pt x="545782" y="0"/>
                  </a:cubicBezTo>
                  <a:lnTo>
                    <a:pt x="545782" y="0"/>
                  </a:lnTo>
                  <a:close/>
                  <a:moveTo>
                    <a:pt x="445770" y="197168"/>
                  </a:moveTo>
                  <a:lnTo>
                    <a:pt x="114300" y="197168"/>
                  </a:lnTo>
                  <a:cubicBezTo>
                    <a:pt x="104775" y="197168"/>
                    <a:pt x="98107" y="189548"/>
                    <a:pt x="98107" y="180975"/>
                  </a:cubicBezTo>
                  <a:cubicBezTo>
                    <a:pt x="98107" y="171450"/>
                    <a:pt x="105728" y="164783"/>
                    <a:pt x="114300" y="164783"/>
                  </a:cubicBezTo>
                  <a:lnTo>
                    <a:pt x="445770" y="164783"/>
                  </a:lnTo>
                  <a:cubicBezTo>
                    <a:pt x="455295" y="164783"/>
                    <a:pt x="461963" y="172403"/>
                    <a:pt x="461963" y="180975"/>
                  </a:cubicBezTo>
                  <a:cubicBezTo>
                    <a:pt x="461963" y="190500"/>
                    <a:pt x="454343" y="197168"/>
                    <a:pt x="445770" y="197168"/>
                  </a:cubicBezTo>
                  <a:lnTo>
                    <a:pt x="445770" y="19716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23" name="Google Shape;1023;p44"/>
          <p:cNvGrpSpPr/>
          <p:nvPr/>
        </p:nvGrpSpPr>
        <p:grpSpPr>
          <a:xfrm>
            <a:off x="3400530" y="1483827"/>
            <a:ext cx="296442" cy="296442"/>
            <a:chOff x="3400530" y="1483827"/>
            <a:chExt cx="296442" cy="296442"/>
          </a:xfrm>
        </p:grpSpPr>
        <p:sp>
          <p:nvSpPr>
            <p:cNvPr id="1024" name="Google Shape;1024;p44"/>
            <p:cNvSpPr/>
            <p:nvPr/>
          </p:nvSpPr>
          <p:spPr>
            <a:xfrm>
              <a:off x="3557656" y="1641455"/>
              <a:ext cx="17083" cy="47732"/>
            </a:xfrm>
            <a:custGeom>
              <a:rect b="b" l="l" r="r" t="t"/>
              <a:pathLst>
                <a:path extrusionOk="0" h="90487" w="32384">
                  <a:moveTo>
                    <a:pt x="0" y="90488"/>
                  </a:moveTo>
                  <a:cubicBezTo>
                    <a:pt x="15240" y="76200"/>
                    <a:pt x="29527" y="41910"/>
                    <a:pt x="32385" y="0"/>
                  </a:cubicBezTo>
                  <a:lnTo>
                    <a:pt x="0" y="0"/>
                  </a:lnTo>
                  <a:lnTo>
                    <a:pt x="0" y="9048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5" name="Google Shape;1025;p44"/>
            <p:cNvSpPr/>
            <p:nvPr/>
          </p:nvSpPr>
          <p:spPr>
            <a:xfrm>
              <a:off x="3523410" y="1641455"/>
              <a:ext cx="17083" cy="47732"/>
            </a:xfrm>
            <a:custGeom>
              <a:rect b="b" l="l" r="r" t="t"/>
              <a:pathLst>
                <a:path extrusionOk="0" h="90487" w="32384">
                  <a:moveTo>
                    <a:pt x="32385" y="90488"/>
                  </a:moveTo>
                  <a:lnTo>
                    <a:pt x="32385" y="0"/>
                  </a:lnTo>
                  <a:lnTo>
                    <a:pt x="0" y="0"/>
                  </a:lnTo>
                  <a:cubicBezTo>
                    <a:pt x="2858" y="41910"/>
                    <a:pt x="16193" y="75248"/>
                    <a:pt x="32385" y="90488"/>
                  </a:cubicBezTo>
                  <a:lnTo>
                    <a:pt x="32385" y="9048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 name="Google Shape;1026;p44"/>
            <p:cNvSpPr/>
            <p:nvPr/>
          </p:nvSpPr>
          <p:spPr>
            <a:xfrm>
              <a:off x="3557656" y="1575483"/>
              <a:ext cx="17083" cy="47732"/>
            </a:xfrm>
            <a:custGeom>
              <a:rect b="b" l="l" r="r" t="t"/>
              <a:pathLst>
                <a:path extrusionOk="0" h="90487" w="32384">
                  <a:moveTo>
                    <a:pt x="0" y="0"/>
                  </a:moveTo>
                  <a:lnTo>
                    <a:pt x="0" y="90488"/>
                  </a:lnTo>
                  <a:lnTo>
                    <a:pt x="32385" y="90488"/>
                  </a:lnTo>
                  <a:cubicBezTo>
                    <a:pt x="29527" y="48577"/>
                    <a:pt x="16192" y="15240"/>
                    <a:pt x="0"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7" name="Google Shape;1027;p44"/>
            <p:cNvSpPr/>
            <p:nvPr/>
          </p:nvSpPr>
          <p:spPr>
            <a:xfrm>
              <a:off x="3523410" y="1575986"/>
              <a:ext cx="17083" cy="47732"/>
            </a:xfrm>
            <a:custGeom>
              <a:rect b="b" l="l" r="r" t="t"/>
              <a:pathLst>
                <a:path extrusionOk="0" h="90487" w="32384">
                  <a:moveTo>
                    <a:pt x="0" y="90488"/>
                  </a:moveTo>
                  <a:lnTo>
                    <a:pt x="32385" y="90488"/>
                  </a:lnTo>
                  <a:lnTo>
                    <a:pt x="32385" y="0"/>
                  </a:lnTo>
                  <a:cubicBezTo>
                    <a:pt x="16193" y="14288"/>
                    <a:pt x="2858" y="47625"/>
                    <a:pt x="0" y="90488"/>
                  </a:cubicBezTo>
                  <a:lnTo>
                    <a:pt x="0" y="9048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8" name="Google Shape;1028;p44"/>
            <p:cNvSpPr/>
            <p:nvPr/>
          </p:nvSpPr>
          <p:spPr>
            <a:xfrm>
              <a:off x="3582332" y="1581526"/>
              <a:ext cx="26629" cy="42205"/>
            </a:xfrm>
            <a:custGeom>
              <a:rect b="b" l="l" r="r" t="t"/>
              <a:pathLst>
                <a:path extrusionOk="0" h="80009" w="50482">
                  <a:moveTo>
                    <a:pt x="0" y="0"/>
                  </a:moveTo>
                  <a:cubicBezTo>
                    <a:pt x="10478" y="21908"/>
                    <a:pt x="16192" y="48578"/>
                    <a:pt x="18097" y="80010"/>
                  </a:cubicBezTo>
                  <a:lnTo>
                    <a:pt x="50482" y="80010"/>
                  </a:lnTo>
                  <a:cubicBezTo>
                    <a:pt x="45720" y="46672"/>
                    <a:pt x="27622" y="18097"/>
                    <a:pt x="0"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9" name="Google Shape;1029;p44"/>
            <p:cNvSpPr/>
            <p:nvPr/>
          </p:nvSpPr>
          <p:spPr>
            <a:xfrm>
              <a:off x="3489165" y="1581526"/>
              <a:ext cx="26629" cy="42205"/>
            </a:xfrm>
            <a:custGeom>
              <a:rect b="b" l="l" r="r" t="t"/>
              <a:pathLst>
                <a:path extrusionOk="0" h="80009" w="50482">
                  <a:moveTo>
                    <a:pt x="0" y="80010"/>
                  </a:moveTo>
                  <a:lnTo>
                    <a:pt x="32385" y="80010"/>
                  </a:lnTo>
                  <a:cubicBezTo>
                    <a:pt x="34290" y="49530"/>
                    <a:pt x="40957" y="21908"/>
                    <a:pt x="50482" y="0"/>
                  </a:cubicBezTo>
                  <a:cubicBezTo>
                    <a:pt x="22860" y="18097"/>
                    <a:pt x="4763" y="46672"/>
                    <a:pt x="0" y="80010"/>
                  </a:cubicBezTo>
                  <a:lnTo>
                    <a:pt x="0" y="8001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 name="Google Shape;1030;p44"/>
            <p:cNvSpPr/>
            <p:nvPr/>
          </p:nvSpPr>
          <p:spPr>
            <a:xfrm>
              <a:off x="3582332" y="1640952"/>
              <a:ext cx="26629" cy="42205"/>
            </a:xfrm>
            <a:custGeom>
              <a:rect b="b" l="l" r="r" t="t"/>
              <a:pathLst>
                <a:path extrusionOk="0" h="80009" w="50482">
                  <a:moveTo>
                    <a:pt x="0" y="80010"/>
                  </a:moveTo>
                  <a:cubicBezTo>
                    <a:pt x="26670" y="61913"/>
                    <a:pt x="45720" y="33338"/>
                    <a:pt x="50482" y="0"/>
                  </a:cubicBezTo>
                  <a:lnTo>
                    <a:pt x="18097" y="0"/>
                  </a:lnTo>
                  <a:cubicBezTo>
                    <a:pt x="17145" y="31432"/>
                    <a:pt x="10478" y="58102"/>
                    <a:pt x="0" y="80010"/>
                  </a:cubicBezTo>
                  <a:lnTo>
                    <a:pt x="0" y="8001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1" name="Google Shape;1031;p44"/>
            <p:cNvSpPr/>
            <p:nvPr/>
          </p:nvSpPr>
          <p:spPr>
            <a:xfrm>
              <a:off x="3489165" y="1640952"/>
              <a:ext cx="26629" cy="42205"/>
            </a:xfrm>
            <a:custGeom>
              <a:rect b="b" l="l" r="r" t="t"/>
              <a:pathLst>
                <a:path extrusionOk="0" h="80009" w="50482">
                  <a:moveTo>
                    <a:pt x="0" y="0"/>
                  </a:moveTo>
                  <a:cubicBezTo>
                    <a:pt x="4763" y="33338"/>
                    <a:pt x="23813" y="61913"/>
                    <a:pt x="50482" y="80010"/>
                  </a:cubicBezTo>
                  <a:cubicBezTo>
                    <a:pt x="40005" y="58102"/>
                    <a:pt x="34290" y="31432"/>
                    <a:pt x="32385"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 name="Google Shape;1032;p44"/>
            <p:cNvSpPr/>
            <p:nvPr/>
          </p:nvSpPr>
          <p:spPr>
            <a:xfrm>
              <a:off x="3400530" y="1483827"/>
              <a:ext cx="296442" cy="296442"/>
            </a:xfrm>
            <a:custGeom>
              <a:rect b="b" l="l" r="r" t="t"/>
              <a:pathLst>
                <a:path extrusionOk="0" h="561975" w="561975">
                  <a:moveTo>
                    <a:pt x="545782" y="263843"/>
                  </a:moveTo>
                  <a:lnTo>
                    <a:pt x="494347" y="263843"/>
                  </a:lnTo>
                  <a:cubicBezTo>
                    <a:pt x="485775" y="159068"/>
                    <a:pt x="401955" y="76200"/>
                    <a:pt x="297180" y="67628"/>
                  </a:cubicBezTo>
                  <a:lnTo>
                    <a:pt x="297180" y="16193"/>
                  </a:lnTo>
                  <a:cubicBezTo>
                    <a:pt x="297180" y="6668"/>
                    <a:pt x="289560" y="0"/>
                    <a:pt x="280988" y="0"/>
                  </a:cubicBezTo>
                  <a:cubicBezTo>
                    <a:pt x="271463" y="0"/>
                    <a:pt x="264795" y="7620"/>
                    <a:pt x="264795" y="16193"/>
                  </a:cubicBezTo>
                  <a:lnTo>
                    <a:pt x="264795" y="67628"/>
                  </a:lnTo>
                  <a:cubicBezTo>
                    <a:pt x="160020" y="75248"/>
                    <a:pt x="76200" y="160020"/>
                    <a:pt x="67628" y="264795"/>
                  </a:cubicBezTo>
                  <a:lnTo>
                    <a:pt x="16193" y="264795"/>
                  </a:lnTo>
                  <a:cubicBezTo>
                    <a:pt x="6668" y="264795"/>
                    <a:pt x="0" y="272415"/>
                    <a:pt x="0" y="280988"/>
                  </a:cubicBezTo>
                  <a:cubicBezTo>
                    <a:pt x="0" y="290513"/>
                    <a:pt x="7620" y="297180"/>
                    <a:pt x="16193" y="297180"/>
                  </a:cubicBezTo>
                  <a:lnTo>
                    <a:pt x="67628" y="297180"/>
                  </a:lnTo>
                  <a:cubicBezTo>
                    <a:pt x="75247" y="401955"/>
                    <a:pt x="160020" y="485775"/>
                    <a:pt x="264795" y="494348"/>
                  </a:cubicBezTo>
                  <a:lnTo>
                    <a:pt x="264795" y="545783"/>
                  </a:lnTo>
                  <a:cubicBezTo>
                    <a:pt x="264795" y="555308"/>
                    <a:pt x="272415" y="561975"/>
                    <a:pt x="280988" y="561975"/>
                  </a:cubicBezTo>
                  <a:cubicBezTo>
                    <a:pt x="290513" y="561975"/>
                    <a:pt x="297180" y="554355"/>
                    <a:pt x="297180" y="545783"/>
                  </a:cubicBezTo>
                  <a:lnTo>
                    <a:pt x="297180" y="494348"/>
                  </a:lnTo>
                  <a:cubicBezTo>
                    <a:pt x="402907" y="486728"/>
                    <a:pt x="486728" y="401955"/>
                    <a:pt x="494347" y="296228"/>
                  </a:cubicBezTo>
                  <a:lnTo>
                    <a:pt x="545782" y="296228"/>
                  </a:lnTo>
                  <a:cubicBezTo>
                    <a:pt x="555307" y="296228"/>
                    <a:pt x="561975" y="288608"/>
                    <a:pt x="561975" y="280035"/>
                  </a:cubicBezTo>
                  <a:cubicBezTo>
                    <a:pt x="561975" y="270510"/>
                    <a:pt x="554355" y="263843"/>
                    <a:pt x="545782" y="263843"/>
                  </a:cubicBezTo>
                  <a:lnTo>
                    <a:pt x="545782" y="263843"/>
                  </a:lnTo>
                  <a:close/>
                  <a:moveTo>
                    <a:pt x="280988" y="429578"/>
                  </a:moveTo>
                  <a:cubicBezTo>
                    <a:pt x="199072" y="429578"/>
                    <a:pt x="132397" y="362903"/>
                    <a:pt x="132397" y="280988"/>
                  </a:cubicBezTo>
                  <a:cubicBezTo>
                    <a:pt x="132397" y="199073"/>
                    <a:pt x="199072" y="132398"/>
                    <a:pt x="280988" y="132398"/>
                  </a:cubicBezTo>
                  <a:cubicBezTo>
                    <a:pt x="362903" y="132398"/>
                    <a:pt x="429578" y="199073"/>
                    <a:pt x="429578" y="280988"/>
                  </a:cubicBezTo>
                  <a:cubicBezTo>
                    <a:pt x="429578" y="362903"/>
                    <a:pt x="362903" y="429578"/>
                    <a:pt x="280988" y="429578"/>
                  </a:cubicBezTo>
                  <a:lnTo>
                    <a:pt x="280988" y="42957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33" name="Google Shape;1033;p44"/>
          <p:cNvGrpSpPr/>
          <p:nvPr/>
        </p:nvGrpSpPr>
        <p:grpSpPr>
          <a:xfrm>
            <a:off x="4120672" y="1519582"/>
            <a:ext cx="298226" cy="226097"/>
            <a:chOff x="4120672" y="1519582"/>
            <a:chExt cx="298226" cy="226097"/>
          </a:xfrm>
        </p:grpSpPr>
        <p:sp>
          <p:nvSpPr>
            <p:cNvPr id="1034" name="Google Shape;1034;p44"/>
            <p:cNvSpPr/>
            <p:nvPr/>
          </p:nvSpPr>
          <p:spPr>
            <a:xfrm>
              <a:off x="4260691" y="1571957"/>
              <a:ext cx="17585" cy="52254"/>
            </a:xfrm>
            <a:custGeom>
              <a:rect b="b" l="l" r="r" t="t"/>
              <a:pathLst>
                <a:path extrusionOk="0" h="99059" w="33337">
                  <a:moveTo>
                    <a:pt x="0" y="0"/>
                  </a:moveTo>
                  <a:lnTo>
                    <a:pt x="33337" y="0"/>
                  </a:lnTo>
                  <a:lnTo>
                    <a:pt x="33337" y="99060"/>
                  </a:lnTo>
                  <a:lnTo>
                    <a:pt x="0" y="9906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 name="Google Shape;1035;p44"/>
            <p:cNvSpPr/>
            <p:nvPr/>
          </p:nvSpPr>
          <p:spPr>
            <a:xfrm>
              <a:off x="4295440" y="1606706"/>
              <a:ext cx="17585" cy="17585"/>
            </a:xfrm>
            <a:custGeom>
              <a:rect b="b" l="l" r="r" t="t"/>
              <a:pathLst>
                <a:path extrusionOk="0" h="33337" w="33337">
                  <a:moveTo>
                    <a:pt x="0" y="0"/>
                  </a:moveTo>
                  <a:lnTo>
                    <a:pt x="33338" y="0"/>
                  </a:lnTo>
                  <a:lnTo>
                    <a:pt x="33338" y="33337"/>
                  </a:lnTo>
                  <a:lnTo>
                    <a:pt x="0" y="3333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 name="Google Shape;1036;p44"/>
            <p:cNvSpPr/>
            <p:nvPr/>
          </p:nvSpPr>
          <p:spPr>
            <a:xfrm>
              <a:off x="4225942" y="1589080"/>
              <a:ext cx="17585" cy="34668"/>
            </a:xfrm>
            <a:custGeom>
              <a:rect b="b" l="l" r="r" t="t"/>
              <a:pathLst>
                <a:path extrusionOk="0" h="65722" w="33337">
                  <a:moveTo>
                    <a:pt x="0" y="0"/>
                  </a:moveTo>
                  <a:lnTo>
                    <a:pt x="33338" y="0"/>
                  </a:lnTo>
                  <a:lnTo>
                    <a:pt x="33338" y="65722"/>
                  </a:lnTo>
                  <a:lnTo>
                    <a:pt x="0" y="6572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7" name="Google Shape;1037;p44"/>
            <p:cNvSpPr/>
            <p:nvPr/>
          </p:nvSpPr>
          <p:spPr>
            <a:xfrm>
              <a:off x="4155941" y="1519582"/>
              <a:ext cx="226602" cy="139177"/>
            </a:xfrm>
            <a:custGeom>
              <a:rect b="b" l="l" r="r" t="t"/>
              <a:pathLst>
                <a:path extrusionOk="0" h="263842" w="429577">
                  <a:moveTo>
                    <a:pt x="429577" y="263843"/>
                  </a:moveTo>
                  <a:lnTo>
                    <a:pt x="429577" y="16193"/>
                  </a:lnTo>
                  <a:cubicBezTo>
                    <a:pt x="429577" y="6668"/>
                    <a:pt x="421957" y="0"/>
                    <a:pt x="413385" y="0"/>
                  </a:cubicBezTo>
                  <a:lnTo>
                    <a:pt x="16193" y="0"/>
                  </a:lnTo>
                  <a:cubicBezTo>
                    <a:pt x="6668" y="0"/>
                    <a:pt x="0" y="7620"/>
                    <a:pt x="0" y="16193"/>
                  </a:cubicBezTo>
                  <a:lnTo>
                    <a:pt x="0" y="262890"/>
                  </a:lnTo>
                  <a:lnTo>
                    <a:pt x="429577" y="262890"/>
                  </a:lnTo>
                  <a:close/>
                  <a:moveTo>
                    <a:pt x="280035" y="131445"/>
                  </a:moveTo>
                  <a:lnTo>
                    <a:pt x="313373" y="131445"/>
                  </a:lnTo>
                  <a:cubicBezTo>
                    <a:pt x="322898" y="131445"/>
                    <a:pt x="329565" y="139065"/>
                    <a:pt x="329565" y="147638"/>
                  </a:cubicBezTo>
                  <a:lnTo>
                    <a:pt x="329565" y="213360"/>
                  </a:lnTo>
                  <a:cubicBezTo>
                    <a:pt x="329565" y="222885"/>
                    <a:pt x="321945" y="229553"/>
                    <a:pt x="313373" y="229553"/>
                  </a:cubicBezTo>
                  <a:lnTo>
                    <a:pt x="116205" y="229553"/>
                  </a:lnTo>
                  <a:cubicBezTo>
                    <a:pt x="106680" y="229553"/>
                    <a:pt x="100013" y="221933"/>
                    <a:pt x="100013" y="213360"/>
                  </a:cubicBezTo>
                  <a:lnTo>
                    <a:pt x="100013" y="115253"/>
                  </a:lnTo>
                  <a:cubicBezTo>
                    <a:pt x="100013" y="105728"/>
                    <a:pt x="107632" y="99060"/>
                    <a:pt x="116205" y="99060"/>
                  </a:cubicBezTo>
                  <a:lnTo>
                    <a:pt x="165735" y="99060"/>
                  </a:lnTo>
                  <a:lnTo>
                    <a:pt x="165735" y="82868"/>
                  </a:lnTo>
                  <a:cubicBezTo>
                    <a:pt x="165735" y="73343"/>
                    <a:pt x="173355" y="66675"/>
                    <a:pt x="181927" y="66675"/>
                  </a:cubicBezTo>
                  <a:lnTo>
                    <a:pt x="247650" y="66675"/>
                  </a:lnTo>
                  <a:cubicBezTo>
                    <a:pt x="257175" y="66675"/>
                    <a:pt x="263843" y="74295"/>
                    <a:pt x="263843" y="82868"/>
                  </a:cubicBezTo>
                  <a:lnTo>
                    <a:pt x="263843" y="132398"/>
                  </a:lnTo>
                  <a:lnTo>
                    <a:pt x="280035" y="13239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8" name="Google Shape;1038;p44"/>
            <p:cNvGrpSpPr/>
            <p:nvPr/>
          </p:nvGrpSpPr>
          <p:grpSpPr>
            <a:xfrm>
              <a:off x="4120672" y="1676185"/>
              <a:ext cx="298226" cy="69494"/>
              <a:chOff x="5243691" y="978217"/>
              <a:chExt cx="564075" cy="131444"/>
            </a:xfrm>
          </p:grpSpPr>
          <p:sp>
            <p:nvSpPr>
              <p:cNvPr id="1039" name="Google Shape;1039;p44"/>
              <p:cNvSpPr/>
              <p:nvPr/>
            </p:nvSpPr>
            <p:spPr>
              <a:xfrm>
                <a:off x="5438774" y="1043939"/>
                <a:ext cx="171450" cy="65722"/>
              </a:xfrm>
              <a:custGeom>
                <a:rect b="b" l="l" r="r" t="t"/>
                <a:pathLst>
                  <a:path extrusionOk="0" h="65722" w="171450">
                    <a:moveTo>
                      <a:pt x="16193" y="0"/>
                    </a:moveTo>
                    <a:lnTo>
                      <a:pt x="0" y="65723"/>
                    </a:lnTo>
                    <a:lnTo>
                      <a:pt x="171450" y="65723"/>
                    </a:lnTo>
                    <a:lnTo>
                      <a:pt x="155257" y="0"/>
                    </a:lnTo>
                    <a:lnTo>
                      <a:pt x="16193"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 name="Google Shape;1040;p44"/>
              <p:cNvSpPr/>
              <p:nvPr/>
            </p:nvSpPr>
            <p:spPr>
              <a:xfrm>
                <a:off x="5243691" y="978217"/>
                <a:ext cx="564075" cy="131444"/>
              </a:xfrm>
              <a:custGeom>
                <a:rect b="b" l="l" r="r" t="t"/>
                <a:pathLst>
                  <a:path extrusionOk="0" h="131444" w="564075">
                    <a:moveTo>
                      <a:pt x="506550" y="0"/>
                    </a:moveTo>
                    <a:lnTo>
                      <a:pt x="56018" y="0"/>
                    </a:lnTo>
                    <a:lnTo>
                      <a:pt x="1725" y="107632"/>
                    </a:lnTo>
                    <a:cubicBezTo>
                      <a:pt x="-1132" y="112395"/>
                      <a:pt x="-180" y="119063"/>
                      <a:pt x="2678" y="123825"/>
                    </a:cubicBezTo>
                    <a:cubicBezTo>
                      <a:pt x="5535" y="128588"/>
                      <a:pt x="11250" y="131445"/>
                      <a:pt x="16965" y="131445"/>
                    </a:cubicBezTo>
                    <a:lnTo>
                      <a:pt x="161745" y="131445"/>
                    </a:lnTo>
                    <a:lnTo>
                      <a:pt x="183653" y="44768"/>
                    </a:lnTo>
                    <a:cubicBezTo>
                      <a:pt x="185558" y="37147"/>
                      <a:pt x="192225" y="32385"/>
                      <a:pt x="199845" y="32385"/>
                    </a:cubicBezTo>
                    <a:lnTo>
                      <a:pt x="364628" y="32385"/>
                    </a:lnTo>
                    <a:cubicBezTo>
                      <a:pt x="372248" y="32385"/>
                      <a:pt x="378915" y="37147"/>
                      <a:pt x="380820" y="44768"/>
                    </a:cubicBezTo>
                    <a:lnTo>
                      <a:pt x="402728" y="131445"/>
                    </a:lnTo>
                    <a:lnTo>
                      <a:pt x="547508" y="131445"/>
                    </a:lnTo>
                    <a:cubicBezTo>
                      <a:pt x="553223" y="131445"/>
                      <a:pt x="558938" y="128588"/>
                      <a:pt x="561795" y="123825"/>
                    </a:cubicBezTo>
                    <a:cubicBezTo>
                      <a:pt x="564653" y="119063"/>
                      <a:pt x="564653" y="113347"/>
                      <a:pt x="562748" y="107632"/>
                    </a:cubicBezTo>
                    <a:lnTo>
                      <a:pt x="50655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41" name="Google Shape;1041;p44"/>
          <p:cNvGrpSpPr/>
          <p:nvPr/>
        </p:nvGrpSpPr>
        <p:grpSpPr>
          <a:xfrm>
            <a:off x="4815666" y="1493899"/>
            <a:ext cx="295982" cy="277589"/>
            <a:chOff x="4815666" y="1493899"/>
            <a:chExt cx="295982" cy="277589"/>
          </a:xfrm>
        </p:grpSpPr>
        <p:sp>
          <p:nvSpPr>
            <p:cNvPr id="1042" name="Google Shape;1042;p44"/>
            <p:cNvSpPr/>
            <p:nvPr/>
          </p:nvSpPr>
          <p:spPr>
            <a:xfrm>
              <a:off x="4815666" y="1493899"/>
              <a:ext cx="159274" cy="52254"/>
            </a:xfrm>
            <a:custGeom>
              <a:rect b="b" l="l" r="r" t="t"/>
              <a:pathLst>
                <a:path extrusionOk="0" h="99059" w="301942">
                  <a:moveTo>
                    <a:pt x="269557" y="99060"/>
                  </a:moveTo>
                  <a:lnTo>
                    <a:pt x="301943" y="0"/>
                  </a:lnTo>
                  <a:lnTo>
                    <a:pt x="16193" y="0"/>
                  </a:lnTo>
                  <a:cubicBezTo>
                    <a:pt x="6668" y="0"/>
                    <a:pt x="0" y="7620"/>
                    <a:pt x="0" y="16193"/>
                  </a:cubicBezTo>
                  <a:lnTo>
                    <a:pt x="0" y="98108"/>
                  </a:lnTo>
                  <a:lnTo>
                    <a:pt x="269557" y="98108"/>
                  </a:lnTo>
                  <a:close/>
                  <a:moveTo>
                    <a:pt x="215265" y="33338"/>
                  </a:moveTo>
                  <a:cubicBezTo>
                    <a:pt x="224790" y="33338"/>
                    <a:pt x="231457" y="40958"/>
                    <a:pt x="231457" y="49530"/>
                  </a:cubicBezTo>
                  <a:cubicBezTo>
                    <a:pt x="231457" y="58103"/>
                    <a:pt x="223838" y="65723"/>
                    <a:pt x="215265" y="65723"/>
                  </a:cubicBezTo>
                  <a:cubicBezTo>
                    <a:pt x="206693" y="65723"/>
                    <a:pt x="199073" y="58103"/>
                    <a:pt x="199073" y="49530"/>
                  </a:cubicBezTo>
                  <a:cubicBezTo>
                    <a:pt x="199073" y="40958"/>
                    <a:pt x="205740" y="33338"/>
                    <a:pt x="215265" y="33338"/>
                  </a:cubicBezTo>
                  <a:lnTo>
                    <a:pt x="215265" y="33338"/>
                  </a:lnTo>
                  <a:close/>
                  <a:moveTo>
                    <a:pt x="149543" y="33338"/>
                  </a:moveTo>
                  <a:cubicBezTo>
                    <a:pt x="159068" y="33338"/>
                    <a:pt x="165735" y="40958"/>
                    <a:pt x="165735" y="49530"/>
                  </a:cubicBezTo>
                  <a:cubicBezTo>
                    <a:pt x="165735" y="58103"/>
                    <a:pt x="158115" y="65723"/>
                    <a:pt x="149543" y="65723"/>
                  </a:cubicBezTo>
                  <a:cubicBezTo>
                    <a:pt x="140970" y="65723"/>
                    <a:pt x="133350" y="58103"/>
                    <a:pt x="133350" y="49530"/>
                  </a:cubicBezTo>
                  <a:cubicBezTo>
                    <a:pt x="133350" y="40958"/>
                    <a:pt x="140018" y="33338"/>
                    <a:pt x="149543" y="33338"/>
                  </a:cubicBezTo>
                  <a:lnTo>
                    <a:pt x="149543" y="33338"/>
                  </a:lnTo>
                  <a:close/>
                  <a:moveTo>
                    <a:pt x="83820" y="33338"/>
                  </a:moveTo>
                  <a:cubicBezTo>
                    <a:pt x="93345" y="33338"/>
                    <a:pt x="100013" y="40958"/>
                    <a:pt x="100013" y="49530"/>
                  </a:cubicBezTo>
                  <a:cubicBezTo>
                    <a:pt x="100013" y="58103"/>
                    <a:pt x="92393" y="65723"/>
                    <a:pt x="83820" y="65723"/>
                  </a:cubicBezTo>
                  <a:cubicBezTo>
                    <a:pt x="75248" y="65723"/>
                    <a:pt x="66675" y="58103"/>
                    <a:pt x="66675" y="49530"/>
                  </a:cubicBezTo>
                  <a:cubicBezTo>
                    <a:pt x="66675" y="40958"/>
                    <a:pt x="74295" y="33338"/>
                    <a:pt x="83820" y="33338"/>
                  </a:cubicBezTo>
                  <a:lnTo>
                    <a:pt x="83820"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 name="Google Shape;1043;p44"/>
            <p:cNvSpPr/>
            <p:nvPr/>
          </p:nvSpPr>
          <p:spPr>
            <a:xfrm>
              <a:off x="4815666" y="1493899"/>
              <a:ext cx="295982" cy="208012"/>
            </a:xfrm>
            <a:custGeom>
              <a:rect b="b" l="l" r="r" t="t"/>
              <a:pathLst>
                <a:path extrusionOk="0" h="394335" w="561103">
                  <a:moveTo>
                    <a:pt x="545782" y="0"/>
                  </a:moveTo>
                  <a:lnTo>
                    <a:pt x="337185" y="0"/>
                  </a:lnTo>
                  <a:lnTo>
                    <a:pt x="297180" y="120015"/>
                  </a:lnTo>
                  <a:cubicBezTo>
                    <a:pt x="295275" y="126683"/>
                    <a:pt x="288607" y="131445"/>
                    <a:pt x="281940" y="131445"/>
                  </a:cubicBezTo>
                  <a:lnTo>
                    <a:pt x="0" y="131445"/>
                  </a:lnTo>
                  <a:lnTo>
                    <a:pt x="0" y="378143"/>
                  </a:lnTo>
                  <a:cubicBezTo>
                    <a:pt x="0" y="387668"/>
                    <a:pt x="7620" y="394335"/>
                    <a:pt x="16193" y="394335"/>
                  </a:cubicBezTo>
                  <a:lnTo>
                    <a:pt x="33338" y="394335"/>
                  </a:lnTo>
                  <a:lnTo>
                    <a:pt x="33338" y="213360"/>
                  </a:lnTo>
                  <a:cubicBezTo>
                    <a:pt x="33338" y="185738"/>
                    <a:pt x="55245" y="163830"/>
                    <a:pt x="82868" y="163830"/>
                  </a:cubicBezTo>
                  <a:lnTo>
                    <a:pt x="478155" y="163830"/>
                  </a:lnTo>
                  <a:cubicBezTo>
                    <a:pt x="505777" y="163830"/>
                    <a:pt x="527685" y="185738"/>
                    <a:pt x="527685" y="213360"/>
                  </a:cubicBezTo>
                  <a:lnTo>
                    <a:pt x="527685" y="394335"/>
                  </a:lnTo>
                  <a:lnTo>
                    <a:pt x="544830" y="394335"/>
                  </a:lnTo>
                  <a:cubicBezTo>
                    <a:pt x="554355" y="394335"/>
                    <a:pt x="561023" y="386715"/>
                    <a:pt x="561023" y="378143"/>
                  </a:cubicBezTo>
                  <a:lnTo>
                    <a:pt x="561023" y="16193"/>
                  </a:lnTo>
                  <a:cubicBezTo>
                    <a:pt x="561975" y="7620"/>
                    <a:pt x="554355" y="0"/>
                    <a:pt x="545782" y="0"/>
                  </a:cubicBezTo>
                  <a:lnTo>
                    <a:pt x="54578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4" name="Google Shape;1044;p44"/>
            <p:cNvSpPr/>
            <p:nvPr/>
          </p:nvSpPr>
          <p:spPr>
            <a:xfrm>
              <a:off x="4946603" y="1647498"/>
              <a:ext cx="24117" cy="24117"/>
            </a:xfrm>
            <a:custGeom>
              <a:rect b="b" l="l" r="r" t="t"/>
              <a:pathLst>
                <a:path extrusionOk="0" h="45719" w="45719">
                  <a:moveTo>
                    <a:pt x="0" y="0"/>
                  </a:moveTo>
                  <a:lnTo>
                    <a:pt x="0" y="45720"/>
                  </a:lnTo>
                  <a:lnTo>
                    <a:pt x="45720" y="22860"/>
                  </a:ln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5" name="Google Shape;1045;p44"/>
            <p:cNvSpPr/>
            <p:nvPr/>
          </p:nvSpPr>
          <p:spPr>
            <a:xfrm>
              <a:off x="4850918" y="1598145"/>
              <a:ext cx="225640" cy="173343"/>
            </a:xfrm>
            <a:custGeom>
              <a:rect b="b" l="l" r="r" t="t"/>
              <a:pathLst>
                <a:path extrusionOk="0" h="328612" w="427753">
                  <a:moveTo>
                    <a:pt x="411480" y="0"/>
                  </a:moveTo>
                  <a:lnTo>
                    <a:pt x="16193" y="0"/>
                  </a:lnTo>
                  <a:cubicBezTo>
                    <a:pt x="6668" y="0"/>
                    <a:pt x="0" y="7620"/>
                    <a:pt x="0" y="16192"/>
                  </a:cubicBezTo>
                  <a:lnTo>
                    <a:pt x="0" y="312420"/>
                  </a:lnTo>
                  <a:cubicBezTo>
                    <a:pt x="0" y="321945"/>
                    <a:pt x="7620" y="328613"/>
                    <a:pt x="16193" y="328613"/>
                  </a:cubicBezTo>
                  <a:lnTo>
                    <a:pt x="411480" y="328613"/>
                  </a:lnTo>
                  <a:cubicBezTo>
                    <a:pt x="421005" y="328613"/>
                    <a:pt x="427673" y="320993"/>
                    <a:pt x="427673" y="312420"/>
                  </a:cubicBezTo>
                  <a:lnTo>
                    <a:pt x="427673" y="17145"/>
                  </a:lnTo>
                  <a:cubicBezTo>
                    <a:pt x="428625" y="7620"/>
                    <a:pt x="421005" y="0"/>
                    <a:pt x="411480" y="0"/>
                  </a:cubicBezTo>
                  <a:lnTo>
                    <a:pt x="411480" y="0"/>
                  </a:lnTo>
                  <a:close/>
                  <a:moveTo>
                    <a:pt x="148590" y="66675"/>
                  </a:moveTo>
                  <a:cubicBezTo>
                    <a:pt x="148590" y="60960"/>
                    <a:pt x="151448" y="55245"/>
                    <a:pt x="156210" y="52388"/>
                  </a:cubicBezTo>
                  <a:cubicBezTo>
                    <a:pt x="160973" y="49530"/>
                    <a:pt x="166688" y="49530"/>
                    <a:pt x="172402" y="51435"/>
                  </a:cubicBezTo>
                  <a:lnTo>
                    <a:pt x="271463" y="100965"/>
                  </a:lnTo>
                  <a:cubicBezTo>
                    <a:pt x="277177" y="103822"/>
                    <a:pt x="280988" y="109538"/>
                    <a:pt x="280988" y="115252"/>
                  </a:cubicBezTo>
                  <a:cubicBezTo>
                    <a:pt x="280988" y="121920"/>
                    <a:pt x="277177" y="127635"/>
                    <a:pt x="271463" y="129540"/>
                  </a:cubicBezTo>
                  <a:lnTo>
                    <a:pt x="172402" y="179070"/>
                  </a:lnTo>
                  <a:cubicBezTo>
                    <a:pt x="167640" y="181927"/>
                    <a:pt x="160973" y="180975"/>
                    <a:pt x="156210" y="178118"/>
                  </a:cubicBezTo>
                  <a:cubicBezTo>
                    <a:pt x="151448" y="175260"/>
                    <a:pt x="148590" y="169545"/>
                    <a:pt x="148590" y="163830"/>
                  </a:cubicBezTo>
                  <a:lnTo>
                    <a:pt x="148590" y="66675"/>
                  </a:lnTo>
                  <a:close/>
                  <a:moveTo>
                    <a:pt x="345757" y="247650"/>
                  </a:moveTo>
                  <a:lnTo>
                    <a:pt x="296227" y="247650"/>
                  </a:lnTo>
                  <a:lnTo>
                    <a:pt x="296227" y="263843"/>
                  </a:lnTo>
                  <a:cubicBezTo>
                    <a:pt x="296227" y="273368"/>
                    <a:pt x="288607" y="280035"/>
                    <a:pt x="280035" y="280035"/>
                  </a:cubicBezTo>
                  <a:cubicBezTo>
                    <a:pt x="271463" y="280035"/>
                    <a:pt x="263843" y="272415"/>
                    <a:pt x="263843" y="263843"/>
                  </a:cubicBezTo>
                  <a:lnTo>
                    <a:pt x="263843" y="247650"/>
                  </a:lnTo>
                  <a:lnTo>
                    <a:pt x="82868" y="247650"/>
                  </a:lnTo>
                  <a:cubicBezTo>
                    <a:pt x="73343" y="247650"/>
                    <a:pt x="66675" y="240030"/>
                    <a:pt x="66675" y="231458"/>
                  </a:cubicBezTo>
                  <a:cubicBezTo>
                    <a:pt x="66675" y="221933"/>
                    <a:pt x="74295" y="215265"/>
                    <a:pt x="82868" y="215265"/>
                  </a:cubicBezTo>
                  <a:lnTo>
                    <a:pt x="263843" y="215265"/>
                  </a:lnTo>
                  <a:lnTo>
                    <a:pt x="263843" y="199072"/>
                  </a:lnTo>
                  <a:cubicBezTo>
                    <a:pt x="263843" y="189547"/>
                    <a:pt x="271463" y="182880"/>
                    <a:pt x="280035" y="182880"/>
                  </a:cubicBezTo>
                  <a:cubicBezTo>
                    <a:pt x="288607" y="182880"/>
                    <a:pt x="296227" y="190500"/>
                    <a:pt x="296227" y="199072"/>
                  </a:cubicBezTo>
                  <a:lnTo>
                    <a:pt x="296227" y="215265"/>
                  </a:lnTo>
                  <a:lnTo>
                    <a:pt x="345757" y="215265"/>
                  </a:lnTo>
                  <a:cubicBezTo>
                    <a:pt x="355282" y="215265"/>
                    <a:pt x="361950" y="222885"/>
                    <a:pt x="361950" y="231458"/>
                  </a:cubicBezTo>
                  <a:cubicBezTo>
                    <a:pt x="362902" y="240030"/>
                    <a:pt x="355282" y="247650"/>
                    <a:pt x="345757" y="247650"/>
                  </a:cubicBezTo>
                  <a:lnTo>
                    <a:pt x="345757" y="24765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6" name="Google Shape;1046;p44"/>
          <p:cNvGrpSpPr/>
          <p:nvPr/>
        </p:nvGrpSpPr>
        <p:grpSpPr>
          <a:xfrm>
            <a:off x="5450004" y="1483815"/>
            <a:ext cx="296655" cy="297620"/>
            <a:chOff x="5450004" y="1483815"/>
            <a:chExt cx="296655" cy="297620"/>
          </a:xfrm>
        </p:grpSpPr>
        <p:grpSp>
          <p:nvGrpSpPr>
            <p:cNvPr id="1047" name="Google Shape;1047;p44"/>
            <p:cNvGrpSpPr/>
            <p:nvPr/>
          </p:nvGrpSpPr>
          <p:grpSpPr>
            <a:xfrm>
              <a:off x="5450004" y="1483815"/>
              <a:ext cx="296655" cy="297620"/>
              <a:chOff x="7758031" y="614362"/>
              <a:chExt cx="561103" cy="562927"/>
            </a:xfrm>
          </p:grpSpPr>
          <p:sp>
            <p:nvSpPr>
              <p:cNvPr id="1048" name="Google Shape;1048;p44"/>
              <p:cNvSpPr/>
              <p:nvPr/>
            </p:nvSpPr>
            <p:spPr>
              <a:xfrm>
                <a:off x="7758031" y="915352"/>
                <a:ext cx="261065" cy="261065"/>
              </a:xfrm>
              <a:custGeom>
                <a:rect b="b" l="l" r="r" t="t"/>
                <a:pathLst>
                  <a:path extrusionOk="0" h="261065" w="261065">
                    <a:moveTo>
                      <a:pt x="242968" y="260985"/>
                    </a:moveTo>
                    <a:cubicBezTo>
                      <a:pt x="116286" y="244792"/>
                      <a:pt x="16273" y="145733"/>
                      <a:pt x="81" y="18097"/>
                    </a:cubicBezTo>
                    <a:cubicBezTo>
                      <a:pt x="-872" y="8572"/>
                      <a:pt x="6748" y="0"/>
                      <a:pt x="16273" y="0"/>
                    </a:cubicBezTo>
                    <a:lnTo>
                      <a:pt x="82948" y="0"/>
                    </a:lnTo>
                    <a:cubicBezTo>
                      <a:pt x="90568" y="0"/>
                      <a:pt x="98188" y="5715"/>
                      <a:pt x="99141" y="13335"/>
                    </a:cubicBezTo>
                    <a:cubicBezTo>
                      <a:pt x="111523" y="89535"/>
                      <a:pt x="171531" y="148590"/>
                      <a:pt x="247731" y="161925"/>
                    </a:cubicBezTo>
                    <a:cubicBezTo>
                      <a:pt x="255350" y="162878"/>
                      <a:pt x="261066" y="170498"/>
                      <a:pt x="261066" y="178117"/>
                    </a:cubicBezTo>
                    <a:lnTo>
                      <a:pt x="261066" y="244792"/>
                    </a:lnTo>
                    <a:cubicBezTo>
                      <a:pt x="261066" y="254317"/>
                      <a:pt x="252493" y="261937"/>
                      <a:pt x="242968" y="260985"/>
                    </a:cubicBezTo>
                    <a:lnTo>
                      <a:pt x="242968" y="2609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44"/>
              <p:cNvSpPr/>
              <p:nvPr/>
            </p:nvSpPr>
            <p:spPr>
              <a:xfrm>
                <a:off x="7758031" y="614362"/>
                <a:ext cx="456024" cy="263842"/>
              </a:xfrm>
              <a:custGeom>
                <a:rect b="b" l="l" r="r" t="t"/>
                <a:pathLst>
                  <a:path extrusionOk="0" h="263842" w="456024">
                    <a:moveTo>
                      <a:pt x="82948" y="263843"/>
                    </a:moveTo>
                    <a:lnTo>
                      <a:pt x="16273" y="263843"/>
                    </a:lnTo>
                    <a:cubicBezTo>
                      <a:pt x="6748" y="263843"/>
                      <a:pt x="-872" y="255270"/>
                      <a:pt x="81" y="245745"/>
                    </a:cubicBezTo>
                    <a:cubicBezTo>
                      <a:pt x="17225" y="105728"/>
                      <a:pt x="137241" y="0"/>
                      <a:pt x="278211" y="0"/>
                    </a:cubicBezTo>
                    <a:cubicBezTo>
                      <a:pt x="341075" y="0"/>
                      <a:pt x="400131" y="20003"/>
                      <a:pt x="449661" y="59055"/>
                    </a:cubicBezTo>
                    <a:cubicBezTo>
                      <a:pt x="457281" y="64770"/>
                      <a:pt x="458233" y="77153"/>
                      <a:pt x="451566" y="83820"/>
                    </a:cubicBezTo>
                    <a:lnTo>
                      <a:pt x="404893" y="130493"/>
                    </a:lnTo>
                    <a:cubicBezTo>
                      <a:pt x="399178" y="136208"/>
                      <a:pt x="390606" y="137160"/>
                      <a:pt x="383938" y="132398"/>
                    </a:cubicBezTo>
                    <a:cubicBezTo>
                      <a:pt x="353458" y="110490"/>
                      <a:pt x="317263" y="99060"/>
                      <a:pt x="279163" y="99060"/>
                    </a:cubicBezTo>
                    <a:cubicBezTo>
                      <a:pt x="190581" y="99060"/>
                      <a:pt x="115333" y="162878"/>
                      <a:pt x="101045" y="249555"/>
                    </a:cubicBezTo>
                    <a:cubicBezTo>
                      <a:pt x="98188" y="258128"/>
                      <a:pt x="91520" y="263843"/>
                      <a:pt x="82948" y="263843"/>
                    </a:cubicBezTo>
                    <a:lnTo>
                      <a:pt x="82948" y="26384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44"/>
              <p:cNvSpPr/>
              <p:nvPr/>
            </p:nvSpPr>
            <p:spPr>
              <a:xfrm>
                <a:off x="8056244" y="721972"/>
                <a:ext cx="262890" cy="455317"/>
              </a:xfrm>
              <a:custGeom>
                <a:rect b="b" l="l" r="r" t="t"/>
                <a:pathLst>
                  <a:path extrusionOk="0" h="455317" w="262890">
                    <a:moveTo>
                      <a:pt x="0" y="438172"/>
                    </a:moveTo>
                    <a:lnTo>
                      <a:pt x="0" y="371497"/>
                    </a:lnTo>
                    <a:cubicBezTo>
                      <a:pt x="0" y="363877"/>
                      <a:pt x="5715" y="356257"/>
                      <a:pt x="13335" y="355305"/>
                    </a:cubicBezTo>
                    <a:cubicBezTo>
                      <a:pt x="100965" y="341017"/>
                      <a:pt x="163830" y="265770"/>
                      <a:pt x="163830" y="177187"/>
                    </a:cubicBezTo>
                    <a:cubicBezTo>
                      <a:pt x="163830" y="139087"/>
                      <a:pt x="152400" y="102892"/>
                      <a:pt x="130493" y="72412"/>
                    </a:cubicBezTo>
                    <a:cubicBezTo>
                      <a:pt x="125730" y="65745"/>
                      <a:pt x="126682" y="57172"/>
                      <a:pt x="132398" y="51457"/>
                    </a:cubicBezTo>
                    <a:lnTo>
                      <a:pt x="179070" y="4785"/>
                    </a:lnTo>
                    <a:cubicBezTo>
                      <a:pt x="185738" y="-1883"/>
                      <a:pt x="197168" y="-1883"/>
                      <a:pt x="203835" y="6690"/>
                    </a:cubicBezTo>
                    <a:cubicBezTo>
                      <a:pt x="241935" y="56220"/>
                      <a:pt x="262890" y="115275"/>
                      <a:pt x="262890" y="178140"/>
                    </a:cubicBezTo>
                    <a:cubicBezTo>
                      <a:pt x="262890" y="319110"/>
                      <a:pt x="157163" y="438172"/>
                      <a:pt x="18098" y="455317"/>
                    </a:cubicBezTo>
                    <a:cubicBezTo>
                      <a:pt x="8573" y="455317"/>
                      <a:pt x="0" y="447697"/>
                      <a:pt x="0" y="438172"/>
                    </a:cubicBezTo>
                    <a:lnTo>
                      <a:pt x="0" y="43817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51" name="Google Shape;1051;p44"/>
            <p:cNvSpPr/>
            <p:nvPr/>
          </p:nvSpPr>
          <p:spPr>
            <a:xfrm>
              <a:off x="5529276" y="1589080"/>
              <a:ext cx="34668" cy="86420"/>
            </a:xfrm>
            <a:custGeom>
              <a:rect b="b" l="l" r="r" t="t"/>
              <a:pathLst>
                <a:path extrusionOk="0" h="163829" w="65722">
                  <a:moveTo>
                    <a:pt x="65722" y="16193"/>
                  </a:moveTo>
                  <a:cubicBezTo>
                    <a:pt x="65722" y="6668"/>
                    <a:pt x="58102" y="0"/>
                    <a:pt x="49530" y="0"/>
                  </a:cubicBezTo>
                  <a:lnTo>
                    <a:pt x="16193" y="0"/>
                  </a:lnTo>
                  <a:cubicBezTo>
                    <a:pt x="6668" y="0"/>
                    <a:pt x="0" y="7620"/>
                    <a:pt x="0" y="16193"/>
                  </a:cubicBezTo>
                  <a:lnTo>
                    <a:pt x="0" y="147638"/>
                  </a:lnTo>
                  <a:cubicBezTo>
                    <a:pt x="0" y="157163"/>
                    <a:pt x="7620" y="163830"/>
                    <a:pt x="16193" y="163830"/>
                  </a:cubicBezTo>
                  <a:lnTo>
                    <a:pt x="49530" y="163830"/>
                  </a:lnTo>
                  <a:cubicBezTo>
                    <a:pt x="59055" y="163830"/>
                    <a:pt x="65722" y="156210"/>
                    <a:pt x="65722" y="147638"/>
                  </a:cubicBezTo>
                  <a:lnTo>
                    <a:pt x="65722"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 name="Google Shape;1052;p44"/>
            <p:cNvSpPr/>
            <p:nvPr/>
          </p:nvSpPr>
          <p:spPr>
            <a:xfrm>
              <a:off x="5581651" y="1571454"/>
              <a:ext cx="34668" cy="104006"/>
            </a:xfrm>
            <a:custGeom>
              <a:rect b="b" l="l" r="r" t="t"/>
              <a:pathLst>
                <a:path extrusionOk="0" h="197167" w="65722">
                  <a:moveTo>
                    <a:pt x="65723" y="180975"/>
                  </a:moveTo>
                  <a:lnTo>
                    <a:pt x="65723" y="16193"/>
                  </a:lnTo>
                  <a:cubicBezTo>
                    <a:pt x="65723" y="6668"/>
                    <a:pt x="58103" y="0"/>
                    <a:pt x="49530" y="0"/>
                  </a:cubicBezTo>
                  <a:lnTo>
                    <a:pt x="16193" y="0"/>
                  </a:lnTo>
                  <a:cubicBezTo>
                    <a:pt x="6668" y="0"/>
                    <a:pt x="0" y="7620"/>
                    <a:pt x="0" y="16193"/>
                  </a:cubicBezTo>
                  <a:lnTo>
                    <a:pt x="0" y="180975"/>
                  </a:lnTo>
                  <a:cubicBezTo>
                    <a:pt x="0" y="190500"/>
                    <a:pt x="7620" y="197167"/>
                    <a:pt x="16193" y="197167"/>
                  </a:cubicBezTo>
                  <a:lnTo>
                    <a:pt x="49530" y="197167"/>
                  </a:lnTo>
                  <a:cubicBezTo>
                    <a:pt x="58103" y="197167"/>
                    <a:pt x="65723" y="190500"/>
                    <a:pt x="65723" y="180975"/>
                  </a:cubicBezTo>
                  <a:lnTo>
                    <a:pt x="65723" y="18097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44"/>
            <p:cNvSpPr/>
            <p:nvPr/>
          </p:nvSpPr>
          <p:spPr>
            <a:xfrm>
              <a:off x="5633523" y="1623828"/>
              <a:ext cx="34668" cy="51751"/>
            </a:xfrm>
            <a:custGeom>
              <a:rect b="b" l="l" r="r" t="t"/>
              <a:pathLst>
                <a:path extrusionOk="0" h="98107" w="65722">
                  <a:moveTo>
                    <a:pt x="65722" y="81915"/>
                  </a:moveTo>
                  <a:lnTo>
                    <a:pt x="65722" y="16193"/>
                  </a:lnTo>
                  <a:cubicBezTo>
                    <a:pt x="65722" y="6668"/>
                    <a:pt x="58102" y="0"/>
                    <a:pt x="49530" y="0"/>
                  </a:cubicBezTo>
                  <a:lnTo>
                    <a:pt x="16192" y="0"/>
                  </a:lnTo>
                  <a:cubicBezTo>
                    <a:pt x="6667" y="0"/>
                    <a:pt x="0" y="7620"/>
                    <a:pt x="0" y="16193"/>
                  </a:cubicBezTo>
                  <a:lnTo>
                    <a:pt x="0" y="81915"/>
                  </a:lnTo>
                  <a:cubicBezTo>
                    <a:pt x="0" y="91440"/>
                    <a:pt x="7620" y="98107"/>
                    <a:pt x="16192" y="98107"/>
                  </a:cubicBezTo>
                  <a:lnTo>
                    <a:pt x="49530" y="98107"/>
                  </a:lnTo>
                  <a:cubicBezTo>
                    <a:pt x="59055" y="98107"/>
                    <a:pt x="65722" y="91440"/>
                    <a:pt x="65722" y="81915"/>
                  </a:cubicBezTo>
                  <a:lnTo>
                    <a:pt x="65722" y="8191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4" name="Google Shape;1054;p44"/>
          <p:cNvGrpSpPr/>
          <p:nvPr/>
        </p:nvGrpSpPr>
        <p:grpSpPr>
          <a:xfrm>
            <a:off x="6104899" y="1483827"/>
            <a:ext cx="296442" cy="296909"/>
            <a:chOff x="6104899" y="1483827"/>
            <a:chExt cx="296442" cy="296909"/>
          </a:xfrm>
        </p:grpSpPr>
        <p:sp>
          <p:nvSpPr>
            <p:cNvPr id="1055" name="Google Shape;1055;p44"/>
            <p:cNvSpPr/>
            <p:nvPr/>
          </p:nvSpPr>
          <p:spPr>
            <a:xfrm>
              <a:off x="6104899" y="1483827"/>
              <a:ext cx="159274" cy="51751"/>
            </a:xfrm>
            <a:custGeom>
              <a:rect b="b" l="l" r="r" t="t"/>
              <a:pathLst>
                <a:path extrusionOk="0" h="98107" w="301942">
                  <a:moveTo>
                    <a:pt x="301943" y="0"/>
                  </a:moveTo>
                  <a:lnTo>
                    <a:pt x="16193" y="0"/>
                  </a:lnTo>
                  <a:cubicBezTo>
                    <a:pt x="6668" y="0"/>
                    <a:pt x="0" y="7620"/>
                    <a:pt x="0" y="16193"/>
                  </a:cubicBezTo>
                  <a:lnTo>
                    <a:pt x="0" y="98108"/>
                  </a:lnTo>
                  <a:lnTo>
                    <a:pt x="269557" y="98108"/>
                  </a:lnTo>
                  <a:lnTo>
                    <a:pt x="301943" y="0"/>
                  </a:lnTo>
                  <a:close/>
                  <a:moveTo>
                    <a:pt x="83820" y="65723"/>
                  </a:moveTo>
                  <a:cubicBezTo>
                    <a:pt x="74295" y="65723"/>
                    <a:pt x="67627" y="58103"/>
                    <a:pt x="67627" y="49530"/>
                  </a:cubicBezTo>
                  <a:cubicBezTo>
                    <a:pt x="67627" y="40958"/>
                    <a:pt x="75248" y="33338"/>
                    <a:pt x="83820" y="33338"/>
                  </a:cubicBezTo>
                  <a:cubicBezTo>
                    <a:pt x="92393" y="33338"/>
                    <a:pt x="100013" y="40958"/>
                    <a:pt x="100013" y="49530"/>
                  </a:cubicBezTo>
                  <a:cubicBezTo>
                    <a:pt x="100013" y="58103"/>
                    <a:pt x="92393" y="65723"/>
                    <a:pt x="83820" y="65723"/>
                  </a:cubicBezTo>
                  <a:lnTo>
                    <a:pt x="83820" y="65723"/>
                  </a:lnTo>
                  <a:close/>
                  <a:moveTo>
                    <a:pt x="149543" y="65723"/>
                  </a:moveTo>
                  <a:cubicBezTo>
                    <a:pt x="140018" y="65723"/>
                    <a:pt x="133350" y="58103"/>
                    <a:pt x="133350" y="49530"/>
                  </a:cubicBezTo>
                  <a:cubicBezTo>
                    <a:pt x="133350" y="40958"/>
                    <a:pt x="140970" y="33338"/>
                    <a:pt x="149543" y="33338"/>
                  </a:cubicBezTo>
                  <a:cubicBezTo>
                    <a:pt x="158115" y="33338"/>
                    <a:pt x="165735" y="40958"/>
                    <a:pt x="165735" y="49530"/>
                  </a:cubicBezTo>
                  <a:cubicBezTo>
                    <a:pt x="165735" y="58103"/>
                    <a:pt x="158115" y="65723"/>
                    <a:pt x="149543" y="65723"/>
                  </a:cubicBezTo>
                  <a:lnTo>
                    <a:pt x="149543" y="65723"/>
                  </a:lnTo>
                  <a:close/>
                  <a:moveTo>
                    <a:pt x="215265" y="65723"/>
                  </a:moveTo>
                  <a:cubicBezTo>
                    <a:pt x="205740" y="65723"/>
                    <a:pt x="199073" y="58103"/>
                    <a:pt x="199073" y="49530"/>
                  </a:cubicBezTo>
                  <a:cubicBezTo>
                    <a:pt x="199073" y="40958"/>
                    <a:pt x="206693" y="33338"/>
                    <a:pt x="215265" y="33338"/>
                  </a:cubicBezTo>
                  <a:cubicBezTo>
                    <a:pt x="223838" y="33338"/>
                    <a:pt x="231457" y="40958"/>
                    <a:pt x="231457" y="49530"/>
                  </a:cubicBezTo>
                  <a:cubicBezTo>
                    <a:pt x="231457" y="58103"/>
                    <a:pt x="223838" y="65723"/>
                    <a:pt x="215265" y="65723"/>
                  </a:cubicBezTo>
                  <a:lnTo>
                    <a:pt x="215265" y="6572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6" name="Google Shape;1056;p44"/>
            <p:cNvSpPr/>
            <p:nvPr/>
          </p:nvSpPr>
          <p:spPr>
            <a:xfrm>
              <a:off x="6104899" y="1483827"/>
              <a:ext cx="296442" cy="208514"/>
            </a:xfrm>
            <a:custGeom>
              <a:rect b="b" l="l" r="r" t="t"/>
              <a:pathLst>
                <a:path extrusionOk="0" h="395287" w="561975">
                  <a:moveTo>
                    <a:pt x="545782" y="0"/>
                  </a:moveTo>
                  <a:lnTo>
                    <a:pt x="337185" y="0"/>
                  </a:lnTo>
                  <a:lnTo>
                    <a:pt x="297180" y="120015"/>
                  </a:lnTo>
                  <a:cubicBezTo>
                    <a:pt x="295275" y="126683"/>
                    <a:pt x="288607" y="131445"/>
                    <a:pt x="281940" y="131445"/>
                  </a:cubicBezTo>
                  <a:lnTo>
                    <a:pt x="0" y="131445"/>
                  </a:lnTo>
                  <a:lnTo>
                    <a:pt x="0" y="379095"/>
                  </a:lnTo>
                  <a:cubicBezTo>
                    <a:pt x="0" y="388620"/>
                    <a:pt x="7620" y="395288"/>
                    <a:pt x="16193" y="395288"/>
                  </a:cubicBezTo>
                  <a:lnTo>
                    <a:pt x="66675" y="395288"/>
                  </a:lnTo>
                  <a:lnTo>
                    <a:pt x="66675" y="345758"/>
                  </a:lnTo>
                  <a:cubicBezTo>
                    <a:pt x="66675" y="318135"/>
                    <a:pt x="88582" y="296228"/>
                    <a:pt x="116205" y="296228"/>
                  </a:cubicBezTo>
                  <a:lnTo>
                    <a:pt x="165735" y="296228"/>
                  </a:lnTo>
                  <a:lnTo>
                    <a:pt x="165735" y="280035"/>
                  </a:lnTo>
                  <a:cubicBezTo>
                    <a:pt x="165735" y="252413"/>
                    <a:pt x="187643" y="230505"/>
                    <a:pt x="215265" y="230505"/>
                  </a:cubicBezTo>
                  <a:lnTo>
                    <a:pt x="346710" y="230505"/>
                  </a:lnTo>
                  <a:cubicBezTo>
                    <a:pt x="374332" y="230505"/>
                    <a:pt x="396240" y="252413"/>
                    <a:pt x="396240" y="280035"/>
                  </a:cubicBezTo>
                  <a:lnTo>
                    <a:pt x="396240" y="296228"/>
                  </a:lnTo>
                  <a:lnTo>
                    <a:pt x="445770" y="296228"/>
                  </a:lnTo>
                  <a:cubicBezTo>
                    <a:pt x="473393" y="296228"/>
                    <a:pt x="495300" y="318135"/>
                    <a:pt x="495300" y="345758"/>
                  </a:cubicBezTo>
                  <a:lnTo>
                    <a:pt x="495300" y="395288"/>
                  </a:lnTo>
                  <a:lnTo>
                    <a:pt x="545782" y="395288"/>
                  </a:lnTo>
                  <a:cubicBezTo>
                    <a:pt x="555307" y="395288"/>
                    <a:pt x="561975" y="387668"/>
                    <a:pt x="561975" y="379095"/>
                  </a:cubicBezTo>
                  <a:lnTo>
                    <a:pt x="561975" y="16193"/>
                  </a:lnTo>
                  <a:cubicBezTo>
                    <a:pt x="561975" y="7620"/>
                    <a:pt x="554355" y="0"/>
                    <a:pt x="545782" y="0"/>
                  </a:cubicBezTo>
                  <a:lnTo>
                    <a:pt x="545782" y="0"/>
                  </a:lnTo>
                  <a:close/>
                  <a:moveTo>
                    <a:pt x="445770" y="199073"/>
                  </a:moveTo>
                  <a:lnTo>
                    <a:pt x="116205" y="199073"/>
                  </a:lnTo>
                  <a:cubicBezTo>
                    <a:pt x="106680" y="199073"/>
                    <a:pt x="100013" y="191453"/>
                    <a:pt x="100013" y="182880"/>
                  </a:cubicBezTo>
                  <a:cubicBezTo>
                    <a:pt x="100013" y="173355"/>
                    <a:pt x="107632" y="166688"/>
                    <a:pt x="116205" y="166688"/>
                  </a:cubicBezTo>
                  <a:lnTo>
                    <a:pt x="445770" y="166688"/>
                  </a:lnTo>
                  <a:cubicBezTo>
                    <a:pt x="455295" y="166688"/>
                    <a:pt x="461963" y="174308"/>
                    <a:pt x="461963" y="182880"/>
                  </a:cubicBezTo>
                  <a:cubicBezTo>
                    <a:pt x="461963" y="191453"/>
                    <a:pt x="454343" y="199073"/>
                    <a:pt x="445770" y="199073"/>
                  </a:cubicBezTo>
                  <a:lnTo>
                    <a:pt x="445770" y="19907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 name="Google Shape;1057;p44"/>
            <p:cNvSpPr/>
            <p:nvPr/>
          </p:nvSpPr>
          <p:spPr>
            <a:xfrm>
              <a:off x="6158785" y="1623828"/>
              <a:ext cx="190929" cy="82401"/>
            </a:xfrm>
            <a:custGeom>
              <a:rect b="b" l="l" r="r" t="t"/>
              <a:pathLst>
                <a:path extrusionOk="0" h="156210" w="361950">
                  <a:moveTo>
                    <a:pt x="343852" y="65723"/>
                  </a:moveTo>
                  <a:lnTo>
                    <a:pt x="261938" y="65723"/>
                  </a:lnTo>
                  <a:lnTo>
                    <a:pt x="261938" y="16193"/>
                  </a:lnTo>
                  <a:cubicBezTo>
                    <a:pt x="261938" y="6668"/>
                    <a:pt x="254318" y="0"/>
                    <a:pt x="245745" y="0"/>
                  </a:cubicBezTo>
                  <a:lnTo>
                    <a:pt x="114300" y="0"/>
                  </a:lnTo>
                  <a:cubicBezTo>
                    <a:pt x="104775" y="0"/>
                    <a:pt x="98107" y="7620"/>
                    <a:pt x="98107" y="16193"/>
                  </a:cubicBezTo>
                  <a:lnTo>
                    <a:pt x="98107" y="65723"/>
                  </a:lnTo>
                  <a:lnTo>
                    <a:pt x="16193" y="65723"/>
                  </a:lnTo>
                  <a:cubicBezTo>
                    <a:pt x="6668" y="65723"/>
                    <a:pt x="0" y="73343"/>
                    <a:pt x="0" y="81915"/>
                  </a:cubicBezTo>
                  <a:lnTo>
                    <a:pt x="0" y="82868"/>
                  </a:lnTo>
                  <a:lnTo>
                    <a:pt x="164782" y="155258"/>
                  </a:lnTo>
                  <a:lnTo>
                    <a:pt x="164782" y="147638"/>
                  </a:lnTo>
                  <a:cubicBezTo>
                    <a:pt x="164782" y="138113"/>
                    <a:pt x="172402" y="131445"/>
                    <a:pt x="180975" y="131445"/>
                  </a:cubicBezTo>
                  <a:cubicBezTo>
                    <a:pt x="189547" y="131445"/>
                    <a:pt x="197168" y="139065"/>
                    <a:pt x="197168" y="147638"/>
                  </a:cubicBezTo>
                  <a:lnTo>
                    <a:pt x="197168" y="156210"/>
                  </a:lnTo>
                  <a:lnTo>
                    <a:pt x="361950" y="90488"/>
                  </a:lnTo>
                  <a:lnTo>
                    <a:pt x="361950" y="81915"/>
                  </a:lnTo>
                  <a:cubicBezTo>
                    <a:pt x="360045" y="73343"/>
                    <a:pt x="352425" y="65723"/>
                    <a:pt x="343852" y="65723"/>
                  </a:cubicBezTo>
                  <a:lnTo>
                    <a:pt x="343852" y="65723"/>
                  </a:lnTo>
                  <a:close/>
                  <a:moveTo>
                    <a:pt x="129540" y="65723"/>
                  </a:moveTo>
                  <a:lnTo>
                    <a:pt x="129540" y="32385"/>
                  </a:lnTo>
                  <a:lnTo>
                    <a:pt x="228600" y="32385"/>
                  </a:lnTo>
                  <a:lnTo>
                    <a:pt x="228600" y="65723"/>
                  </a:lnTo>
                  <a:lnTo>
                    <a:pt x="129540" y="6572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 name="Google Shape;1058;p44"/>
            <p:cNvSpPr/>
            <p:nvPr/>
          </p:nvSpPr>
          <p:spPr>
            <a:xfrm>
              <a:off x="6157778" y="1686779"/>
              <a:ext cx="190929" cy="93957"/>
            </a:xfrm>
            <a:custGeom>
              <a:rect b="b" l="l" r="r" t="t"/>
              <a:pathLst>
                <a:path extrusionOk="0" h="178117" w="361950">
                  <a:moveTo>
                    <a:pt x="197168" y="94298"/>
                  </a:moveTo>
                  <a:cubicBezTo>
                    <a:pt x="197168" y="103823"/>
                    <a:pt x="189548" y="110490"/>
                    <a:pt x="180975" y="110490"/>
                  </a:cubicBezTo>
                  <a:cubicBezTo>
                    <a:pt x="172402" y="110490"/>
                    <a:pt x="164782" y="102870"/>
                    <a:pt x="164782" y="94298"/>
                  </a:cubicBezTo>
                  <a:lnTo>
                    <a:pt x="164782" y="72390"/>
                  </a:lnTo>
                  <a:lnTo>
                    <a:pt x="0" y="0"/>
                  </a:lnTo>
                  <a:lnTo>
                    <a:pt x="0" y="161925"/>
                  </a:lnTo>
                  <a:cubicBezTo>
                    <a:pt x="0" y="171450"/>
                    <a:pt x="7620" y="178118"/>
                    <a:pt x="16193" y="178118"/>
                  </a:cubicBezTo>
                  <a:lnTo>
                    <a:pt x="345757" y="178118"/>
                  </a:lnTo>
                  <a:cubicBezTo>
                    <a:pt x="355282" y="178118"/>
                    <a:pt x="361950" y="170498"/>
                    <a:pt x="361950" y="161925"/>
                  </a:cubicBezTo>
                  <a:lnTo>
                    <a:pt x="361950" y="6668"/>
                  </a:lnTo>
                  <a:lnTo>
                    <a:pt x="197168" y="73343"/>
                  </a:lnTo>
                  <a:lnTo>
                    <a:pt x="197168" y="9429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9" name="Google Shape;1059;p44"/>
          <p:cNvGrpSpPr/>
          <p:nvPr/>
        </p:nvGrpSpPr>
        <p:grpSpPr>
          <a:xfrm>
            <a:off x="6799877" y="1493899"/>
            <a:ext cx="296442" cy="278333"/>
            <a:chOff x="6799877" y="1493899"/>
            <a:chExt cx="296442" cy="278333"/>
          </a:xfrm>
        </p:grpSpPr>
        <p:sp>
          <p:nvSpPr>
            <p:cNvPr id="1060" name="Google Shape;1060;p44"/>
            <p:cNvSpPr/>
            <p:nvPr/>
          </p:nvSpPr>
          <p:spPr>
            <a:xfrm>
              <a:off x="6921749" y="1703021"/>
              <a:ext cx="52254" cy="69211"/>
            </a:xfrm>
            <a:custGeom>
              <a:rect b="b" l="l" r="r" t="t"/>
              <a:pathLst>
                <a:path extrusionOk="0" h="131206" w="99060">
                  <a:moveTo>
                    <a:pt x="49531" y="131207"/>
                  </a:moveTo>
                  <a:cubicBezTo>
                    <a:pt x="21908" y="131207"/>
                    <a:pt x="0" y="109299"/>
                    <a:pt x="0" y="81677"/>
                  </a:cubicBezTo>
                  <a:cubicBezTo>
                    <a:pt x="0" y="60722"/>
                    <a:pt x="24766" y="21669"/>
                    <a:pt x="36195" y="6429"/>
                  </a:cubicBezTo>
                  <a:cubicBezTo>
                    <a:pt x="41910" y="-2143"/>
                    <a:pt x="57150" y="-2143"/>
                    <a:pt x="62866" y="6429"/>
                  </a:cubicBezTo>
                  <a:cubicBezTo>
                    <a:pt x="73343" y="21669"/>
                    <a:pt x="99060" y="60722"/>
                    <a:pt x="99060" y="81677"/>
                  </a:cubicBezTo>
                  <a:cubicBezTo>
                    <a:pt x="99060" y="109299"/>
                    <a:pt x="76200" y="131207"/>
                    <a:pt x="49531" y="131207"/>
                  </a:cubicBezTo>
                  <a:lnTo>
                    <a:pt x="49531" y="13120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 name="Google Shape;1061;p44"/>
            <p:cNvSpPr/>
            <p:nvPr/>
          </p:nvSpPr>
          <p:spPr>
            <a:xfrm>
              <a:off x="6874410" y="1633397"/>
              <a:ext cx="64814" cy="63810"/>
            </a:xfrm>
            <a:custGeom>
              <a:rect b="b" l="l" r="r" t="t"/>
              <a:pathLst>
                <a:path extrusionOk="0" h="120967" w="122871">
                  <a:moveTo>
                    <a:pt x="122872" y="0"/>
                  </a:moveTo>
                  <a:cubicBezTo>
                    <a:pt x="76200" y="3810"/>
                    <a:pt x="33338" y="21907"/>
                    <a:pt x="0" y="50482"/>
                  </a:cubicBezTo>
                  <a:lnTo>
                    <a:pt x="70484" y="120968"/>
                  </a:lnTo>
                  <a:cubicBezTo>
                    <a:pt x="85725" y="109538"/>
                    <a:pt x="102869" y="101918"/>
                    <a:pt x="122872" y="99060"/>
                  </a:cubicBezTo>
                  <a:lnTo>
                    <a:pt x="12287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2" name="Google Shape;1062;p44"/>
            <p:cNvSpPr/>
            <p:nvPr/>
          </p:nvSpPr>
          <p:spPr>
            <a:xfrm>
              <a:off x="6956498" y="1633397"/>
              <a:ext cx="64815" cy="64312"/>
            </a:xfrm>
            <a:custGeom>
              <a:rect b="b" l="l" r="r" t="t"/>
              <a:pathLst>
                <a:path extrusionOk="0" h="121919" w="122872">
                  <a:moveTo>
                    <a:pt x="0" y="0"/>
                  </a:moveTo>
                  <a:lnTo>
                    <a:pt x="0" y="100013"/>
                  </a:lnTo>
                  <a:cubicBezTo>
                    <a:pt x="19050" y="102870"/>
                    <a:pt x="37148" y="110490"/>
                    <a:pt x="52388" y="121920"/>
                  </a:cubicBezTo>
                  <a:lnTo>
                    <a:pt x="122873" y="51435"/>
                  </a:lnTo>
                  <a:cubicBezTo>
                    <a:pt x="89535" y="22860"/>
                    <a:pt x="46673" y="3810"/>
                    <a:pt x="0"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3" name="Google Shape;1063;p44"/>
            <p:cNvSpPr/>
            <p:nvPr/>
          </p:nvSpPr>
          <p:spPr>
            <a:xfrm>
              <a:off x="6996283" y="1672678"/>
              <a:ext cx="63876" cy="81898"/>
            </a:xfrm>
            <a:custGeom>
              <a:rect b="b" l="l" r="r" t="t"/>
              <a:pathLst>
                <a:path extrusionOk="0" h="155257" w="121092">
                  <a:moveTo>
                    <a:pt x="70485" y="0"/>
                  </a:moveTo>
                  <a:lnTo>
                    <a:pt x="0" y="70485"/>
                  </a:lnTo>
                  <a:cubicBezTo>
                    <a:pt x="14288" y="89535"/>
                    <a:pt x="22860" y="113348"/>
                    <a:pt x="22860" y="139065"/>
                  </a:cubicBezTo>
                  <a:cubicBezTo>
                    <a:pt x="22860" y="148590"/>
                    <a:pt x="30480" y="155258"/>
                    <a:pt x="39052" y="155258"/>
                  </a:cubicBezTo>
                  <a:lnTo>
                    <a:pt x="104775" y="155258"/>
                  </a:lnTo>
                  <a:cubicBezTo>
                    <a:pt x="114300" y="155258"/>
                    <a:pt x="120967" y="147638"/>
                    <a:pt x="120967" y="139065"/>
                  </a:cubicBezTo>
                  <a:cubicBezTo>
                    <a:pt x="122873" y="86677"/>
                    <a:pt x="102870" y="38100"/>
                    <a:pt x="70485" y="0"/>
                  </a:cubicBezTo>
                  <a:lnTo>
                    <a:pt x="70485"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 name="Google Shape;1064;p44"/>
            <p:cNvSpPr/>
            <p:nvPr/>
          </p:nvSpPr>
          <p:spPr>
            <a:xfrm>
              <a:off x="6834625" y="1672678"/>
              <a:ext cx="63810" cy="81898"/>
            </a:xfrm>
            <a:custGeom>
              <a:rect b="b" l="l" r="r" t="t"/>
              <a:pathLst>
                <a:path extrusionOk="0" h="155257" w="120967">
                  <a:moveTo>
                    <a:pt x="51435" y="0"/>
                  </a:moveTo>
                  <a:cubicBezTo>
                    <a:pt x="19050" y="37148"/>
                    <a:pt x="0" y="85725"/>
                    <a:pt x="0" y="139065"/>
                  </a:cubicBezTo>
                  <a:cubicBezTo>
                    <a:pt x="0" y="148590"/>
                    <a:pt x="7619" y="155258"/>
                    <a:pt x="16192" y="155258"/>
                  </a:cubicBezTo>
                  <a:lnTo>
                    <a:pt x="81915" y="155258"/>
                  </a:lnTo>
                  <a:cubicBezTo>
                    <a:pt x="91440" y="155258"/>
                    <a:pt x="98107" y="147638"/>
                    <a:pt x="98107" y="139065"/>
                  </a:cubicBezTo>
                  <a:cubicBezTo>
                    <a:pt x="98107" y="113348"/>
                    <a:pt x="106680" y="89535"/>
                    <a:pt x="120967" y="70485"/>
                  </a:cubicBezTo>
                  <a:lnTo>
                    <a:pt x="51435"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 name="Google Shape;1065;p44"/>
            <p:cNvSpPr/>
            <p:nvPr/>
          </p:nvSpPr>
          <p:spPr>
            <a:xfrm>
              <a:off x="6799877" y="1493899"/>
              <a:ext cx="296442" cy="225597"/>
            </a:xfrm>
            <a:custGeom>
              <a:rect b="b" l="l" r="r" t="t"/>
              <a:pathLst>
                <a:path extrusionOk="0" h="427672" w="561975">
                  <a:moveTo>
                    <a:pt x="545783" y="0"/>
                  </a:moveTo>
                  <a:lnTo>
                    <a:pt x="336233" y="0"/>
                  </a:lnTo>
                  <a:lnTo>
                    <a:pt x="296227" y="120015"/>
                  </a:lnTo>
                  <a:cubicBezTo>
                    <a:pt x="294323" y="126683"/>
                    <a:pt x="287655" y="131445"/>
                    <a:pt x="280988" y="131445"/>
                  </a:cubicBezTo>
                  <a:lnTo>
                    <a:pt x="0" y="131445"/>
                  </a:lnTo>
                  <a:lnTo>
                    <a:pt x="0" y="411480"/>
                  </a:lnTo>
                  <a:cubicBezTo>
                    <a:pt x="0" y="421005"/>
                    <a:pt x="7620" y="427673"/>
                    <a:pt x="16192" y="427673"/>
                  </a:cubicBezTo>
                  <a:lnTo>
                    <a:pt x="38100" y="427673"/>
                  </a:lnTo>
                  <a:cubicBezTo>
                    <a:pt x="60960" y="315278"/>
                    <a:pt x="160973" y="230505"/>
                    <a:pt x="280035" y="230505"/>
                  </a:cubicBezTo>
                  <a:cubicBezTo>
                    <a:pt x="399098" y="230505"/>
                    <a:pt x="499110" y="315278"/>
                    <a:pt x="521970" y="427673"/>
                  </a:cubicBezTo>
                  <a:lnTo>
                    <a:pt x="545783" y="427673"/>
                  </a:lnTo>
                  <a:cubicBezTo>
                    <a:pt x="555308" y="427673"/>
                    <a:pt x="561975" y="420053"/>
                    <a:pt x="561975" y="411480"/>
                  </a:cubicBezTo>
                  <a:lnTo>
                    <a:pt x="561975" y="16193"/>
                  </a:lnTo>
                  <a:cubicBezTo>
                    <a:pt x="561975" y="7620"/>
                    <a:pt x="554355" y="0"/>
                    <a:pt x="545783" y="0"/>
                  </a:cubicBezTo>
                  <a:lnTo>
                    <a:pt x="545783" y="0"/>
                  </a:lnTo>
                  <a:close/>
                  <a:moveTo>
                    <a:pt x="444817" y="197168"/>
                  </a:moveTo>
                  <a:lnTo>
                    <a:pt x="115252" y="197168"/>
                  </a:lnTo>
                  <a:cubicBezTo>
                    <a:pt x="105727" y="197168"/>
                    <a:pt x="99060" y="189548"/>
                    <a:pt x="99060" y="180975"/>
                  </a:cubicBezTo>
                  <a:cubicBezTo>
                    <a:pt x="99060" y="172403"/>
                    <a:pt x="106680" y="164783"/>
                    <a:pt x="115252" y="164783"/>
                  </a:cubicBezTo>
                  <a:lnTo>
                    <a:pt x="444817" y="164783"/>
                  </a:lnTo>
                  <a:cubicBezTo>
                    <a:pt x="454342" y="164783"/>
                    <a:pt x="461010" y="172403"/>
                    <a:pt x="461010" y="180975"/>
                  </a:cubicBezTo>
                  <a:cubicBezTo>
                    <a:pt x="461010" y="189548"/>
                    <a:pt x="453390" y="197168"/>
                    <a:pt x="444817" y="197168"/>
                  </a:cubicBezTo>
                  <a:lnTo>
                    <a:pt x="444817" y="19716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 name="Google Shape;1066;p44"/>
            <p:cNvSpPr/>
            <p:nvPr/>
          </p:nvSpPr>
          <p:spPr>
            <a:xfrm>
              <a:off x="6799877" y="1493899"/>
              <a:ext cx="158772" cy="52254"/>
            </a:xfrm>
            <a:custGeom>
              <a:rect b="b" l="l" r="r" t="t"/>
              <a:pathLst>
                <a:path extrusionOk="0" h="99059" w="300989">
                  <a:moveTo>
                    <a:pt x="267652" y="99060"/>
                  </a:moveTo>
                  <a:lnTo>
                    <a:pt x="300990" y="0"/>
                  </a:lnTo>
                  <a:lnTo>
                    <a:pt x="16192" y="0"/>
                  </a:lnTo>
                  <a:cubicBezTo>
                    <a:pt x="6667" y="0"/>
                    <a:pt x="0" y="7620"/>
                    <a:pt x="0" y="16193"/>
                  </a:cubicBezTo>
                  <a:lnTo>
                    <a:pt x="0" y="98108"/>
                  </a:lnTo>
                  <a:lnTo>
                    <a:pt x="267652" y="98108"/>
                  </a:lnTo>
                  <a:close/>
                  <a:moveTo>
                    <a:pt x="214313" y="33338"/>
                  </a:moveTo>
                  <a:cubicBezTo>
                    <a:pt x="223838" y="33338"/>
                    <a:pt x="230505" y="40958"/>
                    <a:pt x="230505" y="49530"/>
                  </a:cubicBezTo>
                  <a:cubicBezTo>
                    <a:pt x="230505" y="58103"/>
                    <a:pt x="222885" y="65723"/>
                    <a:pt x="214313" y="65723"/>
                  </a:cubicBezTo>
                  <a:cubicBezTo>
                    <a:pt x="205740" y="65723"/>
                    <a:pt x="198120" y="58103"/>
                    <a:pt x="198120" y="49530"/>
                  </a:cubicBezTo>
                  <a:cubicBezTo>
                    <a:pt x="198120" y="40958"/>
                    <a:pt x="204788" y="33338"/>
                    <a:pt x="214313" y="33338"/>
                  </a:cubicBezTo>
                  <a:lnTo>
                    <a:pt x="214313" y="33338"/>
                  </a:lnTo>
                  <a:close/>
                  <a:moveTo>
                    <a:pt x="148590" y="33338"/>
                  </a:moveTo>
                  <a:cubicBezTo>
                    <a:pt x="158115" y="33338"/>
                    <a:pt x="164783" y="40958"/>
                    <a:pt x="164783" y="49530"/>
                  </a:cubicBezTo>
                  <a:cubicBezTo>
                    <a:pt x="164783" y="58103"/>
                    <a:pt x="157163" y="65723"/>
                    <a:pt x="148590" y="65723"/>
                  </a:cubicBezTo>
                  <a:cubicBezTo>
                    <a:pt x="140017" y="65723"/>
                    <a:pt x="132398" y="58103"/>
                    <a:pt x="132398" y="49530"/>
                  </a:cubicBezTo>
                  <a:cubicBezTo>
                    <a:pt x="132398" y="40958"/>
                    <a:pt x="139065" y="33338"/>
                    <a:pt x="148590" y="33338"/>
                  </a:cubicBezTo>
                  <a:lnTo>
                    <a:pt x="148590" y="33338"/>
                  </a:lnTo>
                  <a:close/>
                  <a:moveTo>
                    <a:pt x="81915" y="33338"/>
                  </a:moveTo>
                  <a:cubicBezTo>
                    <a:pt x="91440" y="33338"/>
                    <a:pt x="98108" y="40958"/>
                    <a:pt x="98108" y="49530"/>
                  </a:cubicBezTo>
                  <a:cubicBezTo>
                    <a:pt x="98108" y="58103"/>
                    <a:pt x="90488" y="65723"/>
                    <a:pt x="81915" y="65723"/>
                  </a:cubicBezTo>
                  <a:cubicBezTo>
                    <a:pt x="73342" y="65723"/>
                    <a:pt x="65723" y="58103"/>
                    <a:pt x="65723" y="49530"/>
                  </a:cubicBezTo>
                  <a:cubicBezTo>
                    <a:pt x="65723" y="40958"/>
                    <a:pt x="73342" y="33338"/>
                    <a:pt x="81915" y="33338"/>
                  </a:cubicBezTo>
                  <a:lnTo>
                    <a:pt x="81915"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67" name="Google Shape;1067;p44"/>
          <p:cNvSpPr/>
          <p:nvPr/>
        </p:nvSpPr>
        <p:spPr>
          <a:xfrm>
            <a:off x="7494854" y="1483826"/>
            <a:ext cx="296442" cy="296442"/>
          </a:xfrm>
          <a:custGeom>
            <a:rect b="b" l="l" r="r" t="t"/>
            <a:pathLst>
              <a:path extrusionOk="0" h="561975" w="561975">
                <a:moveTo>
                  <a:pt x="512445" y="462915"/>
                </a:moveTo>
                <a:cubicBezTo>
                  <a:pt x="510540" y="462915"/>
                  <a:pt x="508635" y="462915"/>
                  <a:pt x="506730" y="463868"/>
                </a:cubicBezTo>
                <a:lnTo>
                  <a:pt x="481965" y="414338"/>
                </a:lnTo>
                <a:cubicBezTo>
                  <a:pt x="490538" y="405765"/>
                  <a:pt x="496252" y="393383"/>
                  <a:pt x="496252" y="380048"/>
                </a:cubicBezTo>
                <a:cubicBezTo>
                  <a:pt x="496252" y="352425"/>
                  <a:pt x="474345" y="330518"/>
                  <a:pt x="446723" y="330518"/>
                </a:cubicBezTo>
                <a:cubicBezTo>
                  <a:pt x="434340" y="330518"/>
                  <a:pt x="423863" y="335280"/>
                  <a:pt x="415290" y="341948"/>
                </a:cubicBezTo>
                <a:lnTo>
                  <a:pt x="358140" y="307658"/>
                </a:lnTo>
                <a:cubicBezTo>
                  <a:pt x="360998" y="299085"/>
                  <a:pt x="362902" y="290513"/>
                  <a:pt x="362902" y="280988"/>
                </a:cubicBezTo>
                <a:cubicBezTo>
                  <a:pt x="362902" y="271463"/>
                  <a:pt x="360998" y="262890"/>
                  <a:pt x="358140" y="254318"/>
                </a:cubicBezTo>
                <a:lnTo>
                  <a:pt x="415290" y="220028"/>
                </a:lnTo>
                <a:cubicBezTo>
                  <a:pt x="423863" y="226695"/>
                  <a:pt x="434340" y="231458"/>
                  <a:pt x="446723" y="231458"/>
                </a:cubicBezTo>
                <a:cubicBezTo>
                  <a:pt x="474345" y="231458"/>
                  <a:pt x="496252" y="209550"/>
                  <a:pt x="496252" y="181928"/>
                </a:cubicBezTo>
                <a:cubicBezTo>
                  <a:pt x="496252" y="168593"/>
                  <a:pt x="490538" y="156210"/>
                  <a:pt x="481965" y="147638"/>
                </a:cubicBezTo>
                <a:lnTo>
                  <a:pt x="506730" y="98108"/>
                </a:lnTo>
                <a:cubicBezTo>
                  <a:pt x="508635" y="98108"/>
                  <a:pt x="510540" y="99060"/>
                  <a:pt x="512445" y="99060"/>
                </a:cubicBezTo>
                <a:cubicBezTo>
                  <a:pt x="540067" y="99060"/>
                  <a:pt x="561975" y="77153"/>
                  <a:pt x="561975" y="49530"/>
                </a:cubicBezTo>
                <a:cubicBezTo>
                  <a:pt x="561975" y="21908"/>
                  <a:pt x="540067" y="0"/>
                  <a:pt x="512445" y="0"/>
                </a:cubicBezTo>
                <a:cubicBezTo>
                  <a:pt x="484823" y="0"/>
                  <a:pt x="462915" y="21908"/>
                  <a:pt x="462915" y="49530"/>
                </a:cubicBezTo>
                <a:cubicBezTo>
                  <a:pt x="462915" y="62865"/>
                  <a:pt x="468630" y="75248"/>
                  <a:pt x="477202" y="83820"/>
                </a:cubicBezTo>
                <a:lnTo>
                  <a:pt x="452438" y="133350"/>
                </a:lnTo>
                <a:cubicBezTo>
                  <a:pt x="450533" y="133350"/>
                  <a:pt x="448627" y="132398"/>
                  <a:pt x="446723" y="132398"/>
                </a:cubicBezTo>
                <a:cubicBezTo>
                  <a:pt x="444817" y="132398"/>
                  <a:pt x="442913" y="132398"/>
                  <a:pt x="441008" y="133350"/>
                </a:cubicBezTo>
                <a:lnTo>
                  <a:pt x="416242" y="83820"/>
                </a:lnTo>
                <a:cubicBezTo>
                  <a:pt x="424815" y="75248"/>
                  <a:pt x="430530" y="62865"/>
                  <a:pt x="430530" y="49530"/>
                </a:cubicBezTo>
                <a:cubicBezTo>
                  <a:pt x="430530" y="21908"/>
                  <a:pt x="408623" y="0"/>
                  <a:pt x="381000" y="0"/>
                </a:cubicBezTo>
                <a:cubicBezTo>
                  <a:pt x="353377" y="0"/>
                  <a:pt x="331470" y="21908"/>
                  <a:pt x="331470" y="49530"/>
                </a:cubicBezTo>
                <a:cubicBezTo>
                  <a:pt x="331470" y="77153"/>
                  <a:pt x="353377" y="99060"/>
                  <a:pt x="381000" y="99060"/>
                </a:cubicBezTo>
                <a:cubicBezTo>
                  <a:pt x="382905" y="99060"/>
                  <a:pt x="384810" y="99060"/>
                  <a:pt x="386715" y="98108"/>
                </a:cubicBezTo>
                <a:lnTo>
                  <a:pt x="411480" y="147638"/>
                </a:lnTo>
                <a:cubicBezTo>
                  <a:pt x="402908" y="156210"/>
                  <a:pt x="397192" y="168593"/>
                  <a:pt x="397192" y="181928"/>
                </a:cubicBezTo>
                <a:cubicBezTo>
                  <a:pt x="397192" y="185738"/>
                  <a:pt x="397192" y="188595"/>
                  <a:pt x="398145" y="191453"/>
                </a:cubicBezTo>
                <a:lnTo>
                  <a:pt x="341948" y="224790"/>
                </a:lnTo>
                <a:cubicBezTo>
                  <a:pt x="326708" y="208598"/>
                  <a:pt x="304800" y="197168"/>
                  <a:pt x="280988" y="197168"/>
                </a:cubicBezTo>
                <a:cubicBezTo>
                  <a:pt x="257175" y="197168"/>
                  <a:pt x="235267" y="207645"/>
                  <a:pt x="220027" y="224790"/>
                </a:cubicBezTo>
                <a:lnTo>
                  <a:pt x="163830" y="191453"/>
                </a:lnTo>
                <a:cubicBezTo>
                  <a:pt x="164783" y="188595"/>
                  <a:pt x="164783" y="184785"/>
                  <a:pt x="164783" y="181928"/>
                </a:cubicBezTo>
                <a:cubicBezTo>
                  <a:pt x="164783" y="168593"/>
                  <a:pt x="159067" y="156210"/>
                  <a:pt x="150495" y="147638"/>
                </a:cubicBezTo>
                <a:lnTo>
                  <a:pt x="175260" y="98108"/>
                </a:lnTo>
                <a:cubicBezTo>
                  <a:pt x="177165" y="98108"/>
                  <a:pt x="179070" y="99060"/>
                  <a:pt x="180975" y="99060"/>
                </a:cubicBezTo>
                <a:cubicBezTo>
                  <a:pt x="208598" y="99060"/>
                  <a:pt x="230505" y="77153"/>
                  <a:pt x="230505" y="49530"/>
                </a:cubicBezTo>
                <a:cubicBezTo>
                  <a:pt x="230505" y="21908"/>
                  <a:pt x="208598" y="0"/>
                  <a:pt x="180975" y="0"/>
                </a:cubicBezTo>
                <a:cubicBezTo>
                  <a:pt x="153352" y="0"/>
                  <a:pt x="131445" y="21908"/>
                  <a:pt x="131445" y="49530"/>
                </a:cubicBezTo>
                <a:cubicBezTo>
                  <a:pt x="131445" y="62865"/>
                  <a:pt x="137160" y="75248"/>
                  <a:pt x="145733" y="83820"/>
                </a:cubicBezTo>
                <a:lnTo>
                  <a:pt x="120967" y="133350"/>
                </a:lnTo>
                <a:cubicBezTo>
                  <a:pt x="119063" y="133350"/>
                  <a:pt x="117158" y="132398"/>
                  <a:pt x="115252" y="132398"/>
                </a:cubicBezTo>
                <a:cubicBezTo>
                  <a:pt x="113348" y="132398"/>
                  <a:pt x="111442" y="132398"/>
                  <a:pt x="109538" y="133350"/>
                </a:cubicBezTo>
                <a:lnTo>
                  <a:pt x="84773" y="83820"/>
                </a:lnTo>
                <a:cubicBezTo>
                  <a:pt x="93345" y="75248"/>
                  <a:pt x="99060" y="62865"/>
                  <a:pt x="99060" y="49530"/>
                </a:cubicBezTo>
                <a:cubicBezTo>
                  <a:pt x="99060" y="21908"/>
                  <a:pt x="77152" y="0"/>
                  <a:pt x="49530" y="0"/>
                </a:cubicBezTo>
                <a:cubicBezTo>
                  <a:pt x="21908" y="0"/>
                  <a:pt x="0" y="21908"/>
                  <a:pt x="0" y="49530"/>
                </a:cubicBezTo>
                <a:cubicBezTo>
                  <a:pt x="0" y="77153"/>
                  <a:pt x="21908" y="99060"/>
                  <a:pt x="49530" y="99060"/>
                </a:cubicBezTo>
                <a:cubicBezTo>
                  <a:pt x="51435" y="99060"/>
                  <a:pt x="53340" y="99060"/>
                  <a:pt x="55245" y="98108"/>
                </a:cubicBezTo>
                <a:lnTo>
                  <a:pt x="80010" y="147638"/>
                </a:lnTo>
                <a:cubicBezTo>
                  <a:pt x="71438" y="156210"/>
                  <a:pt x="65723" y="168593"/>
                  <a:pt x="65723" y="181928"/>
                </a:cubicBezTo>
                <a:cubicBezTo>
                  <a:pt x="65723" y="209550"/>
                  <a:pt x="87630" y="231458"/>
                  <a:pt x="115252" y="231458"/>
                </a:cubicBezTo>
                <a:cubicBezTo>
                  <a:pt x="127635" y="231458"/>
                  <a:pt x="138113" y="226695"/>
                  <a:pt x="146685" y="220028"/>
                </a:cubicBezTo>
                <a:lnTo>
                  <a:pt x="203835" y="254318"/>
                </a:lnTo>
                <a:cubicBezTo>
                  <a:pt x="200977" y="262890"/>
                  <a:pt x="199073" y="271463"/>
                  <a:pt x="199073" y="280988"/>
                </a:cubicBezTo>
                <a:cubicBezTo>
                  <a:pt x="199073" y="290513"/>
                  <a:pt x="200977" y="299085"/>
                  <a:pt x="203835" y="307658"/>
                </a:cubicBezTo>
                <a:lnTo>
                  <a:pt x="146685" y="341948"/>
                </a:lnTo>
                <a:cubicBezTo>
                  <a:pt x="138113" y="335280"/>
                  <a:pt x="127635" y="330518"/>
                  <a:pt x="115252" y="330518"/>
                </a:cubicBezTo>
                <a:cubicBezTo>
                  <a:pt x="87630" y="330518"/>
                  <a:pt x="65723" y="352425"/>
                  <a:pt x="65723" y="380048"/>
                </a:cubicBezTo>
                <a:cubicBezTo>
                  <a:pt x="65723" y="393383"/>
                  <a:pt x="71438" y="405765"/>
                  <a:pt x="80010" y="414338"/>
                </a:cubicBezTo>
                <a:lnTo>
                  <a:pt x="55245" y="463868"/>
                </a:lnTo>
                <a:cubicBezTo>
                  <a:pt x="53340" y="463868"/>
                  <a:pt x="51435" y="462915"/>
                  <a:pt x="49530" y="462915"/>
                </a:cubicBezTo>
                <a:cubicBezTo>
                  <a:pt x="21908" y="462915"/>
                  <a:pt x="0" y="484823"/>
                  <a:pt x="0" y="512445"/>
                </a:cubicBezTo>
                <a:cubicBezTo>
                  <a:pt x="0" y="540068"/>
                  <a:pt x="21908" y="561975"/>
                  <a:pt x="49530" y="561975"/>
                </a:cubicBezTo>
                <a:cubicBezTo>
                  <a:pt x="77152" y="561975"/>
                  <a:pt x="99060" y="540068"/>
                  <a:pt x="99060" y="512445"/>
                </a:cubicBezTo>
                <a:cubicBezTo>
                  <a:pt x="99060" y="499110"/>
                  <a:pt x="93345" y="486728"/>
                  <a:pt x="84773" y="478155"/>
                </a:cubicBezTo>
                <a:lnTo>
                  <a:pt x="109538" y="428625"/>
                </a:lnTo>
                <a:cubicBezTo>
                  <a:pt x="111442" y="428625"/>
                  <a:pt x="113348" y="429578"/>
                  <a:pt x="115252" y="429578"/>
                </a:cubicBezTo>
                <a:cubicBezTo>
                  <a:pt x="117158" y="429578"/>
                  <a:pt x="119063" y="429578"/>
                  <a:pt x="120967" y="428625"/>
                </a:cubicBezTo>
                <a:lnTo>
                  <a:pt x="145733" y="478155"/>
                </a:lnTo>
                <a:cubicBezTo>
                  <a:pt x="137160" y="486728"/>
                  <a:pt x="131445" y="499110"/>
                  <a:pt x="131445" y="512445"/>
                </a:cubicBezTo>
                <a:cubicBezTo>
                  <a:pt x="131445" y="540068"/>
                  <a:pt x="153352" y="561975"/>
                  <a:pt x="180975" y="561975"/>
                </a:cubicBezTo>
                <a:cubicBezTo>
                  <a:pt x="208598" y="561975"/>
                  <a:pt x="230505" y="540068"/>
                  <a:pt x="230505" y="512445"/>
                </a:cubicBezTo>
                <a:cubicBezTo>
                  <a:pt x="230505" y="484823"/>
                  <a:pt x="208598" y="462915"/>
                  <a:pt x="180975" y="462915"/>
                </a:cubicBezTo>
                <a:cubicBezTo>
                  <a:pt x="179070" y="462915"/>
                  <a:pt x="177165" y="462915"/>
                  <a:pt x="175260" y="463868"/>
                </a:cubicBezTo>
                <a:lnTo>
                  <a:pt x="150495" y="414338"/>
                </a:lnTo>
                <a:cubicBezTo>
                  <a:pt x="159067" y="405765"/>
                  <a:pt x="164783" y="393383"/>
                  <a:pt x="164783" y="380048"/>
                </a:cubicBezTo>
                <a:cubicBezTo>
                  <a:pt x="164783" y="376238"/>
                  <a:pt x="164783" y="373380"/>
                  <a:pt x="163830" y="370523"/>
                </a:cubicBezTo>
                <a:lnTo>
                  <a:pt x="220027" y="337185"/>
                </a:lnTo>
                <a:cubicBezTo>
                  <a:pt x="235267" y="353378"/>
                  <a:pt x="257175" y="364808"/>
                  <a:pt x="280988" y="364808"/>
                </a:cubicBezTo>
                <a:cubicBezTo>
                  <a:pt x="304800" y="364808"/>
                  <a:pt x="326708" y="354330"/>
                  <a:pt x="341948" y="337185"/>
                </a:cubicBezTo>
                <a:lnTo>
                  <a:pt x="398145" y="370523"/>
                </a:lnTo>
                <a:cubicBezTo>
                  <a:pt x="397192" y="373380"/>
                  <a:pt x="397192" y="377190"/>
                  <a:pt x="397192" y="380048"/>
                </a:cubicBezTo>
                <a:cubicBezTo>
                  <a:pt x="397192" y="393383"/>
                  <a:pt x="402908" y="405765"/>
                  <a:pt x="411480" y="414338"/>
                </a:cubicBezTo>
                <a:lnTo>
                  <a:pt x="386715" y="463868"/>
                </a:lnTo>
                <a:cubicBezTo>
                  <a:pt x="384810" y="463868"/>
                  <a:pt x="382905" y="462915"/>
                  <a:pt x="381000" y="462915"/>
                </a:cubicBezTo>
                <a:cubicBezTo>
                  <a:pt x="353377" y="462915"/>
                  <a:pt x="331470" y="484823"/>
                  <a:pt x="331470" y="512445"/>
                </a:cubicBezTo>
                <a:cubicBezTo>
                  <a:pt x="331470" y="540068"/>
                  <a:pt x="353377" y="561975"/>
                  <a:pt x="381000" y="561975"/>
                </a:cubicBezTo>
                <a:cubicBezTo>
                  <a:pt x="408623" y="561975"/>
                  <a:pt x="430530" y="540068"/>
                  <a:pt x="430530" y="512445"/>
                </a:cubicBezTo>
                <a:cubicBezTo>
                  <a:pt x="430530" y="499110"/>
                  <a:pt x="424815" y="486728"/>
                  <a:pt x="416242" y="478155"/>
                </a:cubicBezTo>
                <a:lnTo>
                  <a:pt x="441008" y="428625"/>
                </a:lnTo>
                <a:cubicBezTo>
                  <a:pt x="442913" y="428625"/>
                  <a:pt x="444817" y="429578"/>
                  <a:pt x="446723" y="429578"/>
                </a:cubicBezTo>
                <a:cubicBezTo>
                  <a:pt x="448627" y="429578"/>
                  <a:pt x="450533" y="429578"/>
                  <a:pt x="452438" y="428625"/>
                </a:cubicBezTo>
                <a:lnTo>
                  <a:pt x="477202" y="478155"/>
                </a:lnTo>
                <a:cubicBezTo>
                  <a:pt x="468630" y="486728"/>
                  <a:pt x="462915" y="499110"/>
                  <a:pt x="462915" y="512445"/>
                </a:cubicBezTo>
                <a:cubicBezTo>
                  <a:pt x="462915" y="540068"/>
                  <a:pt x="484823" y="561975"/>
                  <a:pt x="512445" y="561975"/>
                </a:cubicBezTo>
                <a:cubicBezTo>
                  <a:pt x="540067" y="561975"/>
                  <a:pt x="561975" y="540068"/>
                  <a:pt x="561975" y="512445"/>
                </a:cubicBezTo>
                <a:cubicBezTo>
                  <a:pt x="561975" y="484823"/>
                  <a:pt x="540067" y="462915"/>
                  <a:pt x="512445" y="462915"/>
                </a:cubicBezTo>
                <a:lnTo>
                  <a:pt x="512445" y="46291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68" name="Google Shape;1068;p44"/>
          <p:cNvGrpSpPr/>
          <p:nvPr/>
        </p:nvGrpSpPr>
        <p:grpSpPr>
          <a:xfrm>
            <a:off x="1350851" y="2206500"/>
            <a:ext cx="296442" cy="191041"/>
            <a:chOff x="1350851" y="2206500"/>
            <a:chExt cx="296442" cy="191041"/>
          </a:xfrm>
        </p:grpSpPr>
        <p:sp>
          <p:nvSpPr>
            <p:cNvPr id="1069" name="Google Shape;1069;p44"/>
            <p:cNvSpPr/>
            <p:nvPr/>
          </p:nvSpPr>
          <p:spPr>
            <a:xfrm>
              <a:off x="1350851" y="2206500"/>
              <a:ext cx="296442" cy="74864"/>
            </a:xfrm>
            <a:custGeom>
              <a:rect b="b" l="l" r="r" t="t"/>
              <a:pathLst>
                <a:path extrusionOk="0" h="141922" w="561975">
                  <a:moveTo>
                    <a:pt x="173355" y="141922"/>
                  </a:moveTo>
                  <a:cubicBezTo>
                    <a:pt x="191453" y="93345"/>
                    <a:pt x="235268" y="65722"/>
                    <a:pt x="280988" y="65722"/>
                  </a:cubicBezTo>
                  <a:cubicBezTo>
                    <a:pt x="330518" y="65722"/>
                    <a:pt x="372428" y="97155"/>
                    <a:pt x="388620" y="141922"/>
                  </a:cubicBezTo>
                  <a:lnTo>
                    <a:pt x="561975" y="56197"/>
                  </a:lnTo>
                  <a:lnTo>
                    <a:pt x="561975" y="49530"/>
                  </a:lnTo>
                  <a:cubicBezTo>
                    <a:pt x="561975" y="21908"/>
                    <a:pt x="540068" y="0"/>
                    <a:pt x="512445" y="0"/>
                  </a:cubicBezTo>
                  <a:lnTo>
                    <a:pt x="49530" y="0"/>
                  </a:lnTo>
                  <a:cubicBezTo>
                    <a:pt x="21908" y="0"/>
                    <a:pt x="0" y="21908"/>
                    <a:pt x="0" y="49530"/>
                  </a:cubicBezTo>
                  <a:lnTo>
                    <a:pt x="0" y="56197"/>
                  </a:lnTo>
                  <a:lnTo>
                    <a:pt x="173355" y="14192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 name="Google Shape;1070;p44"/>
            <p:cNvSpPr/>
            <p:nvPr/>
          </p:nvSpPr>
          <p:spPr>
            <a:xfrm>
              <a:off x="1350851" y="2255349"/>
              <a:ext cx="296442" cy="142191"/>
            </a:xfrm>
            <a:custGeom>
              <a:rect b="b" l="l" r="r" t="t"/>
              <a:pathLst>
                <a:path extrusionOk="0" h="269557" w="561975">
                  <a:moveTo>
                    <a:pt x="396240" y="81915"/>
                  </a:moveTo>
                  <a:cubicBezTo>
                    <a:pt x="396240" y="84773"/>
                    <a:pt x="396240" y="89535"/>
                    <a:pt x="396240" y="94298"/>
                  </a:cubicBezTo>
                  <a:cubicBezTo>
                    <a:pt x="396240" y="110490"/>
                    <a:pt x="376238" y="137160"/>
                    <a:pt x="346710" y="137160"/>
                  </a:cubicBezTo>
                  <a:cubicBezTo>
                    <a:pt x="334328" y="137160"/>
                    <a:pt x="322898" y="132398"/>
                    <a:pt x="313373" y="124778"/>
                  </a:cubicBezTo>
                  <a:cubicBezTo>
                    <a:pt x="304800" y="132398"/>
                    <a:pt x="293370" y="137160"/>
                    <a:pt x="280035" y="137160"/>
                  </a:cubicBezTo>
                  <a:cubicBezTo>
                    <a:pt x="252413" y="137160"/>
                    <a:pt x="230505" y="115253"/>
                    <a:pt x="230505" y="87630"/>
                  </a:cubicBezTo>
                  <a:cubicBezTo>
                    <a:pt x="230505" y="60008"/>
                    <a:pt x="252413" y="38100"/>
                    <a:pt x="280035" y="38100"/>
                  </a:cubicBezTo>
                  <a:cubicBezTo>
                    <a:pt x="307658" y="38100"/>
                    <a:pt x="329565" y="60008"/>
                    <a:pt x="329565" y="87630"/>
                  </a:cubicBezTo>
                  <a:cubicBezTo>
                    <a:pt x="329565" y="97155"/>
                    <a:pt x="337185" y="103823"/>
                    <a:pt x="345758" y="103823"/>
                  </a:cubicBezTo>
                  <a:cubicBezTo>
                    <a:pt x="355283" y="103823"/>
                    <a:pt x="361950" y="96203"/>
                    <a:pt x="361950" y="87630"/>
                  </a:cubicBezTo>
                  <a:cubicBezTo>
                    <a:pt x="361950" y="41910"/>
                    <a:pt x="324803" y="5715"/>
                    <a:pt x="280035" y="5715"/>
                  </a:cubicBezTo>
                  <a:cubicBezTo>
                    <a:pt x="254318" y="5715"/>
                    <a:pt x="229553" y="18098"/>
                    <a:pt x="213360" y="39053"/>
                  </a:cubicBezTo>
                  <a:cubicBezTo>
                    <a:pt x="197168" y="60008"/>
                    <a:pt x="193358" y="87630"/>
                    <a:pt x="201930" y="114300"/>
                  </a:cubicBezTo>
                  <a:cubicBezTo>
                    <a:pt x="217170" y="161925"/>
                    <a:pt x="272415" y="183833"/>
                    <a:pt x="317183" y="160973"/>
                  </a:cubicBezTo>
                  <a:cubicBezTo>
                    <a:pt x="325755" y="157163"/>
                    <a:pt x="335280" y="160020"/>
                    <a:pt x="339090" y="168592"/>
                  </a:cubicBezTo>
                  <a:cubicBezTo>
                    <a:pt x="342900" y="177165"/>
                    <a:pt x="340043" y="186690"/>
                    <a:pt x="331470" y="190500"/>
                  </a:cubicBezTo>
                  <a:cubicBezTo>
                    <a:pt x="315278" y="198120"/>
                    <a:pt x="298133" y="202883"/>
                    <a:pt x="280035" y="202883"/>
                  </a:cubicBezTo>
                  <a:cubicBezTo>
                    <a:pt x="227648" y="202883"/>
                    <a:pt x="184785" y="169545"/>
                    <a:pt x="170498" y="123825"/>
                  </a:cubicBezTo>
                  <a:cubicBezTo>
                    <a:pt x="165735" y="109538"/>
                    <a:pt x="164783" y="95250"/>
                    <a:pt x="165735" y="81915"/>
                  </a:cubicBezTo>
                  <a:lnTo>
                    <a:pt x="0" y="0"/>
                  </a:lnTo>
                  <a:lnTo>
                    <a:pt x="0" y="220028"/>
                  </a:lnTo>
                  <a:cubicBezTo>
                    <a:pt x="0" y="247650"/>
                    <a:pt x="21908" y="269558"/>
                    <a:pt x="49530" y="269558"/>
                  </a:cubicBezTo>
                  <a:lnTo>
                    <a:pt x="512445" y="269558"/>
                  </a:lnTo>
                  <a:cubicBezTo>
                    <a:pt x="540068" y="269558"/>
                    <a:pt x="561975" y="247650"/>
                    <a:pt x="561975" y="220028"/>
                  </a:cubicBezTo>
                  <a:lnTo>
                    <a:pt x="561975" y="0"/>
                  </a:lnTo>
                  <a:lnTo>
                    <a:pt x="396240" y="8191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44"/>
            <p:cNvSpPr/>
            <p:nvPr/>
          </p:nvSpPr>
          <p:spPr>
            <a:xfrm>
              <a:off x="1490853" y="2293624"/>
              <a:ext cx="17083" cy="17083"/>
            </a:xfrm>
            <a:custGeom>
              <a:rect b="b" l="l" r="r" t="t"/>
              <a:pathLst>
                <a:path extrusionOk="0" h="32384" w="32385">
                  <a:moveTo>
                    <a:pt x="32385" y="16192"/>
                  </a:moveTo>
                  <a:cubicBezTo>
                    <a:pt x="32385" y="25717"/>
                    <a:pt x="24765" y="32385"/>
                    <a:pt x="16193" y="32385"/>
                  </a:cubicBezTo>
                  <a:cubicBezTo>
                    <a:pt x="6668" y="32385"/>
                    <a:pt x="0" y="24765"/>
                    <a:pt x="0" y="16192"/>
                  </a:cubicBezTo>
                  <a:cubicBezTo>
                    <a:pt x="0" y="7620"/>
                    <a:pt x="7620" y="0"/>
                    <a:pt x="16193" y="0"/>
                  </a:cubicBezTo>
                  <a:cubicBezTo>
                    <a:pt x="25718" y="0"/>
                    <a:pt x="32385" y="6667"/>
                    <a:pt x="32385" y="16192"/>
                  </a:cubicBezTo>
                  <a:lnTo>
                    <a:pt x="32385" y="1619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2" name="Google Shape;1072;p44"/>
          <p:cNvGrpSpPr/>
          <p:nvPr/>
        </p:nvGrpSpPr>
        <p:grpSpPr>
          <a:xfrm>
            <a:off x="2035602" y="2158537"/>
            <a:ext cx="297368" cy="283100"/>
            <a:chOff x="2035602" y="2158537"/>
            <a:chExt cx="297368" cy="283100"/>
          </a:xfrm>
        </p:grpSpPr>
        <p:grpSp>
          <p:nvGrpSpPr>
            <p:cNvPr id="1073" name="Google Shape;1073;p44"/>
            <p:cNvGrpSpPr/>
            <p:nvPr/>
          </p:nvGrpSpPr>
          <p:grpSpPr>
            <a:xfrm>
              <a:off x="2035602" y="2158537"/>
              <a:ext cx="297368" cy="283100"/>
              <a:chOff x="1299923" y="1890552"/>
              <a:chExt cx="562451" cy="535464"/>
            </a:xfrm>
          </p:grpSpPr>
          <p:sp>
            <p:nvSpPr>
              <p:cNvPr id="1074" name="Google Shape;1074;p44"/>
              <p:cNvSpPr/>
              <p:nvPr/>
            </p:nvSpPr>
            <p:spPr>
              <a:xfrm>
                <a:off x="1465658" y="2131218"/>
                <a:ext cx="230981" cy="294798"/>
              </a:xfrm>
              <a:custGeom>
                <a:rect b="b" l="l" r="r" t="t"/>
                <a:pathLst>
                  <a:path extrusionOk="0" h="294798" w="230981">
                    <a:moveTo>
                      <a:pt x="165021" y="294799"/>
                    </a:moveTo>
                    <a:lnTo>
                      <a:pt x="65961" y="294799"/>
                    </a:lnTo>
                    <a:cubicBezTo>
                      <a:pt x="56436" y="294799"/>
                      <a:pt x="49768" y="287179"/>
                      <a:pt x="49768" y="278606"/>
                    </a:cubicBezTo>
                    <a:lnTo>
                      <a:pt x="49768" y="196691"/>
                    </a:lnTo>
                    <a:lnTo>
                      <a:pt x="16431" y="196691"/>
                    </a:lnTo>
                    <a:cubicBezTo>
                      <a:pt x="10716" y="196691"/>
                      <a:pt x="5001" y="193834"/>
                      <a:pt x="2143" y="188119"/>
                    </a:cubicBezTo>
                    <a:cubicBezTo>
                      <a:pt x="-714" y="183356"/>
                      <a:pt x="-714" y="176689"/>
                      <a:pt x="2143" y="171926"/>
                    </a:cubicBezTo>
                    <a:lnTo>
                      <a:pt x="101203" y="7144"/>
                    </a:lnTo>
                    <a:cubicBezTo>
                      <a:pt x="106918" y="-2381"/>
                      <a:pt x="123111" y="-2381"/>
                      <a:pt x="129778" y="7144"/>
                    </a:cubicBezTo>
                    <a:lnTo>
                      <a:pt x="228838" y="171926"/>
                    </a:lnTo>
                    <a:cubicBezTo>
                      <a:pt x="231696" y="176689"/>
                      <a:pt x="231696" y="183356"/>
                      <a:pt x="228838" y="188119"/>
                    </a:cubicBezTo>
                    <a:cubicBezTo>
                      <a:pt x="225981" y="192881"/>
                      <a:pt x="220266" y="196691"/>
                      <a:pt x="214551" y="196691"/>
                    </a:cubicBezTo>
                    <a:lnTo>
                      <a:pt x="181213" y="196691"/>
                    </a:lnTo>
                    <a:lnTo>
                      <a:pt x="181213" y="278606"/>
                    </a:lnTo>
                    <a:cubicBezTo>
                      <a:pt x="181213" y="287179"/>
                      <a:pt x="173593" y="294799"/>
                      <a:pt x="165021" y="294799"/>
                    </a:cubicBezTo>
                    <a:lnTo>
                      <a:pt x="165021" y="29479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 name="Google Shape;1075;p44"/>
              <p:cNvSpPr/>
              <p:nvPr/>
            </p:nvSpPr>
            <p:spPr>
              <a:xfrm>
                <a:off x="1299923" y="1890552"/>
                <a:ext cx="72787" cy="313002"/>
              </a:xfrm>
              <a:custGeom>
                <a:rect b="b" l="l" r="r" t="t"/>
                <a:pathLst>
                  <a:path extrusionOk="0" h="313002" w="72787">
                    <a:moveTo>
                      <a:pt x="42148" y="304960"/>
                    </a:moveTo>
                    <a:cubicBezTo>
                      <a:pt x="-14049" y="214472"/>
                      <a:pt x="-14049" y="98267"/>
                      <a:pt x="42148" y="7780"/>
                    </a:cubicBezTo>
                    <a:cubicBezTo>
                      <a:pt x="46911" y="160"/>
                      <a:pt x="57388" y="-2698"/>
                      <a:pt x="65008" y="3017"/>
                    </a:cubicBezTo>
                    <a:cubicBezTo>
                      <a:pt x="72628" y="7780"/>
                      <a:pt x="75486" y="18257"/>
                      <a:pt x="69771" y="25877"/>
                    </a:cubicBezTo>
                    <a:cubicBezTo>
                      <a:pt x="20241" y="105887"/>
                      <a:pt x="20241" y="207805"/>
                      <a:pt x="69771" y="287815"/>
                    </a:cubicBezTo>
                    <a:cubicBezTo>
                      <a:pt x="74533" y="295435"/>
                      <a:pt x="72628" y="305912"/>
                      <a:pt x="65008" y="310675"/>
                    </a:cubicBezTo>
                    <a:cubicBezTo>
                      <a:pt x="57388" y="315437"/>
                      <a:pt x="47863" y="312580"/>
                      <a:pt x="42148" y="304960"/>
                    </a:cubicBezTo>
                    <a:lnTo>
                      <a:pt x="42148" y="30496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 name="Google Shape;1076;p44"/>
              <p:cNvSpPr/>
              <p:nvPr/>
            </p:nvSpPr>
            <p:spPr>
              <a:xfrm>
                <a:off x="1789587" y="1890973"/>
                <a:ext cx="72787" cy="312582"/>
              </a:xfrm>
              <a:custGeom>
                <a:rect b="b" l="l" r="r" t="t"/>
                <a:pathLst>
                  <a:path extrusionOk="0" h="312582" w="72787">
                    <a:moveTo>
                      <a:pt x="7780" y="310254"/>
                    </a:moveTo>
                    <a:cubicBezTo>
                      <a:pt x="160" y="305492"/>
                      <a:pt x="-2698" y="295014"/>
                      <a:pt x="3017" y="287394"/>
                    </a:cubicBezTo>
                    <a:cubicBezTo>
                      <a:pt x="52547" y="207384"/>
                      <a:pt x="52547" y="105467"/>
                      <a:pt x="3017" y="25456"/>
                    </a:cubicBezTo>
                    <a:cubicBezTo>
                      <a:pt x="-1745" y="17836"/>
                      <a:pt x="160" y="7359"/>
                      <a:pt x="7780" y="2596"/>
                    </a:cubicBezTo>
                    <a:cubicBezTo>
                      <a:pt x="15400" y="-2166"/>
                      <a:pt x="25877" y="-261"/>
                      <a:pt x="30640" y="7359"/>
                    </a:cubicBezTo>
                    <a:cubicBezTo>
                      <a:pt x="86837" y="97846"/>
                      <a:pt x="86837" y="214051"/>
                      <a:pt x="30640" y="304539"/>
                    </a:cubicBezTo>
                    <a:cubicBezTo>
                      <a:pt x="24925" y="312159"/>
                      <a:pt x="15400" y="315017"/>
                      <a:pt x="7780" y="310254"/>
                    </a:cubicBezTo>
                    <a:lnTo>
                      <a:pt x="7780" y="31025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77" name="Google Shape;1077;p44"/>
            <p:cNvSpPr/>
            <p:nvPr/>
          </p:nvSpPr>
          <p:spPr>
            <a:xfrm>
              <a:off x="2071134" y="2177206"/>
              <a:ext cx="33120" cy="128189"/>
            </a:xfrm>
            <a:custGeom>
              <a:rect b="b" l="l" r="r" t="t"/>
              <a:pathLst>
                <a:path extrusionOk="0" h="243013" w="62786">
                  <a:moveTo>
                    <a:pt x="32147" y="234475"/>
                  </a:moveTo>
                  <a:cubicBezTo>
                    <a:pt x="-10716" y="165895"/>
                    <a:pt x="-10716" y="76360"/>
                    <a:pt x="32147" y="7780"/>
                  </a:cubicBezTo>
                  <a:cubicBezTo>
                    <a:pt x="36909" y="160"/>
                    <a:pt x="47387" y="-2698"/>
                    <a:pt x="55007" y="3017"/>
                  </a:cubicBezTo>
                  <a:cubicBezTo>
                    <a:pt x="62627" y="7780"/>
                    <a:pt x="65484" y="18257"/>
                    <a:pt x="59769" y="25877"/>
                  </a:cubicBezTo>
                  <a:cubicBezTo>
                    <a:pt x="23574" y="83980"/>
                    <a:pt x="23574" y="159227"/>
                    <a:pt x="59769" y="218282"/>
                  </a:cubicBezTo>
                  <a:cubicBezTo>
                    <a:pt x="64532" y="225902"/>
                    <a:pt x="62627" y="236380"/>
                    <a:pt x="55007" y="241142"/>
                  </a:cubicBezTo>
                  <a:cubicBezTo>
                    <a:pt x="47387" y="244952"/>
                    <a:pt x="36909" y="243047"/>
                    <a:pt x="32147" y="234475"/>
                  </a:cubicBezTo>
                  <a:lnTo>
                    <a:pt x="32147" y="23447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8" name="Google Shape;1078;p44"/>
            <p:cNvSpPr/>
            <p:nvPr/>
          </p:nvSpPr>
          <p:spPr>
            <a:xfrm>
              <a:off x="2264309" y="2176925"/>
              <a:ext cx="33120" cy="128304"/>
            </a:xfrm>
            <a:custGeom>
              <a:rect b="b" l="l" r="r" t="t"/>
              <a:pathLst>
                <a:path extrusionOk="0" h="243230" w="62786">
                  <a:moveTo>
                    <a:pt x="7780" y="240721"/>
                  </a:moveTo>
                  <a:cubicBezTo>
                    <a:pt x="160" y="235959"/>
                    <a:pt x="-2698" y="225482"/>
                    <a:pt x="3017" y="217862"/>
                  </a:cubicBezTo>
                  <a:cubicBezTo>
                    <a:pt x="39212" y="159759"/>
                    <a:pt x="39212" y="84512"/>
                    <a:pt x="3017" y="25457"/>
                  </a:cubicBezTo>
                  <a:cubicBezTo>
                    <a:pt x="-1745" y="17837"/>
                    <a:pt x="160" y="7359"/>
                    <a:pt x="7780" y="2596"/>
                  </a:cubicBezTo>
                  <a:cubicBezTo>
                    <a:pt x="15400" y="-2166"/>
                    <a:pt x="25877" y="-261"/>
                    <a:pt x="30640" y="7359"/>
                  </a:cubicBezTo>
                  <a:cubicBezTo>
                    <a:pt x="73502" y="75939"/>
                    <a:pt x="73502" y="165474"/>
                    <a:pt x="30640" y="234054"/>
                  </a:cubicBezTo>
                  <a:cubicBezTo>
                    <a:pt x="25877" y="243579"/>
                    <a:pt x="15400" y="245484"/>
                    <a:pt x="7780" y="240721"/>
                  </a:cubicBezTo>
                  <a:lnTo>
                    <a:pt x="7780" y="24072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 name="Google Shape;1079;p44"/>
            <p:cNvSpPr/>
            <p:nvPr/>
          </p:nvSpPr>
          <p:spPr>
            <a:xfrm>
              <a:off x="2105757" y="2163190"/>
              <a:ext cx="155778" cy="146211"/>
            </a:xfrm>
            <a:custGeom>
              <a:rect b="b" l="l" r="r" t="t"/>
              <a:pathLst>
                <a:path extrusionOk="0" h="277177" w="295314">
                  <a:moveTo>
                    <a:pt x="148590" y="0"/>
                  </a:moveTo>
                  <a:cubicBezTo>
                    <a:pt x="66675" y="0"/>
                    <a:pt x="0" y="66675"/>
                    <a:pt x="0" y="148590"/>
                  </a:cubicBezTo>
                  <a:cubicBezTo>
                    <a:pt x="0" y="201930"/>
                    <a:pt x="29528" y="250508"/>
                    <a:pt x="73343" y="276225"/>
                  </a:cubicBezTo>
                  <a:cubicBezTo>
                    <a:pt x="107633" y="220028"/>
                    <a:pt x="103823" y="223838"/>
                    <a:pt x="111443" y="214313"/>
                  </a:cubicBezTo>
                  <a:cubicBezTo>
                    <a:pt x="110490" y="213360"/>
                    <a:pt x="109538" y="212408"/>
                    <a:pt x="108585" y="211455"/>
                  </a:cubicBezTo>
                  <a:cubicBezTo>
                    <a:pt x="102870" y="203835"/>
                    <a:pt x="104775" y="194310"/>
                    <a:pt x="111443" y="188595"/>
                  </a:cubicBezTo>
                  <a:cubicBezTo>
                    <a:pt x="119063" y="182880"/>
                    <a:pt x="128588" y="184785"/>
                    <a:pt x="134303" y="191453"/>
                  </a:cubicBezTo>
                  <a:cubicBezTo>
                    <a:pt x="137160" y="195263"/>
                    <a:pt x="141923" y="198120"/>
                    <a:pt x="147638" y="198120"/>
                  </a:cubicBezTo>
                  <a:cubicBezTo>
                    <a:pt x="157163" y="198120"/>
                    <a:pt x="163830" y="190500"/>
                    <a:pt x="163830" y="181928"/>
                  </a:cubicBezTo>
                  <a:cubicBezTo>
                    <a:pt x="163830" y="172403"/>
                    <a:pt x="156210" y="165735"/>
                    <a:pt x="147638" y="165735"/>
                  </a:cubicBezTo>
                  <a:cubicBezTo>
                    <a:pt x="120015" y="165735"/>
                    <a:pt x="98108" y="143828"/>
                    <a:pt x="98108" y="116205"/>
                  </a:cubicBezTo>
                  <a:cubicBezTo>
                    <a:pt x="98108" y="94298"/>
                    <a:pt x="112395" y="76200"/>
                    <a:pt x="131445" y="69533"/>
                  </a:cubicBezTo>
                  <a:lnTo>
                    <a:pt x="131445" y="50483"/>
                  </a:lnTo>
                  <a:cubicBezTo>
                    <a:pt x="131445" y="40958"/>
                    <a:pt x="139065" y="34290"/>
                    <a:pt x="147638" y="34290"/>
                  </a:cubicBezTo>
                  <a:cubicBezTo>
                    <a:pt x="157163" y="34290"/>
                    <a:pt x="163830" y="41910"/>
                    <a:pt x="163830" y="50483"/>
                  </a:cubicBezTo>
                  <a:lnTo>
                    <a:pt x="163830" y="70485"/>
                  </a:lnTo>
                  <a:cubicBezTo>
                    <a:pt x="172403" y="73343"/>
                    <a:pt x="180975" y="79058"/>
                    <a:pt x="186690" y="86678"/>
                  </a:cubicBezTo>
                  <a:cubicBezTo>
                    <a:pt x="192405" y="94298"/>
                    <a:pt x="190500" y="103823"/>
                    <a:pt x="183833" y="109538"/>
                  </a:cubicBezTo>
                  <a:cubicBezTo>
                    <a:pt x="176213" y="115253"/>
                    <a:pt x="166688" y="113348"/>
                    <a:pt x="160973" y="106680"/>
                  </a:cubicBezTo>
                  <a:cubicBezTo>
                    <a:pt x="152400" y="95250"/>
                    <a:pt x="131445" y="101918"/>
                    <a:pt x="131445" y="116205"/>
                  </a:cubicBezTo>
                  <a:cubicBezTo>
                    <a:pt x="131445" y="125730"/>
                    <a:pt x="139065" y="132398"/>
                    <a:pt x="147638" y="132398"/>
                  </a:cubicBezTo>
                  <a:cubicBezTo>
                    <a:pt x="175260" y="132398"/>
                    <a:pt x="197168" y="154305"/>
                    <a:pt x="197168" y="181928"/>
                  </a:cubicBezTo>
                  <a:cubicBezTo>
                    <a:pt x="197168" y="194310"/>
                    <a:pt x="192405" y="205740"/>
                    <a:pt x="183833" y="215265"/>
                  </a:cubicBezTo>
                  <a:cubicBezTo>
                    <a:pt x="192405" y="223838"/>
                    <a:pt x="186690" y="218123"/>
                    <a:pt x="221933" y="277178"/>
                  </a:cubicBezTo>
                  <a:cubicBezTo>
                    <a:pt x="265748" y="251460"/>
                    <a:pt x="295275" y="202883"/>
                    <a:pt x="295275" y="149543"/>
                  </a:cubicBezTo>
                  <a:cubicBezTo>
                    <a:pt x="297180" y="65723"/>
                    <a:pt x="230505" y="0"/>
                    <a:pt x="148590" y="0"/>
                  </a:cubicBezTo>
                  <a:lnTo>
                    <a:pt x="14859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0" name="Google Shape;1080;p44"/>
          <p:cNvGrpSpPr/>
          <p:nvPr/>
        </p:nvGrpSpPr>
        <p:grpSpPr>
          <a:xfrm>
            <a:off x="2755914" y="2163694"/>
            <a:ext cx="295982" cy="278172"/>
            <a:chOff x="2755914" y="2163694"/>
            <a:chExt cx="295982" cy="278172"/>
          </a:xfrm>
        </p:grpSpPr>
        <p:sp>
          <p:nvSpPr>
            <p:cNvPr id="1081" name="Google Shape;1081;p44"/>
            <p:cNvSpPr/>
            <p:nvPr/>
          </p:nvSpPr>
          <p:spPr>
            <a:xfrm>
              <a:off x="2791166" y="2302689"/>
              <a:ext cx="225613" cy="139177"/>
            </a:xfrm>
            <a:custGeom>
              <a:rect b="b" l="l" r="r" t="t"/>
              <a:pathLst>
                <a:path extrusionOk="0" h="263842" w="427703">
                  <a:moveTo>
                    <a:pt x="378143" y="105727"/>
                  </a:moveTo>
                  <a:cubicBezTo>
                    <a:pt x="373380" y="72390"/>
                    <a:pt x="342900" y="46672"/>
                    <a:pt x="308610" y="49530"/>
                  </a:cubicBezTo>
                  <a:cubicBezTo>
                    <a:pt x="287655" y="19050"/>
                    <a:pt x="252413" y="0"/>
                    <a:pt x="214313" y="0"/>
                  </a:cubicBezTo>
                  <a:cubicBezTo>
                    <a:pt x="176213" y="0"/>
                    <a:pt x="141922" y="19050"/>
                    <a:pt x="120015" y="49530"/>
                  </a:cubicBezTo>
                  <a:cubicBezTo>
                    <a:pt x="85725" y="46672"/>
                    <a:pt x="56197" y="71438"/>
                    <a:pt x="50482" y="105727"/>
                  </a:cubicBezTo>
                  <a:cubicBezTo>
                    <a:pt x="20003" y="118110"/>
                    <a:pt x="0" y="147638"/>
                    <a:pt x="0" y="181927"/>
                  </a:cubicBezTo>
                  <a:cubicBezTo>
                    <a:pt x="0" y="227647"/>
                    <a:pt x="37147" y="263842"/>
                    <a:pt x="81915" y="263842"/>
                  </a:cubicBezTo>
                  <a:lnTo>
                    <a:pt x="345757" y="263842"/>
                  </a:lnTo>
                  <a:cubicBezTo>
                    <a:pt x="391478" y="263842"/>
                    <a:pt x="427672" y="226695"/>
                    <a:pt x="427672" y="181927"/>
                  </a:cubicBezTo>
                  <a:cubicBezTo>
                    <a:pt x="428625" y="147638"/>
                    <a:pt x="407670" y="118110"/>
                    <a:pt x="378143" y="105727"/>
                  </a:cubicBezTo>
                  <a:lnTo>
                    <a:pt x="378143" y="105727"/>
                  </a:lnTo>
                  <a:close/>
                  <a:moveTo>
                    <a:pt x="259080" y="160020"/>
                  </a:moveTo>
                  <a:cubicBezTo>
                    <a:pt x="252413" y="166688"/>
                    <a:pt x="241935" y="166688"/>
                    <a:pt x="236220" y="160020"/>
                  </a:cubicBezTo>
                  <a:lnTo>
                    <a:pt x="231457" y="155257"/>
                  </a:lnTo>
                  <a:lnTo>
                    <a:pt x="231457" y="180975"/>
                  </a:lnTo>
                  <a:cubicBezTo>
                    <a:pt x="231457" y="190500"/>
                    <a:pt x="223838" y="197167"/>
                    <a:pt x="215265" y="197167"/>
                  </a:cubicBezTo>
                  <a:cubicBezTo>
                    <a:pt x="205740" y="197167"/>
                    <a:pt x="199072" y="189547"/>
                    <a:pt x="199072" y="180975"/>
                  </a:cubicBezTo>
                  <a:lnTo>
                    <a:pt x="199072" y="155257"/>
                  </a:lnTo>
                  <a:lnTo>
                    <a:pt x="194310" y="160020"/>
                  </a:lnTo>
                  <a:cubicBezTo>
                    <a:pt x="187643" y="166688"/>
                    <a:pt x="177165" y="166688"/>
                    <a:pt x="171450" y="160020"/>
                  </a:cubicBezTo>
                  <a:cubicBezTo>
                    <a:pt x="164782" y="153352"/>
                    <a:pt x="164782" y="142875"/>
                    <a:pt x="171450" y="137160"/>
                  </a:cubicBezTo>
                  <a:lnTo>
                    <a:pt x="204788" y="103822"/>
                  </a:lnTo>
                  <a:cubicBezTo>
                    <a:pt x="211455" y="97155"/>
                    <a:pt x="221932" y="97155"/>
                    <a:pt x="227647" y="103822"/>
                  </a:cubicBezTo>
                  <a:lnTo>
                    <a:pt x="260985" y="137160"/>
                  </a:lnTo>
                  <a:cubicBezTo>
                    <a:pt x="265747" y="143827"/>
                    <a:pt x="265747" y="154305"/>
                    <a:pt x="259080" y="160020"/>
                  </a:cubicBezTo>
                  <a:lnTo>
                    <a:pt x="259080" y="16002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2" name="Google Shape;1082;p44"/>
            <p:cNvSpPr/>
            <p:nvPr/>
          </p:nvSpPr>
          <p:spPr>
            <a:xfrm>
              <a:off x="2756417" y="2163694"/>
              <a:ext cx="159274" cy="52254"/>
            </a:xfrm>
            <a:custGeom>
              <a:rect b="b" l="l" r="r" t="t"/>
              <a:pathLst>
                <a:path extrusionOk="0" h="99059" w="301942">
                  <a:moveTo>
                    <a:pt x="268605" y="99060"/>
                  </a:moveTo>
                  <a:lnTo>
                    <a:pt x="301942" y="0"/>
                  </a:lnTo>
                  <a:lnTo>
                    <a:pt x="16192" y="0"/>
                  </a:lnTo>
                  <a:cubicBezTo>
                    <a:pt x="6667" y="0"/>
                    <a:pt x="0" y="7620"/>
                    <a:pt x="0" y="16192"/>
                  </a:cubicBezTo>
                  <a:lnTo>
                    <a:pt x="0" y="98108"/>
                  </a:lnTo>
                  <a:lnTo>
                    <a:pt x="268605" y="98108"/>
                  </a:lnTo>
                  <a:close/>
                  <a:moveTo>
                    <a:pt x="214313" y="33338"/>
                  </a:moveTo>
                  <a:cubicBezTo>
                    <a:pt x="223838" y="33338"/>
                    <a:pt x="230505" y="40958"/>
                    <a:pt x="230505" y="49530"/>
                  </a:cubicBezTo>
                  <a:cubicBezTo>
                    <a:pt x="230505" y="58103"/>
                    <a:pt x="222885" y="65722"/>
                    <a:pt x="214313" y="65722"/>
                  </a:cubicBezTo>
                  <a:cubicBezTo>
                    <a:pt x="205740" y="65722"/>
                    <a:pt x="198120" y="58103"/>
                    <a:pt x="198120" y="49530"/>
                  </a:cubicBezTo>
                  <a:cubicBezTo>
                    <a:pt x="198120" y="40958"/>
                    <a:pt x="204788" y="33338"/>
                    <a:pt x="214313" y="33338"/>
                  </a:cubicBezTo>
                  <a:lnTo>
                    <a:pt x="214313" y="33338"/>
                  </a:lnTo>
                  <a:close/>
                  <a:moveTo>
                    <a:pt x="148590" y="33338"/>
                  </a:moveTo>
                  <a:cubicBezTo>
                    <a:pt x="158115" y="33338"/>
                    <a:pt x="164782" y="40958"/>
                    <a:pt x="164782" y="49530"/>
                  </a:cubicBezTo>
                  <a:cubicBezTo>
                    <a:pt x="164782" y="58103"/>
                    <a:pt x="157163" y="65722"/>
                    <a:pt x="148590" y="65722"/>
                  </a:cubicBezTo>
                  <a:cubicBezTo>
                    <a:pt x="139065" y="65722"/>
                    <a:pt x="132397" y="58103"/>
                    <a:pt x="132397" y="49530"/>
                  </a:cubicBezTo>
                  <a:cubicBezTo>
                    <a:pt x="132397" y="40958"/>
                    <a:pt x="139065" y="33338"/>
                    <a:pt x="148590" y="33338"/>
                  </a:cubicBezTo>
                  <a:lnTo>
                    <a:pt x="148590" y="33338"/>
                  </a:lnTo>
                  <a:close/>
                  <a:moveTo>
                    <a:pt x="82867" y="33338"/>
                  </a:moveTo>
                  <a:cubicBezTo>
                    <a:pt x="92392" y="33338"/>
                    <a:pt x="99060" y="40958"/>
                    <a:pt x="99060" y="49530"/>
                  </a:cubicBezTo>
                  <a:cubicBezTo>
                    <a:pt x="99060" y="58103"/>
                    <a:pt x="91440" y="65722"/>
                    <a:pt x="82867" y="65722"/>
                  </a:cubicBezTo>
                  <a:cubicBezTo>
                    <a:pt x="73342" y="65722"/>
                    <a:pt x="66675" y="58103"/>
                    <a:pt x="66675" y="49530"/>
                  </a:cubicBezTo>
                  <a:cubicBezTo>
                    <a:pt x="66675" y="40958"/>
                    <a:pt x="73342" y="33338"/>
                    <a:pt x="82867" y="33338"/>
                  </a:cubicBezTo>
                  <a:lnTo>
                    <a:pt x="82867"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 name="Google Shape;1083;p44"/>
            <p:cNvSpPr/>
            <p:nvPr/>
          </p:nvSpPr>
          <p:spPr>
            <a:xfrm>
              <a:off x="2755914" y="2163694"/>
              <a:ext cx="295982" cy="208514"/>
            </a:xfrm>
            <a:custGeom>
              <a:rect b="b" l="l" r="r" t="t"/>
              <a:pathLst>
                <a:path extrusionOk="0" h="395287" w="561103">
                  <a:moveTo>
                    <a:pt x="545782" y="0"/>
                  </a:moveTo>
                  <a:lnTo>
                    <a:pt x="337185" y="0"/>
                  </a:lnTo>
                  <a:lnTo>
                    <a:pt x="297180" y="120015"/>
                  </a:lnTo>
                  <a:cubicBezTo>
                    <a:pt x="295275" y="126683"/>
                    <a:pt x="288607" y="131445"/>
                    <a:pt x="281940" y="131445"/>
                  </a:cubicBezTo>
                  <a:lnTo>
                    <a:pt x="0" y="131445"/>
                  </a:lnTo>
                  <a:lnTo>
                    <a:pt x="0" y="378142"/>
                  </a:lnTo>
                  <a:cubicBezTo>
                    <a:pt x="0" y="387667"/>
                    <a:pt x="7620" y="394335"/>
                    <a:pt x="16193" y="394335"/>
                  </a:cubicBezTo>
                  <a:lnTo>
                    <a:pt x="44768" y="394335"/>
                  </a:lnTo>
                  <a:cubicBezTo>
                    <a:pt x="54293" y="374333"/>
                    <a:pt x="69532" y="357188"/>
                    <a:pt x="88582" y="345758"/>
                  </a:cubicBezTo>
                  <a:cubicBezTo>
                    <a:pt x="100965" y="309563"/>
                    <a:pt x="132397" y="283845"/>
                    <a:pt x="169545" y="280035"/>
                  </a:cubicBezTo>
                  <a:cubicBezTo>
                    <a:pt x="197168" y="248603"/>
                    <a:pt x="237172" y="230505"/>
                    <a:pt x="280035" y="230505"/>
                  </a:cubicBezTo>
                  <a:cubicBezTo>
                    <a:pt x="321945" y="230505"/>
                    <a:pt x="362903" y="248603"/>
                    <a:pt x="390525" y="280988"/>
                  </a:cubicBezTo>
                  <a:cubicBezTo>
                    <a:pt x="427672" y="285750"/>
                    <a:pt x="460057" y="311467"/>
                    <a:pt x="472440" y="346710"/>
                  </a:cubicBezTo>
                  <a:cubicBezTo>
                    <a:pt x="491490" y="358140"/>
                    <a:pt x="506730" y="375285"/>
                    <a:pt x="516255" y="395288"/>
                  </a:cubicBezTo>
                  <a:lnTo>
                    <a:pt x="544830" y="395288"/>
                  </a:lnTo>
                  <a:cubicBezTo>
                    <a:pt x="554355" y="395288"/>
                    <a:pt x="561022" y="387667"/>
                    <a:pt x="561022" y="379095"/>
                  </a:cubicBezTo>
                  <a:lnTo>
                    <a:pt x="561022" y="17145"/>
                  </a:lnTo>
                  <a:cubicBezTo>
                    <a:pt x="561975" y="7620"/>
                    <a:pt x="554355" y="0"/>
                    <a:pt x="545782" y="0"/>
                  </a:cubicBezTo>
                  <a:lnTo>
                    <a:pt x="545782" y="0"/>
                  </a:lnTo>
                  <a:close/>
                  <a:moveTo>
                    <a:pt x="445770" y="197167"/>
                  </a:moveTo>
                  <a:lnTo>
                    <a:pt x="116205" y="197167"/>
                  </a:lnTo>
                  <a:cubicBezTo>
                    <a:pt x="106680" y="197167"/>
                    <a:pt x="100013" y="189547"/>
                    <a:pt x="100013" y="180975"/>
                  </a:cubicBezTo>
                  <a:cubicBezTo>
                    <a:pt x="100013" y="172403"/>
                    <a:pt x="107632" y="164783"/>
                    <a:pt x="116205" y="164783"/>
                  </a:cubicBezTo>
                  <a:lnTo>
                    <a:pt x="445770" y="164783"/>
                  </a:lnTo>
                  <a:cubicBezTo>
                    <a:pt x="455295" y="164783"/>
                    <a:pt x="461963" y="172403"/>
                    <a:pt x="461963" y="180975"/>
                  </a:cubicBezTo>
                  <a:cubicBezTo>
                    <a:pt x="461963" y="189547"/>
                    <a:pt x="454343" y="197167"/>
                    <a:pt x="445770" y="197167"/>
                  </a:cubicBezTo>
                  <a:lnTo>
                    <a:pt x="445770" y="19716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4" name="Google Shape;1084;p44"/>
          <p:cNvGrpSpPr/>
          <p:nvPr/>
        </p:nvGrpSpPr>
        <p:grpSpPr>
          <a:xfrm>
            <a:off x="3425711" y="2153118"/>
            <a:ext cx="278435" cy="295939"/>
            <a:chOff x="3425711" y="2153118"/>
            <a:chExt cx="278435" cy="295939"/>
          </a:xfrm>
        </p:grpSpPr>
        <p:sp>
          <p:nvSpPr>
            <p:cNvPr id="1085" name="Google Shape;1085;p44"/>
            <p:cNvSpPr/>
            <p:nvPr/>
          </p:nvSpPr>
          <p:spPr>
            <a:xfrm>
              <a:off x="3460963" y="2188370"/>
              <a:ext cx="243182" cy="121591"/>
            </a:xfrm>
            <a:custGeom>
              <a:rect b="b" l="l" r="r" t="t"/>
              <a:pathLst>
                <a:path extrusionOk="0" h="230505" w="461009">
                  <a:moveTo>
                    <a:pt x="443865" y="65723"/>
                  </a:moveTo>
                  <a:lnTo>
                    <a:pt x="427672" y="65723"/>
                  </a:lnTo>
                  <a:lnTo>
                    <a:pt x="427672" y="49530"/>
                  </a:lnTo>
                  <a:cubicBezTo>
                    <a:pt x="427672" y="40005"/>
                    <a:pt x="420053" y="33338"/>
                    <a:pt x="411480" y="33338"/>
                  </a:cubicBezTo>
                  <a:lnTo>
                    <a:pt x="345757" y="33338"/>
                  </a:lnTo>
                  <a:cubicBezTo>
                    <a:pt x="336232" y="33338"/>
                    <a:pt x="329565" y="40958"/>
                    <a:pt x="329565" y="49530"/>
                  </a:cubicBezTo>
                  <a:lnTo>
                    <a:pt x="329565" y="65723"/>
                  </a:lnTo>
                  <a:lnTo>
                    <a:pt x="219075" y="65723"/>
                  </a:lnTo>
                  <a:cubicBezTo>
                    <a:pt x="200025" y="25718"/>
                    <a:pt x="160020" y="0"/>
                    <a:pt x="115253" y="0"/>
                  </a:cubicBezTo>
                  <a:cubicBezTo>
                    <a:pt x="51435" y="0"/>
                    <a:pt x="0" y="51435"/>
                    <a:pt x="0" y="115253"/>
                  </a:cubicBezTo>
                  <a:cubicBezTo>
                    <a:pt x="0" y="179070"/>
                    <a:pt x="51435" y="230505"/>
                    <a:pt x="115253" y="230505"/>
                  </a:cubicBezTo>
                  <a:cubicBezTo>
                    <a:pt x="159068" y="230505"/>
                    <a:pt x="200025" y="204788"/>
                    <a:pt x="219075" y="164783"/>
                  </a:cubicBezTo>
                  <a:lnTo>
                    <a:pt x="444818" y="164783"/>
                  </a:lnTo>
                  <a:cubicBezTo>
                    <a:pt x="454343" y="164783"/>
                    <a:pt x="461010" y="157163"/>
                    <a:pt x="461010" y="148590"/>
                  </a:cubicBezTo>
                  <a:lnTo>
                    <a:pt x="461010" y="82868"/>
                  </a:lnTo>
                  <a:cubicBezTo>
                    <a:pt x="460057" y="73343"/>
                    <a:pt x="452438" y="65723"/>
                    <a:pt x="443865" y="65723"/>
                  </a:cubicBezTo>
                  <a:lnTo>
                    <a:pt x="443865" y="65723"/>
                  </a:lnTo>
                  <a:close/>
                  <a:moveTo>
                    <a:pt x="114300" y="164783"/>
                  </a:moveTo>
                  <a:cubicBezTo>
                    <a:pt x="86678" y="164783"/>
                    <a:pt x="64770" y="142875"/>
                    <a:pt x="64770" y="115253"/>
                  </a:cubicBezTo>
                  <a:cubicBezTo>
                    <a:pt x="64770" y="87630"/>
                    <a:pt x="86678" y="65723"/>
                    <a:pt x="114300" y="65723"/>
                  </a:cubicBezTo>
                  <a:cubicBezTo>
                    <a:pt x="141922" y="65723"/>
                    <a:pt x="163830" y="87630"/>
                    <a:pt x="163830" y="115253"/>
                  </a:cubicBezTo>
                  <a:cubicBezTo>
                    <a:pt x="163830" y="142875"/>
                    <a:pt x="141922" y="164783"/>
                    <a:pt x="114300" y="164783"/>
                  </a:cubicBezTo>
                  <a:lnTo>
                    <a:pt x="114300" y="16478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 name="Google Shape;1086;p44"/>
            <p:cNvSpPr/>
            <p:nvPr/>
          </p:nvSpPr>
          <p:spPr>
            <a:xfrm>
              <a:off x="3512835" y="2240745"/>
              <a:ext cx="17083" cy="17083"/>
            </a:xfrm>
            <a:custGeom>
              <a:rect b="b" l="l" r="r" t="t"/>
              <a:pathLst>
                <a:path extrusionOk="0" h="32384" w="32385">
                  <a:moveTo>
                    <a:pt x="32385" y="16192"/>
                  </a:moveTo>
                  <a:cubicBezTo>
                    <a:pt x="32385" y="25717"/>
                    <a:pt x="24765" y="32385"/>
                    <a:pt x="16193" y="32385"/>
                  </a:cubicBezTo>
                  <a:cubicBezTo>
                    <a:pt x="7620" y="32385"/>
                    <a:pt x="0" y="24765"/>
                    <a:pt x="0" y="16192"/>
                  </a:cubicBezTo>
                  <a:cubicBezTo>
                    <a:pt x="0" y="7620"/>
                    <a:pt x="7620" y="0"/>
                    <a:pt x="16193" y="0"/>
                  </a:cubicBezTo>
                  <a:cubicBezTo>
                    <a:pt x="24765" y="0"/>
                    <a:pt x="32385" y="7620"/>
                    <a:pt x="32385" y="16192"/>
                  </a:cubicBezTo>
                  <a:lnTo>
                    <a:pt x="32385" y="1619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7" name="Google Shape;1087;p44"/>
            <p:cNvSpPr/>
            <p:nvPr/>
          </p:nvSpPr>
          <p:spPr>
            <a:xfrm>
              <a:off x="3425711" y="2153118"/>
              <a:ext cx="180880" cy="295939"/>
            </a:xfrm>
            <a:custGeom>
              <a:rect b="b" l="l" r="r" t="t"/>
              <a:pathLst>
                <a:path extrusionOk="0" h="561022" w="342900">
                  <a:moveTo>
                    <a:pt x="180975" y="330518"/>
                  </a:moveTo>
                  <a:cubicBezTo>
                    <a:pt x="99060" y="330518"/>
                    <a:pt x="32385" y="263843"/>
                    <a:pt x="32385" y="181928"/>
                  </a:cubicBezTo>
                  <a:cubicBezTo>
                    <a:pt x="32385" y="100013"/>
                    <a:pt x="99060" y="33338"/>
                    <a:pt x="180975" y="33338"/>
                  </a:cubicBezTo>
                  <a:cubicBezTo>
                    <a:pt x="230505" y="33338"/>
                    <a:pt x="276225" y="59055"/>
                    <a:pt x="303847" y="99060"/>
                  </a:cubicBezTo>
                  <a:lnTo>
                    <a:pt x="341947" y="99060"/>
                  </a:lnTo>
                  <a:cubicBezTo>
                    <a:pt x="311468" y="40005"/>
                    <a:pt x="250507" y="0"/>
                    <a:pt x="180975" y="0"/>
                  </a:cubicBezTo>
                  <a:cubicBezTo>
                    <a:pt x="80963" y="0"/>
                    <a:pt x="0" y="80963"/>
                    <a:pt x="0" y="180975"/>
                  </a:cubicBezTo>
                  <a:cubicBezTo>
                    <a:pt x="0" y="275273"/>
                    <a:pt x="72390" y="352425"/>
                    <a:pt x="164782" y="360998"/>
                  </a:cubicBezTo>
                  <a:lnTo>
                    <a:pt x="164782" y="394335"/>
                  </a:lnTo>
                  <a:lnTo>
                    <a:pt x="148590" y="394335"/>
                  </a:lnTo>
                  <a:cubicBezTo>
                    <a:pt x="139065" y="394335"/>
                    <a:pt x="132397" y="401955"/>
                    <a:pt x="132397" y="410528"/>
                  </a:cubicBezTo>
                  <a:lnTo>
                    <a:pt x="132397" y="511493"/>
                  </a:lnTo>
                  <a:cubicBezTo>
                    <a:pt x="132397" y="539115"/>
                    <a:pt x="154305" y="561023"/>
                    <a:pt x="181928" y="561023"/>
                  </a:cubicBezTo>
                  <a:cubicBezTo>
                    <a:pt x="209550" y="561023"/>
                    <a:pt x="231457" y="539115"/>
                    <a:pt x="231457" y="511493"/>
                  </a:cubicBezTo>
                  <a:lnTo>
                    <a:pt x="231457" y="410528"/>
                  </a:lnTo>
                  <a:cubicBezTo>
                    <a:pt x="231457" y="401003"/>
                    <a:pt x="223838" y="394335"/>
                    <a:pt x="215265" y="394335"/>
                  </a:cubicBezTo>
                  <a:lnTo>
                    <a:pt x="199072" y="394335"/>
                  </a:lnTo>
                  <a:lnTo>
                    <a:pt x="199072" y="360045"/>
                  </a:lnTo>
                  <a:cubicBezTo>
                    <a:pt x="260985" y="354330"/>
                    <a:pt x="315278" y="317183"/>
                    <a:pt x="342900" y="262890"/>
                  </a:cubicBezTo>
                  <a:lnTo>
                    <a:pt x="304800" y="262890"/>
                  </a:lnTo>
                  <a:cubicBezTo>
                    <a:pt x="276225" y="304800"/>
                    <a:pt x="230505" y="330518"/>
                    <a:pt x="180975" y="330518"/>
                  </a:cubicBezTo>
                  <a:lnTo>
                    <a:pt x="180975" y="33051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8" name="Google Shape;1088;p44"/>
          <p:cNvGrpSpPr/>
          <p:nvPr/>
        </p:nvGrpSpPr>
        <p:grpSpPr>
          <a:xfrm>
            <a:off x="4120688" y="2163694"/>
            <a:ext cx="295982" cy="277589"/>
            <a:chOff x="4120688" y="2163694"/>
            <a:chExt cx="295982" cy="277589"/>
          </a:xfrm>
        </p:grpSpPr>
        <p:sp>
          <p:nvSpPr>
            <p:cNvPr id="1089" name="Google Shape;1089;p44"/>
            <p:cNvSpPr/>
            <p:nvPr/>
          </p:nvSpPr>
          <p:spPr>
            <a:xfrm>
              <a:off x="4120688" y="2163694"/>
              <a:ext cx="295982" cy="208011"/>
            </a:xfrm>
            <a:custGeom>
              <a:rect b="b" l="l" r="r" t="t"/>
              <a:pathLst>
                <a:path extrusionOk="0" h="394334" w="561103">
                  <a:moveTo>
                    <a:pt x="545782" y="0"/>
                  </a:moveTo>
                  <a:lnTo>
                    <a:pt x="337185" y="0"/>
                  </a:lnTo>
                  <a:lnTo>
                    <a:pt x="297180" y="120015"/>
                  </a:lnTo>
                  <a:cubicBezTo>
                    <a:pt x="295275" y="126683"/>
                    <a:pt x="288607" y="131445"/>
                    <a:pt x="281940" y="131445"/>
                  </a:cubicBezTo>
                  <a:lnTo>
                    <a:pt x="0" y="131445"/>
                  </a:lnTo>
                  <a:lnTo>
                    <a:pt x="0" y="378142"/>
                  </a:lnTo>
                  <a:cubicBezTo>
                    <a:pt x="0" y="387667"/>
                    <a:pt x="7620" y="394335"/>
                    <a:pt x="16193" y="394335"/>
                  </a:cubicBezTo>
                  <a:lnTo>
                    <a:pt x="33338" y="394335"/>
                  </a:lnTo>
                  <a:lnTo>
                    <a:pt x="33338" y="213360"/>
                  </a:lnTo>
                  <a:cubicBezTo>
                    <a:pt x="33338" y="185738"/>
                    <a:pt x="55245" y="163830"/>
                    <a:pt x="82868" y="163830"/>
                  </a:cubicBezTo>
                  <a:lnTo>
                    <a:pt x="478155" y="163830"/>
                  </a:lnTo>
                  <a:cubicBezTo>
                    <a:pt x="505777" y="163830"/>
                    <a:pt x="527685" y="185738"/>
                    <a:pt x="527685" y="213360"/>
                  </a:cubicBezTo>
                  <a:lnTo>
                    <a:pt x="527685" y="394335"/>
                  </a:lnTo>
                  <a:lnTo>
                    <a:pt x="544830" y="394335"/>
                  </a:lnTo>
                  <a:cubicBezTo>
                    <a:pt x="554355" y="394335"/>
                    <a:pt x="561023" y="386715"/>
                    <a:pt x="561023" y="378142"/>
                  </a:cubicBezTo>
                  <a:lnTo>
                    <a:pt x="561023" y="16192"/>
                  </a:lnTo>
                  <a:cubicBezTo>
                    <a:pt x="561975" y="7620"/>
                    <a:pt x="554355" y="0"/>
                    <a:pt x="545782" y="0"/>
                  </a:cubicBezTo>
                  <a:lnTo>
                    <a:pt x="54578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0" name="Google Shape;1090;p44"/>
            <p:cNvSpPr/>
            <p:nvPr/>
          </p:nvSpPr>
          <p:spPr>
            <a:xfrm>
              <a:off x="4121192" y="2163694"/>
              <a:ext cx="159274" cy="52254"/>
            </a:xfrm>
            <a:custGeom>
              <a:rect b="b" l="l" r="r" t="t"/>
              <a:pathLst>
                <a:path extrusionOk="0" h="99059" w="301942">
                  <a:moveTo>
                    <a:pt x="268605" y="99060"/>
                  </a:moveTo>
                  <a:lnTo>
                    <a:pt x="301943" y="0"/>
                  </a:lnTo>
                  <a:lnTo>
                    <a:pt x="16193" y="0"/>
                  </a:lnTo>
                  <a:cubicBezTo>
                    <a:pt x="6668" y="0"/>
                    <a:pt x="0" y="7620"/>
                    <a:pt x="0" y="16192"/>
                  </a:cubicBezTo>
                  <a:lnTo>
                    <a:pt x="0" y="98108"/>
                  </a:lnTo>
                  <a:lnTo>
                    <a:pt x="268605" y="98108"/>
                  </a:lnTo>
                  <a:close/>
                  <a:moveTo>
                    <a:pt x="214313" y="33338"/>
                  </a:moveTo>
                  <a:cubicBezTo>
                    <a:pt x="223838" y="33338"/>
                    <a:pt x="230505" y="40958"/>
                    <a:pt x="230505" y="49530"/>
                  </a:cubicBezTo>
                  <a:cubicBezTo>
                    <a:pt x="230505" y="58103"/>
                    <a:pt x="222885" y="65722"/>
                    <a:pt x="214313" y="65722"/>
                  </a:cubicBezTo>
                  <a:cubicBezTo>
                    <a:pt x="205740" y="65722"/>
                    <a:pt x="198120" y="58103"/>
                    <a:pt x="198120" y="49530"/>
                  </a:cubicBezTo>
                  <a:cubicBezTo>
                    <a:pt x="198120" y="40958"/>
                    <a:pt x="204788" y="33338"/>
                    <a:pt x="214313" y="33338"/>
                  </a:cubicBezTo>
                  <a:lnTo>
                    <a:pt x="214313" y="33338"/>
                  </a:lnTo>
                  <a:close/>
                  <a:moveTo>
                    <a:pt x="148590" y="33338"/>
                  </a:moveTo>
                  <a:cubicBezTo>
                    <a:pt x="158115" y="33338"/>
                    <a:pt x="164783" y="40958"/>
                    <a:pt x="164783" y="49530"/>
                  </a:cubicBezTo>
                  <a:cubicBezTo>
                    <a:pt x="164783" y="58103"/>
                    <a:pt x="157163" y="65722"/>
                    <a:pt x="148590" y="65722"/>
                  </a:cubicBezTo>
                  <a:cubicBezTo>
                    <a:pt x="140018" y="65722"/>
                    <a:pt x="132398" y="58103"/>
                    <a:pt x="132398" y="49530"/>
                  </a:cubicBezTo>
                  <a:cubicBezTo>
                    <a:pt x="132398" y="40958"/>
                    <a:pt x="139065" y="33338"/>
                    <a:pt x="148590" y="33338"/>
                  </a:cubicBezTo>
                  <a:lnTo>
                    <a:pt x="148590" y="33338"/>
                  </a:lnTo>
                  <a:close/>
                  <a:moveTo>
                    <a:pt x="82868" y="33338"/>
                  </a:moveTo>
                  <a:cubicBezTo>
                    <a:pt x="92393" y="33338"/>
                    <a:pt x="99060" y="40958"/>
                    <a:pt x="99060" y="49530"/>
                  </a:cubicBezTo>
                  <a:cubicBezTo>
                    <a:pt x="99060" y="58103"/>
                    <a:pt x="91440" y="65722"/>
                    <a:pt x="82868" y="65722"/>
                  </a:cubicBezTo>
                  <a:cubicBezTo>
                    <a:pt x="74295" y="65722"/>
                    <a:pt x="66675" y="58103"/>
                    <a:pt x="66675" y="49530"/>
                  </a:cubicBezTo>
                  <a:cubicBezTo>
                    <a:pt x="66675" y="40958"/>
                    <a:pt x="73343" y="33338"/>
                    <a:pt x="82868" y="33338"/>
                  </a:cubicBezTo>
                  <a:lnTo>
                    <a:pt x="82868"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1" name="Google Shape;1091;p44"/>
            <p:cNvSpPr/>
            <p:nvPr/>
          </p:nvSpPr>
          <p:spPr>
            <a:xfrm>
              <a:off x="4155941" y="2267940"/>
              <a:ext cx="225640" cy="173343"/>
            </a:xfrm>
            <a:custGeom>
              <a:rect b="b" l="l" r="r" t="t"/>
              <a:pathLst>
                <a:path extrusionOk="0" h="328612" w="427753">
                  <a:moveTo>
                    <a:pt x="411480" y="0"/>
                  </a:moveTo>
                  <a:lnTo>
                    <a:pt x="16193" y="0"/>
                  </a:lnTo>
                  <a:cubicBezTo>
                    <a:pt x="6668" y="0"/>
                    <a:pt x="0" y="7620"/>
                    <a:pt x="0" y="16192"/>
                  </a:cubicBezTo>
                  <a:lnTo>
                    <a:pt x="0" y="312420"/>
                  </a:lnTo>
                  <a:cubicBezTo>
                    <a:pt x="0" y="321945"/>
                    <a:pt x="7620" y="328613"/>
                    <a:pt x="16193" y="328613"/>
                  </a:cubicBezTo>
                  <a:lnTo>
                    <a:pt x="411480" y="328613"/>
                  </a:lnTo>
                  <a:cubicBezTo>
                    <a:pt x="421005" y="328613"/>
                    <a:pt x="427673" y="320992"/>
                    <a:pt x="427673" y="312420"/>
                  </a:cubicBezTo>
                  <a:lnTo>
                    <a:pt x="427673" y="16192"/>
                  </a:lnTo>
                  <a:cubicBezTo>
                    <a:pt x="428625" y="7620"/>
                    <a:pt x="421005" y="0"/>
                    <a:pt x="411480" y="0"/>
                  </a:cubicBezTo>
                  <a:lnTo>
                    <a:pt x="411480" y="0"/>
                  </a:lnTo>
                  <a:close/>
                  <a:moveTo>
                    <a:pt x="313373" y="49530"/>
                  </a:moveTo>
                  <a:cubicBezTo>
                    <a:pt x="322898" y="49530"/>
                    <a:pt x="329565" y="57150"/>
                    <a:pt x="329565" y="65723"/>
                  </a:cubicBezTo>
                  <a:cubicBezTo>
                    <a:pt x="329565" y="74295"/>
                    <a:pt x="321945" y="81915"/>
                    <a:pt x="313373" y="81915"/>
                  </a:cubicBezTo>
                  <a:cubicBezTo>
                    <a:pt x="304800" y="81915"/>
                    <a:pt x="297180" y="74295"/>
                    <a:pt x="297180" y="65723"/>
                  </a:cubicBezTo>
                  <a:cubicBezTo>
                    <a:pt x="297180" y="57150"/>
                    <a:pt x="303848" y="49530"/>
                    <a:pt x="313373" y="49530"/>
                  </a:cubicBezTo>
                  <a:lnTo>
                    <a:pt x="313373" y="49530"/>
                  </a:lnTo>
                  <a:close/>
                  <a:moveTo>
                    <a:pt x="247650" y="49530"/>
                  </a:moveTo>
                  <a:cubicBezTo>
                    <a:pt x="257175" y="49530"/>
                    <a:pt x="263843" y="57150"/>
                    <a:pt x="263843" y="65723"/>
                  </a:cubicBezTo>
                  <a:cubicBezTo>
                    <a:pt x="263843" y="74295"/>
                    <a:pt x="256223" y="81915"/>
                    <a:pt x="247650" y="81915"/>
                  </a:cubicBezTo>
                  <a:cubicBezTo>
                    <a:pt x="239077" y="81915"/>
                    <a:pt x="231457" y="74295"/>
                    <a:pt x="231457" y="65723"/>
                  </a:cubicBezTo>
                  <a:cubicBezTo>
                    <a:pt x="231457" y="57150"/>
                    <a:pt x="238125" y="49530"/>
                    <a:pt x="247650" y="49530"/>
                  </a:cubicBezTo>
                  <a:lnTo>
                    <a:pt x="247650" y="49530"/>
                  </a:lnTo>
                  <a:close/>
                  <a:moveTo>
                    <a:pt x="230505" y="132398"/>
                  </a:moveTo>
                  <a:cubicBezTo>
                    <a:pt x="230505" y="141923"/>
                    <a:pt x="222885" y="148590"/>
                    <a:pt x="214313" y="148590"/>
                  </a:cubicBezTo>
                  <a:lnTo>
                    <a:pt x="115252" y="148590"/>
                  </a:lnTo>
                  <a:cubicBezTo>
                    <a:pt x="105727" y="148590"/>
                    <a:pt x="99060" y="140970"/>
                    <a:pt x="99060" y="132398"/>
                  </a:cubicBezTo>
                  <a:cubicBezTo>
                    <a:pt x="99060" y="123825"/>
                    <a:pt x="106680" y="116205"/>
                    <a:pt x="115252" y="116205"/>
                  </a:cubicBezTo>
                  <a:lnTo>
                    <a:pt x="214313" y="116205"/>
                  </a:lnTo>
                  <a:cubicBezTo>
                    <a:pt x="223838" y="115253"/>
                    <a:pt x="230505" y="122873"/>
                    <a:pt x="230505" y="132398"/>
                  </a:cubicBezTo>
                  <a:lnTo>
                    <a:pt x="230505" y="132398"/>
                  </a:lnTo>
                  <a:close/>
                  <a:moveTo>
                    <a:pt x="82868" y="49530"/>
                  </a:moveTo>
                  <a:lnTo>
                    <a:pt x="180975" y="49530"/>
                  </a:lnTo>
                  <a:cubicBezTo>
                    <a:pt x="190500" y="49530"/>
                    <a:pt x="197168" y="57150"/>
                    <a:pt x="197168" y="65723"/>
                  </a:cubicBezTo>
                  <a:cubicBezTo>
                    <a:pt x="197168" y="74295"/>
                    <a:pt x="189548" y="81915"/>
                    <a:pt x="180975" y="81915"/>
                  </a:cubicBezTo>
                  <a:lnTo>
                    <a:pt x="81915" y="81915"/>
                  </a:lnTo>
                  <a:cubicBezTo>
                    <a:pt x="72390" y="81915"/>
                    <a:pt x="65723" y="74295"/>
                    <a:pt x="65723" y="65723"/>
                  </a:cubicBezTo>
                  <a:cubicBezTo>
                    <a:pt x="65723" y="57150"/>
                    <a:pt x="73343" y="49530"/>
                    <a:pt x="82868" y="49530"/>
                  </a:cubicBezTo>
                  <a:lnTo>
                    <a:pt x="82868" y="49530"/>
                  </a:lnTo>
                  <a:close/>
                  <a:moveTo>
                    <a:pt x="82868" y="181928"/>
                  </a:moveTo>
                  <a:cubicBezTo>
                    <a:pt x="92393" y="181928"/>
                    <a:pt x="99060" y="189548"/>
                    <a:pt x="99060" y="198120"/>
                  </a:cubicBezTo>
                  <a:cubicBezTo>
                    <a:pt x="99060" y="206692"/>
                    <a:pt x="91440" y="214313"/>
                    <a:pt x="82868" y="214313"/>
                  </a:cubicBezTo>
                  <a:cubicBezTo>
                    <a:pt x="74295" y="214313"/>
                    <a:pt x="66675" y="206692"/>
                    <a:pt x="66675" y="198120"/>
                  </a:cubicBezTo>
                  <a:cubicBezTo>
                    <a:pt x="66675" y="189548"/>
                    <a:pt x="73343" y="181928"/>
                    <a:pt x="82868" y="181928"/>
                  </a:cubicBezTo>
                  <a:lnTo>
                    <a:pt x="82868" y="181928"/>
                  </a:lnTo>
                  <a:close/>
                  <a:moveTo>
                    <a:pt x="180975" y="280035"/>
                  </a:moveTo>
                  <a:lnTo>
                    <a:pt x="81915" y="280035"/>
                  </a:lnTo>
                  <a:cubicBezTo>
                    <a:pt x="72390" y="280035"/>
                    <a:pt x="65723" y="272415"/>
                    <a:pt x="65723" y="263842"/>
                  </a:cubicBezTo>
                  <a:cubicBezTo>
                    <a:pt x="65723" y="255270"/>
                    <a:pt x="73343" y="247650"/>
                    <a:pt x="81915" y="247650"/>
                  </a:cubicBezTo>
                  <a:lnTo>
                    <a:pt x="180975" y="247650"/>
                  </a:lnTo>
                  <a:cubicBezTo>
                    <a:pt x="190500" y="247650"/>
                    <a:pt x="197168" y="255270"/>
                    <a:pt x="197168" y="263842"/>
                  </a:cubicBezTo>
                  <a:cubicBezTo>
                    <a:pt x="197168" y="272415"/>
                    <a:pt x="190500" y="280035"/>
                    <a:pt x="180975" y="280035"/>
                  </a:cubicBezTo>
                  <a:lnTo>
                    <a:pt x="180975" y="280035"/>
                  </a:lnTo>
                  <a:close/>
                  <a:moveTo>
                    <a:pt x="214313" y="214313"/>
                  </a:moveTo>
                  <a:lnTo>
                    <a:pt x="148590" y="214313"/>
                  </a:lnTo>
                  <a:cubicBezTo>
                    <a:pt x="139065" y="214313"/>
                    <a:pt x="132398" y="206692"/>
                    <a:pt x="132398" y="198120"/>
                  </a:cubicBezTo>
                  <a:cubicBezTo>
                    <a:pt x="132398" y="189548"/>
                    <a:pt x="140018" y="181928"/>
                    <a:pt x="148590" y="181928"/>
                  </a:cubicBezTo>
                  <a:lnTo>
                    <a:pt x="214313" y="181928"/>
                  </a:lnTo>
                  <a:cubicBezTo>
                    <a:pt x="223838" y="181928"/>
                    <a:pt x="230505" y="189548"/>
                    <a:pt x="230505" y="198120"/>
                  </a:cubicBezTo>
                  <a:cubicBezTo>
                    <a:pt x="230505" y="206692"/>
                    <a:pt x="223838" y="214313"/>
                    <a:pt x="214313" y="214313"/>
                  </a:cubicBezTo>
                  <a:lnTo>
                    <a:pt x="214313" y="214313"/>
                  </a:lnTo>
                  <a:close/>
                  <a:moveTo>
                    <a:pt x="313373" y="280035"/>
                  </a:moveTo>
                  <a:lnTo>
                    <a:pt x="247650" y="280035"/>
                  </a:lnTo>
                  <a:cubicBezTo>
                    <a:pt x="238125" y="280035"/>
                    <a:pt x="231457" y="272415"/>
                    <a:pt x="231457" y="263842"/>
                  </a:cubicBezTo>
                  <a:cubicBezTo>
                    <a:pt x="231457" y="255270"/>
                    <a:pt x="239077" y="247650"/>
                    <a:pt x="247650" y="247650"/>
                  </a:cubicBezTo>
                  <a:lnTo>
                    <a:pt x="313373" y="247650"/>
                  </a:lnTo>
                  <a:cubicBezTo>
                    <a:pt x="322898" y="247650"/>
                    <a:pt x="329565" y="255270"/>
                    <a:pt x="329565" y="263842"/>
                  </a:cubicBezTo>
                  <a:cubicBezTo>
                    <a:pt x="329565" y="272415"/>
                    <a:pt x="321945" y="280035"/>
                    <a:pt x="313373" y="280035"/>
                  </a:cubicBezTo>
                  <a:lnTo>
                    <a:pt x="313373" y="280035"/>
                  </a:lnTo>
                  <a:close/>
                  <a:moveTo>
                    <a:pt x="345757" y="214313"/>
                  </a:moveTo>
                  <a:lnTo>
                    <a:pt x="280035" y="214313"/>
                  </a:lnTo>
                  <a:cubicBezTo>
                    <a:pt x="270510" y="214313"/>
                    <a:pt x="263843" y="206692"/>
                    <a:pt x="263843" y="198120"/>
                  </a:cubicBezTo>
                  <a:cubicBezTo>
                    <a:pt x="263843" y="189548"/>
                    <a:pt x="271463" y="181928"/>
                    <a:pt x="280035" y="181928"/>
                  </a:cubicBezTo>
                  <a:lnTo>
                    <a:pt x="345757" y="181928"/>
                  </a:lnTo>
                  <a:cubicBezTo>
                    <a:pt x="355282" y="181928"/>
                    <a:pt x="361950" y="189548"/>
                    <a:pt x="361950" y="198120"/>
                  </a:cubicBezTo>
                  <a:cubicBezTo>
                    <a:pt x="361950" y="206692"/>
                    <a:pt x="355282" y="214313"/>
                    <a:pt x="345757" y="214313"/>
                  </a:cubicBezTo>
                  <a:lnTo>
                    <a:pt x="345757" y="21431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2" name="Google Shape;1092;p44"/>
          <p:cNvGrpSpPr/>
          <p:nvPr/>
        </p:nvGrpSpPr>
        <p:grpSpPr>
          <a:xfrm>
            <a:off x="4871017" y="2153786"/>
            <a:ext cx="226519" cy="296915"/>
            <a:chOff x="4871017" y="2153786"/>
            <a:chExt cx="226519" cy="296915"/>
          </a:xfrm>
        </p:grpSpPr>
        <p:grpSp>
          <p:nvGrpSpPr>
            <p:cNvPr id="1093" name="Google Shape;1093;p44"/>
            <p:cNvGrpSpPr/>
            <p:nvPr/>
          </p:nvGrpSpPr>
          <p:grpSpPr>
            <a:xfrm>
              <a:off x="4871017" y="2153786"/>
              <a:ext cx="226519" cy="296915"/>
              <a:chOff x="6662916" y="1881566"/>
              <a:chExt cx="428445" cy="561595"/>
            </a:xfrm>
          </p:grpSpPr>
          <p:sp>
            <p:nvSpPr>
              <p:cNvPr id="1094" name="Google Shape;1094;p44"/>
              <p:cNvSpPr/>
              <p:nvPr/>
            </p:nvSpPr>
            <p:spPr>
              <a:xfrm>
                <a:off x="6796087" y="2013584"/>
                <a:ext cx="163830" cy="163830"/>
              </a:xfrm>
              <a:custGeom>
                <a:rect b="b" l="l" r="r" t="t"/>
                <a:pathLst>
                  <a:path extrusionOk="0" h="163830" w="163830">
                    <a:moveTo>
                      <a:pt x="163830" y="81915"/>
                    </a:moveTo>
                    <a:cubicBezTo>
                      <a:pt x="163830" y="36195"/>
                      <a:pt x="126682" y="0"/>
                      <a:pt x="81915" y="0"/>
                    </a:cubicBezTo>
                    <a:cubicBezTo>
                      <a:pt x="36195" y="0"/>
                      <a:pt x="0" y="37148"/>
                      <a:pt x="0" y="81915"/>
                    </a:cubicBezTo>
                    <a:cubicBezTo>
                      <a:pt x="0" y="127635"/>
                      <a:pt x="37148" y="163830"/>
                      <a:pt x="81915" y="163830"/>
                    </a:cubicBezTo>
                    <a:cubicBezTo>
                      <a:pt x="126682" y="163830"/>
                      <a:pt x="163830" y="126683"/>
                      <a:pt x="163830" y="81915"/>
                    </a:cubicBezTo>
                    <a:lnTo>
                      <a:pt x="163830" y="81915"/>
                    </a:lnTo>
                    <a:close/>
                    <a:moveTo>
                      <a:pt x="81915" y="131445"/>
                    </a:moveTo>
                    <a:cubicBezTo>
                      <a:pt x="54293" y="131445"/>
                      <a:pt x="32385" y="109538"/>
                      <a:pt x="32385" y="81915"/>
                    </a:cubicBezTo>
                    <a:cubicBezTo>
                      <a:pt x="32385" y="54293"/>
                      <a:pt x="54293" y="32385"/>
                      <a:pt x="81915" y="32385"/>
                    </a:cubicBezTo>
                    <a:cubicBezTo>
                      <a:pt x="109538" y="32385"/>
                      <a:pt x="131445" y="54293"/>
                      <a:pt x="131445" y="81915"/>
                    </a:cubicBezTo>
                    <a:cubicBezTo>
                      <a:pt x="131445" y="108585"/>
                      <a:pt x="108585" y="131445"/>
                      <a:pt x="81915" y="131445"/>
                    </a:cubicBezTo>
                    <a:lnTo>
                      <a:pt x="81915" y="13144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5" name="Google Shape;1095;p44"/>
              <p:cNvSpPr/>
              <p:nvPr/>
            </p:nvSpPr>
            <p:spPr>
              <a:xfrm>
                <a:off x="6662916" y="1881566"/>
                <a:ext cx="428445" cy="561595"/>
              </a:xfrm>
              <a:custGeom>
                <a:rect b="b" l="l" r="r" t="t"/>
                <a:pathLst>
                  <a:path extrusionOk="0" h="561595" w="428445">
                    <a:moveTo>
                      <a:pt x="247471" y="462536"/>
                    </a:moveTo>
                    <a:cubicBezTo>
                      <a:pt x="237946" y="462536"/>
                      <a:pt x="231278" y="454916"/>
                      <a:pt x="231278" y="446343"/>
                    </a:cubicBezTo>
                    <a:cubicBezTo>
                      <a:pt x="231278" y="437771"/>
                      <a:pt x="238898" y="430151"/>
                      <a:pt x="247471" y="430151"/>
                    </a:cubicBezTo>
                    <a:lnTo>
                      <a:pt x="329385" y="430151"/>
                    </a:lnTo>
                    <a:lnTo>
                      <a:pt x="329385" y="393956"/>
                    </a:lnTo>
                    <a:cubicBezTo>
                      <a:pt x="390346" y="354903"/>
                      <a:pt x="428446" y="286323"/>
                      <a:pt x="428446" y="213933"/>
                    </a:cubicBezTo>
                    <a:cubicBezTo>
                      <a:pt x="428446" y="87251"/>
                      <a:pt x="317956" y="-13714"/>
                      <a:pt x="188415" y="1526"/>
                    </a:cubicBezTo>
                    <a:cubicBezTo>
                      <a:pt x="95071" y="12003"/>
                      <a:pt x="16965" y="87251"/>
                      <a:pt x="2678" y="179643"/>
                    </a:cubicBezTo>
                    <a:cubicBezTo>
                      <a:pt x="-10657" y="265368"/>
                      <a:pt x="26490" y="348236"/>
                      <a:pt x="98881" y="393956"/>
                    </a:cubicBezTo>
                    <a:lnTo>
                      <a:pt x="98881" y="430151"/>
                    </a:lnTo>
                    <a:lnTo>
                      <a:pt x="180796" y="430151"/>
                    </a:lnTo>
                    <a:cubicBezTo>
                      <a:pt x="190321" y="430151"/>
                      <a:pt x="196988" y="437771"/>
                      <a:pt x="196988" y="446343"/>
                    </a:cubicBezTo>
                    <a:cubicBezTo>
                      <a:pt x="196988" y="454916"/>
                      <a:pt x="189368" y="462536"/>
                      <a:pt x="180796" y="462536"/>
                    </a:cubicBezTo>
                    <a:lnTo>
                      <a:pt x="99833" y="462536"/>
                    </a:lnTo>
                    <a:cubicBezTo>
                      <a:pt x="107453" y="517781"/>
                      <a:pt x="155078" y="561596"/>
                      <a:pt x="213181" y="561596"/>
                    </a:cubicBezTo>
                    <a:cubicBezTo>
                      <a:pt x="271283" y="561596"/>
                      <a:pt x="318908" y="518733"/>
                      <a:pt x="326528" y="462536"/>
                    </a:cubicBezTo>
                    <a:lnTo>
                      <a:pt x="247471" y="462536"/>
                    </a:lnTo>
                    <a:close/>
                    <a:moveTo>
                      <a:pt x="215085" y="361571"/>
                    </a:moveTo>
                    <a:cubicBezTo>
                      <a:pt x="205560" y="361571"/>
                      <a:pt x="198893" y="353951"/>
                      <a:pt x="198893" y="345378"/>
                    </a:cubicBezTo>
                    <a:lnTo>
                      <a:pt x="198893" y="327281"/>
                    </a:lnTo>
                    <a:cubicBezTo>
                      <a:pt x="179843" y="324423"/>
                      <a:pt x="161746" y="316803"/>
                      <a:pt x="146506" y="305373"/>
                    </a:cubicBezTo>
                    <a:lnTo>
                      <a:pt x="134123" y="317756"/>
                    </a:lnTo>
                    <a:cubicBezTo>
                      <a:pt x="127456" y="324423"/>
                      <a:pt x="116978" y="324423"/>
                      <a:pt x="111263" y="317756"/>
                    </a:cubicBezTo>
                    <a:cubicBezTo>
                      <a:pt x="104596" y="311088"/>
                      <a:pt x="104596" y="300611"/>
                      <a:pt x="111263" y="294896"/>
                    </a:cubicBezTo>
                    <a:lnTo>
                      <a:pt x="123646" y="282513"/>
                    </a:lnTo>
                    <a:cubicBezTo>
                      <a:pt x="112215" y="267273"/>
                      <a:pt x="104596" y="250128"/>
                      <a:pt x="101738" y="230126"/>
                    </a:cubicBezTo>
                    <a:lnTo>
                      <a:pt x="83640" y="230126"/>
                    </a:lnTo>
                    <a:cubicBezTo>
                      <a:pt x="74115" y="230126"/>
                      <a:pt x="67448" y="222506"/>
                      <a:pt x="67448" y="213933"/>
                    </a:cubicBezTo>
                    <a:cubicBezTo>
                      <a:pt x="67448" y="204408"/>
                      <a:pt x="75068" y="197741"/>
                      <a:pt x="83640" y="197741"/>
                    </a:cubicBezTo>
                    <a:lnTo>
                      <a:pt x="101738" y="197741"/>
                    </a:lnTo>
                    <a:cubicBezTo>
                      <a:pt x="104596" y="178691"/>
                      <a:pt x="112215" y="160593"/>
                      <a:pt x="123646" y="145353"/>
                    </a:cubicBezTo>
                    <a:lnTo>
                      <a:pt x="111263" y="132971"/>
                    </a:lnTo>
                    <a:cubicBezTo>
                      <a:pt x="104596" y="126303"/>
                      <a:pt x="104596" y="115826"/>
                      <a:pt x="111263" y="110111"/>
                    </a:cubicBezTo>
                    <a:cubicBezTo>
                      <a:pt x="117931" y="103443"/>
                      <a:pt x="128408" y="103443"/>
                      <a:pt x="134123" y="110111"/>
                    </a:cubicBezTo>
                    <a:lnTo>
                      <a:pt x="146506" y="122493"/>
                    </a:lnTo>
                    <a:cubicBezTo>
                      <a:pt x="161746" y="111063"/>
                      <a:pt x="178890" y="103443"/>
                      <a:pt x="198893" y="100586"/>
                    </a:cubicBezTo>
                    <a:lnTo>
                      <a:pt x="198893" y="82488"/>
                    </a:lnTo>
                    <a:cubicBezTo>
                      <a:pt x="198893" y="72963"/>
                      <a:pt x="206513" y="66296"/>
                      <a:pt x="215085" y="66296"/>
                    </a:cubicBezTo>
                    <a:cubicBezTo>
                      <a:pt x="224610" y="66296"/>
                      <a:pt x="231278" y="73916"/>
                      <a:pt x="231278" y="82488"/>
                    </a:cubicBezTo>
                    <a:lnTo>
                      <a:pt x="231278" y="100586"/>
                    </a:lnTo>
                    <a:cubicBezTo>
                      <a:pt x="250328" y="103443"/>
                      <a:pt x="268426" y="111063"/>
                      <a:pt x="283665" y="122493"/>
                    </a:cubicBezTo>
                    <a:lnTo>
                      <a:pt x="296048" y="110111"/>
                    </a:lnTo>
                    <a:cubicBezTo>
                      <a:pt x="302715" y="103443"/>
                      <a:pt x="313193" y="103443"/>
                      <a:pt x="318908" y="110111"/>
                    </a:cubicBezTo>
                    <a:cubicBezTo>
                      <a:pt x="325576" y="116778"/>
                      <a:pt x="325576" y="127256"/>
                      <a:pt x="318908" y="132971"/>
                    </a:cubicBezTo>
                    <a:lnTo>
                      <a:pt x="306526" y="145353"/>
                    </a:lnTo>
                    <a:cubicBezTo>
                      <a:pt x="317956" y="160593"/>
                      <a:pt x="325576" y="177738"/>
                      <a:pt x="328433" y="197741"/>
                    </a:cubicBezTo>
                    <a:lnTo>
                      <a:pt x="346531" y="197741"/>
                    </a:lnTo>
                    <a:cubicBezTo>
                      <a:pt x="356056" y="197741"/>
                      <a:pt x="362723" y="205361"/>
                      <a:pt x="362723" y="213933"/>
                    </a:cubicBezTo>
                    <a:cubicBezTo>
                      <a:pt x="362723" y="223458"/>
                      <a:pt x="355103" y="230126"/>
                      <a:pt x="346531" y="230126"/>
                    </a:cubicBezTo>
                    <a:lnTo>
                      <a:pt x="328433" y="230126"/>
                    </a:lnTo>
                    <a:cubicBezTo>
                      <a:pt x="325576" y="249176"/>
                      <a:pt x="317956" y="267273"/>
                      <a:pt x="306526" y="282513"/>
                    </a:cubicBezTo>
                    <a:lnTo>
                      <a:pt x="318908" y="294896"/>
                    </a:lnTo>
                    <a:cubicBezTo>
                      <a:pt x="325576" y="301563"/>
                      <a:pt x="325576" y="312041"/>
                      <a:pt x="318908" y="317756"/>
                    </a:cubicBezTo>
                    <a:cubicBezTo>
                      <a:pt x="312240" y="324423"/>
                      <a:pt x="301763" y="324423"/>
                      <a:pt x="296048" y="317756"/>
                    </a:cubicBezTo>
                    <a:lnTo>
                      <a:pt x="283665" y="305373"/>
                    </a:lnTo>
                    <a:cubicBezTo>
                      <a:pt x="268426" y="316803"/>
                      <a:pt x="251281" y="324423"/>
                      <a:pt x="231278" y="327281"/>
                    </a:cubicBezTo>
                    <a:lnTo>
                      <a:pt x="231278" y="345378"/>
                    </a:lnTo>
                    <a:cubicBezTo>
                      <a:pt x="231278" y="354903"/>
                      <a:pt x="223658" y="361571"/>
                      <a:pt x="215085" y="361571"/>
                    </a:cubicBezTo>
                    <a:lnTo>
                      <a:pt x="215085" y="36157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96" name="Google Shape;1096;p44"/>
            <p:cNvSpPr/>
            <p:nvPr/>
          </p:nvSpPr>
          <p:spPr>
            <a:xfrm>
              <a:off x="4976316" y="2258329"/>
              <a:ext cx="17083" cy="17125"/>
            </a:xfrm>
            <a:custGeom>
              <a:rect b="b" l="l" r="r" t="t"/>
              <a:pathLst>
                <a:path extrusionOk="0" h="32465" w="32384">
                  <a:moveTo>
                    <a:pt x="32385" y="16273"/>
                  </a:moveTo>
                  <a:cubicBezTo>
                    <a:pt x="32385" y="25798"/>
                    <a:pt x="24765" y="32466"/>
                    <a:pt x="16192" y="32466"/>
                  </a:cubicBezTo>
                  <a:cubicBezTo>
                    <a:pt x="6667" y="32466"/>
                    <a:pt x="0" y="24845"/>
                    <a:pt x="0" y="16273"/>
                  </a:cubicBezTo>
                  <a:cubicBezTo>
                    <a:pt x="0" y="6748"/>
                    <a:pt x="7620" y="81"/>
                    <a:pt x="16192" y="81"/>
                  </a:cubicBezTo>
                  <a:cubicBezTo>
                    <a:pt x="24765" y="-872"/>
                    <a:pt x="32385" y="6748"/>
                    <a:pt x="32385" y="16273"/>
                  </a:cubicBezTo>
                  <a:lnTo>
                    <a:pt x="32385" y="1627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97" name="Google Shape;1097;p44"/>
          <p:cNvSpPr/>
          <p:nvPr/>
        </p:nvSpPr>
        <p:spPr>
          <a:xfrm>
            <a:off x="5450714" y="2173766"/>
            <a:ext cx="296442" cy="259763"/>
          </a:xfrm>
          <a:custGeom>
            <a:rect b="b" l="l" r="r" t="t"/>
            <a:pathLst>
              <a:path extrusionOk="0" h="492442" w="561975">
                <a:moveTo>
                  <a:pt x="544830" y="164783"/>
                </a:moveTo>
                <a:cubicBezTo>
                  <a:pt x="554355" y="164783"/>
                  <a:pt x="561023" y="157163"/>
                  <a:pt x="561023" y="148590"/>
                </a:cubicBezTo>
                <a:lnTo>
                  <a:pt x="561023" y="17145"/>
                </a:lnTo>
                <a:cubicBezTo>
                  <a:pt x="561023" y="7620"/>
                  <a:pt x="553403" y="953"/>
                  <a:pt x="544830" y="953"/>
                </a:cubicBezTo>
                <a:lnTo>
                  <a:pt x="230505" y="953"/>
                </a:lnTo>
                <a:lnTo>
                  <a:pt x="230505" y="82867"/>
                </a:lnTo>
                <a:cubicBezTo>
                  <a:pt x="230505" y="92392"/>
                  <a:pt x="222885" y="99060"/>
                  <a:pt x="214313" y="99060"/>
                </a:cubicBezTo>
                <a:cubicBezTo>
                  <a:pt x="205740" y="99060"/>
                  <a:pt x="198120" y="91440"/>
                  <a:pt x="198120" y="82867"/>
                </a:cubicBezTo>
                <a:lnTo>
                  <a:pt x="198120" y="0"/>
                </a:lnTo>
                <a:lnTo>
                  <a:pt x="164783" y="0"/>
                </a:lnTo>
                <a:lnTo>
                  <a:pt x="164783" y="81915"/>
                </a:lnTo>
                <a:cubicBezTo>
                  <a:pt x="164783" y="91440"/>
                  <a:pt x="157163" y="98108"/>
                  <a:pt x="148590" y="98108"/>
                </a:cubicBezTo>
                <a:cubicBezTo>
                  <a:pt x="140018" y="98108"/>
                  <a:pt x="132398" y="90488"/>
                  <a:pt x="132398" y="81915"/>
                </a:cubicBezTo>
                <a:lnTo>
                  <a:pt x="132398" y="0"/>
                </a:lnTo>
                <a:lnTo>
                  <a:pt x="99060" y="0"/>
                </a:lnTo>
                <a:lnTo>
                  <a:pt x="99060" y="81915"/>
                </a:lnTo>
                <a:cubicBezTo>
                  <a:pt x="99060" y="91440"/>
                  <a:pt x="91440" y="98108"/>
                  <a:pt x="82868" y="98108"/>
                </a:cubicBezTo>
                <a:cubicBezTo>
                  <a:pt x="74295" y="98108"/>
                  <a:pt x="66675" y="90488"/>
                  <a:pt x="66675" y="81915"/>
                </a:cubicBezTo>
                <a:lnTo>
                  <a:pt x="66675" y="0"/>
                </a:lnTo>
                <a:lnTo>
                  <a:pt x="16193" y="0"/>
                </a:lnTo>
                <a:cubicBezTo>
                  <a:pt x="6668" y="0"/>
                  <a:pt x="0" y="7620"/>
                  <a:pt x="0" y="16192"/>
                </a:cubicBezTo>
                <a:lnTo>
                  <a:pt x="0" y="147638"/>
                </a:lnTo>
                <a:cubicBezTo>
                  <a:pt x="0" y="157163"/>
                  <a:pt x="7620" y="163830"/>
                  <a:pt x="16193" y="163830"/>
                </a:cubicBezTo>
                <a:lnTo>
                  <a:pt x="263843" y="163830"/>
                </a:lnTo>
                <a:lnTo>
                  <a:pt x="263843" y="197167"/>
                </a:lnTo>
                <a:lnTo>
                  <a:pt x="230505" y="197167"/>
                </a:lnTo>
                <a:lnTo>
                  <a:pt x="230505" y="279083"/>
                </a:lnTo>
                <a:cubicBezTo>
                  <a:pt x="230505" y="288608"/>
                  <a:pt x="222885" y="295275"/>
                  <a:pt x="214313" y="295275"/>
                </a:cubicBezTo>
                <a:cubicBezTo>
                  <a:pt x="205740" y="295275"/>
                  <a:pt x="198120" y="287655"/>
                  <a:pt x="198120" y="279083"/>
                </a:cubicBezTo>
                <a:lnTo>
                  <a:pt x="198120" y="197167"/>
                </a:lnTo>
                <a:lnTo>
                  <a:pt x="164783" y="197167"/>
                </a:lnTo>
                <a:lnTo>
                  <a:pt x="164783" y="279083"/>
                </a:lnTo>
                <a:cubicBezTo>
                  <a:pt x="164783" y="288608"/>
                  <a:pt x="157163" y="295275"/>
                  <a:pt x="148590" y="295275"/>
                </a:cubicBezTo>
                <a:cubicBezTo>
                  <a:pt x="140018" y="295275"/>
                  <a:pt x="132398" y="287655"/>
                  <a:pt x="132398" y="279083"/>
                </a:cubicBezTo>
                <a:lnTo>
                  <a:pt x="132398" y="197167"/>
                </a:lnTo>
                <a:lnTo>
                  <a:pt x="99060" y="197167"/>
                </a:lnTo>
                <a:lnTo>
                  <a:pt x="99060" y="279083"/>
                </a:lnTo>
                <a:cubicBezTo>
                  <a:pt x="99060" y="288608"/>
                  <a:pt x="91440" y="295275"/>
                  <a:pt x="82868" y="295275"/>
                </a:cubicBezTo>
                <a:cubicBezTo>
                  <a:pt x="74295" y="295275"/>
                  <a:pt x="66675" y="287655"/>
                  <a:pt x="66675" y="279083"/>
                </a:cubicBezTo>
                <a:lnTo>
                  <a:pt x="66675" y="197167"/>
                </a:lnTo>
                <a:lnTo>
                  <a:pt x="16193" y="197167"/>
                </a:lnTo>
                <a:cubicBezTo>
                  <a:pt x="6668" y="197167"/>
                  <a:pt x="0" y="204788"/>
                  <a:pt x="0" y="213360"/>
                </a:cubicBezTo>
                <a:lnTo>
                  <a:pt x="0" y="344805"/>
                </a:lnTo>
                <a:cubicBezTo>
                  <a:pt x="0" y="354330"/>
                  <a:pt x="7620" y="360997"/>
                  <a:pt x="16193" y="360997"/>
                </a:cubicBezTo>
                <a:lnTo>
                  <a:pt x="263843" y="360997"/>
                </a:lnTo>
                <a:lnTo>
                  <a:pt x="263843" y="397192"/>
                </a:lnTo>
                <a:cubicBezTo>
                  <a:pt x="249555" y="401955"/>
                  <a:pt x="239078" y="413385"/>
                  <a:pt x="234315" y="426720"/>
                </a:cubicBezTo>
                <a:lnTo>
                  <a:pt x="16193" y="426720"/>
                </a:lnTo>
                <a:cubicBezTo>
                  <a:pt x="6668" y="426720"/>
                  <a:pt x="0" y="434340"/>
                  <a:pt x="0" y="442913"/>
                </a:cubicBezTo>
                <a:cubicBezTo>
                  <a:pt x="0" y="451485"/>
                  <a:pt x="7620" y="459105"/>
                  <a:pt x="16193" y="459105"/>
                </a:cubicBezTo>
                <a:lnTo>
                  <a:pt x="234315" y="459105"/>
                </a:lnTo>
                <a:cubicBezTo>
                  <a:pt x="240983" y="478155"/>
                  <a:pt x="259080" y="492442"/>
                  <a:pt x="280988" y="492442"/>
                </a:cubicBezTo>
                <a:cubicBezTo>
                  <a:pt x="302895" y="492442"/>
                  <a:pt x="320993" y="479108"/>
                  <a:pt x="327660" y="459105"/>
                </a:cubicBezTo>
                <a:lnTo>
                  <a:pt x="545783" y="459105"/>
                </a:lnTo>
                <a:cubicBezTo>
                  <a:pt x="555308" y="459105"/>
                  <a:pt x="561975" y="451485"/>
                  <a:pt x="561975" y="442913"/>
                </a:cubicBezTo>
                <a:cubicBezTo>
                  <a:pt x="561975" y="434340"/>
                  <a:pt x="554355" y="426720"/>
                  <a:pt x="545783" y="426720"/>
                </a:cubicBezTo>
                <a:lnTo>
                  <a:pt x="327660" y="426720"/>
                </a:lnTo>
                <a:cubicBezTo>
                  <a:pt x="322898" y="412433"/>
                  <a:pt x="311468" y="401955"/>
                  <a:pt x="298133" y="397192"/>
                </a:cubicBezTo>
                <a:lnTo>
                  <a:pt x="298133" y="360997"/>
                </a:lnTo>
                <a:lnTo>
                  <a:pt x="545783" y="360997"/>
                </a:lnTo>
                <a:cubicBezTo>
                  <a:pt x="555308" y="360997"/>
                  <a:pt x="561975" y="353378"/>
                  <a:pt x="561975" y="344805"/>
                </a:cubicBezTo>
                <a:lnTo>
                  <a:pt x="561975" y="213360"/>
                </a:lnTo>
                <a:cubicBezTo>
                  <a:pt x="561975" y="203835"/>
                  <a:pt x="554355" y="197167"/>
                  <a:pt x="545783" y="197167"/>
                </a:cubicBezTo>
                <a:lnTo>
                  <a:pt x="298133" y="197167"/>
                </a:lnTo>
                <a:lnTo>
                  <a:pt x="298133" y="163830"/>
                </a:lnTo>
                <a:lnTo>
                  <a:pt x="544830" y="163830"/>
                </a:lnTo>
                <a:close/>
                <a:moveTo>
                  <a:pt x="477203" y="263842"/>
                </a:moveTo>
                <a:cubicBezTo>
                  <a:pt x="486728" y="263842"/>
                  <a:pt x="493395" y="271463"/>
                  <a:pt x="493395" y="280035"/>
                </a:cubicBezTo>
                <a:cubicBezTo>
                  <a:pt x="493395" y="288608"/>
                  <a:pt x="485775" y="296228"/>
                  <a:pt x="477203" y="296228"/>
                </a:cubicBezTo>
                <a:cubicBezTo>
                  <a:pt x="468630" y="296228"/>
                  <a:pt x="461010" y="288608"/>
                  <a:pt x="461010" y="280035"/>
                </a:cubicBezTo>
                <a:cubicBezTo>
                  <a:pt x="461010" y="271463"/>
                  <a:pt x="468630" y="263842"/>
                  <a:pt x="477203" y="263842"/>
                </a:cubicBezTo>
                <a:lnTo>
                  <a:pt x="477203" y="263842"/>
                </a:lnTo>
                <a:close/>
                <a:moveTo>
                  <a:pt x="411480" y="263842"/>
                </a:moveTo>
                <a:cubicBezTo>
                  <a:pt x="421005" y="263842"/>
                  <a:pt x="427673" y="271463"/>
                  <a:pt x="427673" y="280035"/>
                </a:cubicBezTo>
                <a:cubicBezTo>
                  <a:pt x="427673" y="288608"/>
                  <a:pt x="420053" y="296228"/>
                  <a:pt x="411480" y="296228"/>
                </a:cubicBezTo>
                <a:cubicBezTo>
                  <a:pt x="402908" y="296228"/>
                  <a:pt x="395288" y="288608"/>
                  <a:pt x="395288" y="280035"/>
                </a:cubicBezTo>
                <a:cubicBezTo>
                  <a:pt x="395288" y="271463"/>
                  <a:pt x="402908" y="263842"/>
                  <a:pt x="411480" y="263842"/>
                </a:cubicBezTo>
                <a:lnTo>
                  <a:pt x="411480" y="263842"/>
                </a:lnTo>
                <a:close/>
                <a:moveTo>
                  <a:pt x="345758" y="263842"/>
                </a:moveTo>
                <a:cubicBezTo>
                  <a:pt x="355283" y="263842"/>
                  <a:pt x="361950" y="271463"/>
                  <a:pt x="361950" y="280035"/>
                </a:cubicBezTo>
                <a:cubicBezTo>
                  <a:pt x="361950" y="288608"/>
                  <a:pt x="354330" y="296228"/>
                  <a:pt x="345758" y="296228"/>
                </a:cubicBezTo>
                <a:cubicBezTo>
                  <a:pt x="337185" y="296228"/>
                  <a:pt x="329565" y="288608"/>
                  <a:pt x="329565" y="280035"/>
                </a:cubicBezTo>
                <a:cubicBezTo>
                  <a:pt x="329565" y="271463"/>
                  <a:pt x="337185" y="263842"/>
                  <a:pt x="345758" y="263842"/>
                </a:cubicBezTo>
                <a:lnTo>
                  <a:pt x="345758" y="263842"/>
                </a:lnTo>
                <a:close/>
                <a:moveTo>
                  <a:pt x="477203" y="66675"/>
                </a:moveTo>
                <a:cubicBezTo>
                  <a:pt x="486728" y="66675"/>
                  <a:pt x="493395" y="74295"/>
                  <a:pt x="493395" y="82867"/>
                </a:cubicBezTo>
                <a:cubicBezTo>
                  <a:pt x="493395" y="91440"/>
                  <a:pt x="485775" y="99060"/>
                  <a:pt x="477203" y="99060"/>
                </a:cubicBezTo>
                <a:cubicBezTo>
                  <a:pt x="468630" y="99060"/>
                  <a:pt x="461010" y="91440"/>
                  <a:pt x="461010" y="82867"/>
                </a:cubicBezTo>
                <a:cubicBezTo>
                  <a:pt x="461010" y="74295"/>
                  <a:pt x="468630" y="66675"/>
                  <a:pt x="477203" y="66675"/>
                </a:cubicBezTo>
                <a:lnTo>
                  <a:pt x="477203" y="66675"/>
                </a:lnTo>
                <a:close/>
                <a:moveTo>
                  <a:pt x="411480" y="66675"/>
                </a:moveTo>
                <a:cubicBezTo>
                  <a:pt x="421005" y="66675"/>
                  <a:pt x="427673" y="74295"/>
                  <a:pt x="427673" y="82867"/>
                </a:cubicBezTo>
                <a:cubicBezTo>
                  <a:pt x="427673" y="91440"/>
                  <a:pt x="420053" y="99060"/>
                  <a:pt x="411480" y="99060"/>
                </a:cubicBezTo>
                <a:cubicBezTo>
                  <a:pt x="402908" y="99060"/>
                  <a:pt x="395288" y="91440"/>
                  <a:pt x="395288" y="82867"/>
                </a:cubicBezTo>
                <a:cubicBezTo>
                  <a:pt x="395288" y="74295"/>
                  <a:pt x="402908" y="66675"/>
                  <a:pt x="411480" y="66675"/>
                </a:cubicBezTo>
                <a:lnTo>
                  <a:pt x="411480" y="66675"/>
                </a:lnTo>
                <a:close/>
                <a:moveTo>
                  <a:pt x="345758" y="66675"/>
                </a:moveTo>
                <a:cubicBezTo>
                  <a:pt x="355283" y="66675"/>
                  <a:pt x="361950" y="74295"/>
                  <a:pt x="361950" y="82867"/>
                </a:cubicBezTo>
                <a:cubicBezTo>
                  <a:pt x="361950" y="91440"/>
                  <a:pt x="354330" y="99060"/>
                  <a:pt x="345758" y="99060"/>
                </a:cubicBezTo>
                <a:cubicBezTo>
                  <a:pt x="337185" y="99060"/>
                  <a:pt x="329565" y="91440"/>
                  <a:pt x="329565" y="82867"/>
                </a:cubicBezTo>
                <a:cubicBezTo>
                  <a:pt x="329565" y="74295"/>
                  <a:pt x="337185" y="66675"/>
                  <a:pt x="345758" y="66675"/>
                </a:cubicBezTo>
                <a:lnTo>
                  <a:pt x="345758" y="6667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98" name="Google Shape;1098;p44"/>
          <p:cNvGrpSpPr/>
          <p:nvPr/>
        </p:nvGrpSpPr>
        <p:grpSpPr>
          <a:xfrm>
            <a:off x="6114971" y="2153621"/>
            <a:ext cx="297188" cy="296805"/>
            <a:chOff x="6114971" y="2153621"/>
            <a:chExt cx="297188" cy="296805"/>
          </a:xfrm>
        </p:grpSpPr>
        <p:sp>
          <p:nvSpPr>
            <p:cNvPr id="1099" name="Google Shape;1099;p44"/>
            <p:cNvSpPr/>
            <p:nvPr/>
          </p:nvSpPr>
          <p:spPr>
            <a:xfrm>
              <a:off x="6114971" y="2311250"/>
              <a:ext cx="108025" cy="34668"/>
            </a:xfrm>
            <a:custGeom>
              <a:rect b="b" l="l" r="r" t="t"/>
              <a:pathLst>
                <a:path extrusionOk="0" h="65722" w="204787">
                  <a:moveTo>
                    <a:pt x="204788" y="0"/>
                  </a:moveTo>
                  <a:lnTo>
                    <a:pt x="16193" y="0"/>
                  </a:lnTo>
                  <a:cubicBezTo>
                    <a:pt x="6668" y="0"/>
                    <a:pt x="0" y="7620"/>
                    <a:pt x="0" y="16192"/>
                  </a:cubicBezTo>
                  <a:lnTo>
                    <a:pt x="0" y="65722"/>
                  </a:lnTo>
                  <a:lnTo>
                    <a:pt x="172402" y="65722"/>
                  </a:lnTo>
                  <a:lnTo>
                    <a:pt x="204788"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0" name="Google Shape;1100;p44"/>
            <p:cNvSpPr/>
            <p:nvPr/>
          </p:nvSpPr>
          <p:spPr>
            <a:xfrm>
              <a:off x="6114971" y="2311250"/>
              <a:ext cx="191431" cy="139177"/>
            </a:xfrm>
            <a:custGeom>
              <a:rect b="b" l="l" r="r" t="t"/>
              <a:pathLst>
                <a:path extrusionOk="0" h="263842" w="362902">
                  <a:moveTo>
                    <a:pt x="346710" y="0"/>
                  </a:moveTo>
                  <a:lnTo>
                    <a:pt x="241935" y="0"/>
                  </a:lnTo>
                  <a:lnTo>
                    <a:pt x="197168" y="89535"/>
                  </a:lnTo>
                  <a:cubicBezTo>
                    <a:pt x="194310" y="95250"/>
                    <a:pt x="188595" y="99060"/>
                    <a:pt x="182880" y="99060"/>
                  </a:cubicBezTo>
                  <a:lnTo>
                    <a:pt x="0" y="99060"/>
                  </a:lnTo>
                  <a:lnTo>
                    <a:pt x="0" y="247650"/>
                  </a:lnTo>
                  <a:cubicBezTo>
                    <a:pt x="0" y="257175"/>
                    <a:pt x="7620" y="263842"/>
                    <a:pt x="16193" y="263842"/>
                  </a:cubicBezTo>
                  <a:lnTo>
                    <a:pt x="346710" y="263842"/>
                  </a:lnTo>
                  <a:cubicBezTo>
                    <a:pt x="356235" y="263842"/>
                    <a:pt x="362902" y="256222"/>
                    <a:pt x="362902" y="247650"/>
                  </a:cubicBezTo>
                  <a:lnTo>
                    <a:pt x="362902" y="17145"/>
                  </a:lnTo>
                  <a:cubicBezTo>
                    <a:pt x="362902" y="7620"/>
                    <a:pt x="356235" y="0"/>
                    <a:pt x="346710" y="0"/>
                  </a:cubicBezTo>
                  <a:lnTo>
                    <a:pt x="346710" y="0"/>
                  </a:lnTo>
                  <a:close/>
                  <a:moveTo>
                    <a:pt x="280988" y="164783"/>
                  </a:moveTo>
                  <a:lnTo>
                    <a:pt x="81915" y="164783"/>
                  </a:lnTo>
                  <a:cubicBezTo>
                    <a:pt x="72390" y="164783"/>
                    <a:pt x="65723" y="157163"/>
                    <a:pt x="65723" y="148590"/>
                  </a:cubicBezTo>
                  <a:cubicBezTo>
                    <a:pt x="65723" y="140017"/>
                    <a:pt x="73343" y="132397"/>
                    <a:pt x="81915" y="132397"/>
                  </a:cubicBezTo>
                  <a:lnTo>
                    <a:pt x="280988" y="132397"/>
                  </a:lnTo>
                  <a:cubicBezTo>
                    <a:pt x="290513" y="132397"/>
                    <a:pt x="297180" y="140017"/>
                    <a:pt x="297180" y="148590"/>
                  </a:cubicBezTo>
                  <a:cubicBezTo>
                    <a:pt x="297180" y="157163"/>
                    <a:pt x="290513" y="164783"/>
                    <a:pt x="280988" y="164783"/>
                  </a:cubicBezTo>
                  <a:lnTo>
                    <a:pt x="280988" y="16478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1" name="Google Shape;1101;p44"/>
            <p:cNvSpPr/>
            <p:nvPr/>
          </p:nvSpPr>
          <p:spPr>
            <a:xfrm>
              <a:off x="6220225" y="2153621"/>
              <a:ext cx="108025" cy="34668"/>
            </a:xfrm>
            <a:custGeom>
              <a:rect b="b" l="l" r="r" t="t"/>
              <a:pathLst>
                <a:path extrusionOk="0" h="65722" w="204787">
                  <a:moveTo>
                    <a:pt x="204788" y="0"/>
                  </a:moveTo>
                  <a:lnTo>
                    <a:pt x="16192" y="0"/>
                  </a:lnTo>
                  <a:cubicBezTo>
                    <a:pt x="6667" y="0"/>
                    <a:pt x="0" y="7620"/>
                    <a:pt x="0" y="16192"/>
                  </a:cubicBezTo>
                  <a:lnTo>
                    <a:pt x="0" y="65722"/>
                  </a:lnTo>
                  <a:lnTo>
                    <a:pt x="172402" y="65722"/>
                  </a:lnTo>
                  <a:lnTo>
                    <a:pt x="204788"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2" name="Google Shape;1102;p44"/>
            <p:cNvSpPr/>
            <p:nvPr/>
          </p:nvSpPr>
          <p:spPr>
            <a:xfrm>
              <a:off x="6220729" y="2153621"/>
              <a:ext cx="191431" cy="139177"/>
            </a:xfrm>
            <a:custGeom>
              <a:rect b="b" l="l" r="r" t="t"/>
              <a:pathLst>
                <a:path extrusionOk="0" h="263842" w="362902">
                  <a:moveTo>
                    <a:pt x="345757" y="0"/>
                  </a:moveTo>
                  <a:lnTo>
                    <a:pt x="240982" y="0"/>
                  </a:lnTo>
                  <a:lnTo>
                    <a:pt x="196215" y="89535"/>
                  </a:lnTo>
                  <a:cubicBezTo>
                    <a:pt x="193357" y="95250"/>
                    <a:pt x="187643" y="99060"/>
                    <a:pt x="181927" y="99060"/>
                  </a:cubicBezTo>
                  <a:lnTo>
                    <a:pt x="0" y="99060"/>
                  </a:lnTo>
                  <a:lnTo>
                    <a:pt x="0" y="247650"/>
                  </a:lnTo>
                  <a:cubicBezTo>
                    <a:pt x="0" y="257175"/>
                    <a:pt x="7620" y="263842"/>
                    <a:pt x="16193" y="263842"/>
                  </a:cubicBezTo>
                  <a:lnTo>
                    <a:pt x="346710" y="263842"/>
                  </a:lnTo>
                  <a:cubicBezTo>
                    <a:pt x="356235" y="263842"/>
                    <a:pt x="362902" y="256222"/>
                    <a:pt x="362902" y="247650"/>
                  </a:cubicBezTo>
                  <a:lnTo>
                    <a:pt x="362902" y="17145"/>
                  </a:lnTo>
                  <a:cubicBezTo>
                    <a:pt x="361950" y="7620"/>
                    <a:pt x="354330" y="0"/>
                    <a:pt x="345757" y="0"/>
                  </a:cubicBezTo>
                  <a:lnTo>
                    <a:pt x="345757" y="0"/>
                  </a:lnTo>
                  <a:close/>
                  <a:moveTo>
                    <a:pt x="280035" y="164783"/>
                  </a:moveTo>
                  <a:lnTo>
                    <a:pt x="80963" y="164783"/>
                  </a:lnTo>
                  <a:cubicBezTo>
                    <a:pt x="71438" y="164783"/>
                    <a:pt x="64770" y="157163"/>
                    <a:pt x="64770" y="148590"/>
                  </a:cubicBezTo>
                  <a:cubicBezTo>
                    <a:pt x="64770" y="140017"/>
                    <a:pt x="72390" y="132397"/>
                    <a:pt x="80963" y="132397"/>
                  </a:cubicBezTo>
                  <a:lnTo>
                    <a:pt x="280035" y="132397"/>
                  </a:lnTo>
                  <a:cubicBezTo>
                    <a:pt x="289560" y="132397"/>
                    <a:pt x="296227" y="140017"/>
                    <a:pt x="296227" y="148590"/>
                  </a:cubicBezTo>
                  <a:cubicBezTo>
                    <a:pt x="296227" y="157163"/>
                    <a:pt x="288607" y="164783"/>
                    <a:pt x="280035" y="164783"/>
                  </a:cubicBezTo>
                  <a:lnTo>
                    <a:pt x="280035" y="16478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3" name="Google Shape;1103;p44"/>
            <p:cNvSpPr/>
            <p:nvPr/>
          </p:nvSpPr>
          <p:spPr>
            <a:xfrm>
              <a:off x="6115432" y="2206877"/>
              <a:ext cx="86589" cy="86546"/>
            </a:xfrm>
            <a:custGeom>
              <a:rect b="b" l="l" r="r" t="t"/>
              <a:pathLst>
                <a:path extrusionOk="0" h="164068" w="164149">
                  <a:moveTo>
                    <a:pt x="15321" y="164068"/>
                  </a:moveTo>
                  <a:lnTo>
                    <a:pt x="64851" y="164068"/>
                  </a:lnTo>
                  <a:cubicBezTo>
                    <a:pt x="74376" y="164068"/>
                    <a:pt x="81043" y="156448"/>
                    <a:pt x="81043" y="147876"/>
                  </a:cubicBezTo>
                  <a:cubicBezTo>
                    <a:pt x="81043" y="139303"/>
                    <a:pt x="73423" y="131683"/>
                    <a:pt x="64851" y="131683"/>
                  </a:cubicBezTo>
                  <a:lnTo>
                    <a:pt x="55326" y="131683"/>
                  </a:lnTo>
                  <a:lnTo>
                    <a:pt x="159148" y="27861"/>
                  </a:lnTo>
                  <a:cubicBezTo>
                    <a:pt x="165816" y="21193"/>
                    <a:pt x="165816" y="10716"/>
                    <a:pt x="159148" y="5001"/>
                  </a:cubicBezTo>
                  <a:cubicBezTo>
                    <a:pt x="152481" y="-1667"/>
                    <a:pt x="142003" y="-1667"/>
                    <a:pt x="136289" y="5001"/>
                  </a:cubicBezTo>
                  <a:lnTo>
                    <a:pt x="32466" y="108823"/>
                  </a:lnTo>
                  <a:lnTo>
                    <a:pt x="32466" y="99298"/>
                  </a:lnTo>
                  <a:cubicBezTo>
                    <a:pt x="32466" y="89773"/>
                    <a:pt x="24846" y="83106"/>
                    <a:pt x="16273" y="83106"/>
                  </a:cubicBezTo>
                  <a:cubicBezTo>
                    <a:pt x="7701" y="83106"/>
                    <a:pt x="81" y="90726"/>
                    <a:pt x="81" y="99298"/>
                  </a:cubicBezTo>
                  <a:lnTo>
                    <a:pt x="81" y="148828"/>
                  </a:lnTo>
                  <a:cubicBezTo>
                    <a:pt x="-872" y="156448"/>
                    <a:pt x="6748" y="164068"/>
                    <a:pt x="15321" y="164068"/>
                  </a:cubicBezTo>
                  <a:lnTo>
                    <a:pt x="15321" y="16406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4" name="Google Shape;1104;p44"/>
            <p:cNvSpPr/>
            <p:nvPr/>
          </p:nvSpPr>
          <p:spPr>
            <a:xfrm>
              <a:off x="6324849" y="2310746"/>
              <a:ext cx="86589" cy="86546"/>
            </a:xfrm>
            <a:custGeom>
              <a:rect b="b" l="l" r="r" t="t"/>
              <a:pathLst>
                <a:path extrusionOk="0" h="164068" w="164149">
                  <a:moveTo>
                    <a:pt x="148828" y="0"/>
                  </a:moveTo>
                  <a:lnTo>
                    <a:pt x="99298" y="0"/>
                  </a:lnTo>
                  <a:cubicBezTo>
                    <a:pt x="89773" y="0"/>
                    <a:pt x="83106" y="7620"/>
                    <a:pt x="83106" y="16192"/>
                  </a:cubicBezTo>
                  <a:cubicBezTo>
                    <a:pt x="83106" y="24765"/>
                    <a:pt x="90726" y="32385"/>
                    <a:pt x="99298" y="32385"/>
                  </a:cubicBezTo>
                  <a:lnTo>
                    <a:pt x="108823" y="32385"/>
                  </a:lnTo>
                  <a:lnTo>
                    <a:pt x="5001" y="136208"/>
                  </a:lnTo>
                  <a:cubicBezTo>
                    <a:pt x="-1667" y="142875"/>
                    <a:pt x="-1667" y="153353"/>
                    <a:pt x="5001" y="159067"/>
                  </a:cubicBezTo>
                  <a:cubicBezTo>
                    <a:pt x="11668" y="165735"/>
                    <a:pt x="22146" y="165735"/>
                    <a:pt x="27860" y="159067"/>
                  </a:cubicBezTo>
                  <a:lnTo>
                    <a:pt x="131683" y="55245"/>
                  </a:lnTo>
                  <a:lnTo>
                    <a:pt x="131683" y="64770"/>
                  </a:lnTo>
                  <a:cubicBezTo>
                    <a:pt x="131683" y="74295"/>
                    <a:pt x="139303" y="80963"/>
                    <a:pt x="147876" y="80963"/>
                  </a:cubicBezTo>
                  <a:cubicBezTo>
                    <a:pt x="156448" y="80963"/>
                    <a:pt x="164068" y="73342"/>
                    <a:pt x="164068" y="64770"/>
                  </a:cubicBezTo>
                  <a:lnTo>
                    <a:pt x="164068" y="17145"/>
                  </a:lnTo>
                  <a:cubicBezTo>
                    <a:pt x="165021" y="7620"/>
                    <a:pt x="157401" y="0"/>
                    <a:pt x="148828" y="0"/>
                  </a:cubicBezTo>
                  <a:lnTo>
                    <a:pt x="148828"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5" name="Google Shape;1105;p44"/>
          <p:cNvGrpSpPr/>
          <p:nvPr/>
        </p:nvGrpSpPr>
        <p:grpSpPr>
          <a:xfrm>
            <a:off x="6799877" y="2153621"/>
            <a:ext cx="295593" cy="296260"/>
            <a:chOff x="6799877" y="2153621"/>
            <a:chExt cx="295593" cy="296260"/>
          </a:xfrm>
        </p:grpSpPr>
        <p:sp>
          <p:nvSpPr>
            <p:cNvPr id="1106" name="Google Shape;1106;p44"/>
            <p:cNvSpPr/>
            <p:nvPr/>
          </p:nvSpPr>
          <p:spPr>
            <a:xfrm>
              <a:off x="6939879" y="2362617"/>
              <a:ext cx="17083" cy="17083"/>
            </a:xfrm>
            <a:custGeom>
              <a:rect b="b" l="l" r="r" t="t"/>
              <a:pathLst>
                <a:path extrusionOk="0" h="32384" w="32384">
                  <a:moveTo>
                    <a:pt x="32384" y="16192"/>
                  </a:moveTo>
                  <a:cubicBezTo>
                    <a:pt x="32384" y="25717"/>
                    <a:pt x="24765" y="32385"/>
                    <a:pt x="16192" y="32385"/>
                  </a:cubicBezTo>
                  <a:cubicBezTo>
                    <a:pt x="7619" y="32385"/>
                    <a:pt x="0" y="24765"/>
                    <a:pt x="0" y="16192"/>
                  </a:cubicBezTo>
                  <a:cubicBezTo>
                    <a:pt x="0" y="7620"/>
                    <a:pt x="7619" y="0"/>
                    <a:pt x="16192" y="0"/>
                  </a:cubicBezTo>
                  <a:cubicBezTo>
                    <a:pt x="24765" y="0"/>
                    <a:pt x="32384" y="7620"/>
                    <a:pt x="32384" y="16192"/>
                  </a:cubicBezTo>
                  <a:lnTo>
                    <a:pt x="32384" y="1619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7" name="Google Shape;1107;p44"/>
            <p:cNvSpPr/>
            <p:nvPr/>
          </p:nvSpPr>
          <p:spPr>
            <a:xfrm>
              <a:off x="6799877" y="2153621"/>
              <a:ext cx="159274" cy="51751"/>
            </a:xfrm>
            <a:custGeom>
              <a:rect b="b" l="l" r="r" t="t"/>
              <a:pathLst>
                <a:path extrusionOk="0" h="98107" w="301942">
                  <a:moveTo>
                    <a:pt x="301942" y="0"/>
                  </a:moveTo>
                  <a:lnTo>
                    <a:pt x="16192" y="0"/>
                  </a:lnTo>
                  <a:cubicBezTo>
                    <a:pt x="6667" y="0"/>
                    <a:pt x="0" y="7620"/>
                    <a:pt x="0" y="16192"/>
                  </a:cubicBezTo>
                  <a:lnTo>
                    <a:pt x="0" y="98108"/>
                  </a:lnTo>
                  <a:lnTo>
                    <a:pt x="269558" y="98108"/>
                  </a:lnTo>
                  <a:lnTo>
                    <a:pt x="301942" y="0"/>
                  </a:lnTo>
                  <a:close/>
                  <a:moveTo>
                    <a:pt x="83820" y="65722"/>
                  </a:moveTo>
                  <a:cubicBezTo>
                    <a:pt x="74295" y="65722"/>
                    <a:pt x="67627" y="58103"/>
                    <a:pt x="67627" y="49530"/>
                  </a:cubicBezTo>
                  <a:cubicBezTo>
                    <a:pt x="67627" y="40958"/>
                    <a:pt x="75248" y="33338"/>
                    <a:pt x="83820" y="33338"/>
                  </a:cubicBezTo>
                  <a:cubicBezTo>
                    <a:pt x="92392" y="33338"/>
                    <a:pt x="100013" y="40958"/>
                    <a:pt x="100013" y="49530"/>
                  </a:cubicBezTo>
                  <a:cubicBezTo>
                    <a:pt x="100013" y="58103"/>
                    <a:pt x="92392" y="65722"/>
                    <a:pt x="83820" y="65722"/>
                  </a:cubicBezTo>
                  <a:lnTo>
                    <a:pt x="83820" y="65722"/>
                  </a:lnTo>
                  <a:close/>
                  <a:moveTo>
                    <a:pt x="149542" y="65722"/>
                  </a:moveTo>
                  <a:cubicBezTo>
                    <a:pt x="140017" y="65722"/>
                    <a:pt x="133350" y="58103"/>
                    <a:pt x="133350" y="49530"/>
                  </a:cubicBezTo>
                  <a:cubicBezTo>
                    <a:pt x="133350" y="40958"/>
                    <a:pt x="140970" y="33338"/>
                    <a:pt x="149542" y="33338"/>
                  </a:cubicBezTo>
                  <a:cubicBezTo>
                    <a:pt x="158115" y="33338"/>
                    <a:pt x="165735" y="40958"/>
                    <a:pt x="165735" y="49530"/>
                  </a:cubicBezTo>
                  <a:cubicBezTo>
                    <a:pt x="165735" y="58103"/>
                    <a:pt x="158115" y="65722"/>
                    <a:pt x="149542" y="65722"/>
                  </a:cubicBezTo>
                  <a:lnTo>
                    <a:pt x="149542" y="65722"/>
                  </a:lnTo>
                  <a:close/>
                  <a:moveTo>
                    <a:pt x="215265" y="65722"/>
                  </a:moveTo>
                  <a:cubicBezTo>
                    <a:pt x="205740" y="65722"/>
                    <a:pt x="199073" y="58103"/>
                    <a:pt x="199073" y="49530"/>
                  </a:cubicBezTo>
                  <a:cubicBezTo>
                    <a:pt x="199073" y="40958"/>
                    <a:pt x="206692" y="33338"/>
                    <a:pt x="215265" y="33338"/>
                  </a:cubicBezTo>
                  <a:cubicBezTo>
                    <a:pt x="223838" y="33338"/>
                    <a:pt x="231458" y="40958"/>
                    <a:pt x="231458" y="49530"/>
                  </a:cubicBezTo>
                  <a:cubicBezTo>
                    <a:pt x="231458" y="58103"/>
                    <a:pt x="223838" y="65722"/>
                    <a:pt x="215265" y="65722"/>
                  </a:cubicBezTo>
                  <a:lnTo>
                    <a:pt x="215265" y="6572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 name="Google Shape;1108;p44"/>
            <p:cNvSpPr/>
            <p:nvPr/>
          </p:nvSpPr>
          <p:spPr>
            <a:xfrm>
              <a:off x="6799877" y="2153621"/>
              <a:ext cx="295593" cy="208011"/>
            </a:xfrm>
            <a:custGeom>
              <a:rect b="b" l="l" r="r" t="t"/>
              <a:pathLst>
                <a:path extrusionOk="0" h="394334" w="560365">
                  <a:moveTo>
                    <a:pt x="545783" y="0"/>
                  </a:moveTo>
                  <a:lnTo>
                    <a:pt x="337185" y="0"/>
                  </a:lnTo>
                  <a:lnTo>
                    <a:pt x="297180" y="120015"/>
                  </a:lnTo>
                  <a:cubicBezTo>
                    <a:pt x="295275" y="126683"/>
                    <a:pt x="288608" y="131445"/>
                    <a:pt x="281940" y="131445"/>
                  </a:cubicBezTo>
                  <a:lnTo>
                    <a:pt x="0" y="131445"/>
                  </a:lnTo>
                  <a:lnTo>
                    <a:pt x="0" y="378142"/>
                  </a:lnTo>
                  <a:cubicBezTo>
                    <a:pt x="0" y="387667"/>
                    <a:pt x="7620" y="394335"/>
                    <a:pt x="16192" y="394335"/>
                  </a:cubicBezTo>
                  <a:lnTo>
                    <a:pt x="102870" y="394335"/>
                  </a:lnTo>
                  <a:cubicBezTo>
                    <a:pt x="108585" y="377190"/>
                    <a:pt x="123825" y="364808"/>
                    <a:pt x="140970" y="361950"/>
                  </a:cubicBezTo>
                  <a:cubicBezTo>
                    <a:pt x="142875" y="356235"/>
                    <a:pt x="144780" y="351472"/>
                    <a:pt x="147638" y="346710"/>
                  </a:cubicBezTo>
                  <a:cubicBezTo>
                    <a:pt x="133350" y="327660"/>
                    <a:pt x="135255" y="300038"/>
                    <a:pt x="152400" y="282892"/>
                  </a:cubicBezTo>
                  <a:cubicBezTo>
                    <a:pt x="170498" y="264795"/>
                    <a:pt x="197167" y="263842"/>
                    <a:pt x="216217" y="278130"/>
                  </a:cubicBezTo>
                  <a:cubicBezTo>
                    <a:pt x="220980" y="275272"/>
                    <a:pt x="226695" y="273367"/>
                    <a:pt x="231458" y="271463"/>
                  </a:cubicBezTo>
                  <a:cubicBezTo>
                    <a:pt x="235267" y="247650"/>
                    <a:pt x="255270" y="229553"/>
                    <a:pt x="280035" y="229553"/>
                  </a:cubicBezTo>
                  <a:cubicBezTo>
                    <a:pt x="304800" y="229553"/>
                    <a:pt x="324802" y="247650"/>
                    <a:pt x="328613" y="271463"/>
                  </a:cubicBezTo>
                  <a:cubicBezTo>
                    <a:pt x="333375" y="273367"/>
                    <a:pt x="339090" y="275272"/>
                    <a:pt x="343852" y="278130"/>
                  </a:cubicBezTo>
                  <a:cubicBezTo>
                    <a:pt x="362902" y="263842"/>
                    <a:pt x="390525" y="265747"/>
                    <a:pt x="407670" y="282892"/>
                  </a:cubicBezTo>
                  <a:cubicBezTo>
                    <a:pt x="424815" y="300038"/>
                    <a:pt x="426720" y="326708"/>
                    <a:pt x="412433" y="346710"/>
                  </a:cubicBezTo>
                  <a:cubicBezTo>
                    <a:pt x="415290" y="351472"/>
                    <a:pt x="417195" y="357188"/>
                    <a:pt x="419100" y="361950"/>
                  </a:cubicBezTo>
                  <a:cubicBezTo>
                    <a:pt x="437198" y="364808"/>
                    <a:pt x="451485" y="377190"/>
                    <a:pt x="457200" y="394335"/>
                  </a:cubicBezTo>
                  <a:lnTo>
                    <a:pt x="543877" y="394335"/>
                  </a:lnTo>
                  <a:cubicBezTo>
                    <a:pt x="553402" y="394335"/>
                    <a:pt x="560070" y="386715"/>
                    <a:pt x="560070" y="378142"/>
                  </a:cubicBezTo>
                  <a:lnTo>
                    <a:pt x="560070" y="16192"/>
                  </a:lnTo>
                  <a:cubicBezTo>
                    <a:pt x="561975" y="7620"/>
                    <a:pt x="554355" y="0"/>
                    <a:pt x="545783" y="0"/>
                  </a:cubicBezTo>
                  <a:lnTo>
                    <a:pt x="545783" y="0"/>
                  </a:lnTo>
                  <a:close/>
                  <a:moveTo>
                    <a:pt x="445770" y="197167"/>
                  </a:moveTo>
                  <a:lnTo>
                    <a:pt x="116205" y="197167"/>
                  </a:lnTo>
                  <a:cubicBezTo>
                    <a:pt x="106680" y="197167"/>
                    <a:pt x="100013" y="189547"/>
                    <a:pt x="100013" y="180975"/>
                  </a:cubicBezTo>
                  <a:cubicBezTo>
                    <a:pt x="100013" y="171450"/>
                    <a:pt x="107633" y="164783"/>
                    <a:pt x="116205" y="164783"/>
                  </a:cubicBezTo>
                  <a:lnTo>
                    <a:pt x="445770" y="164783"/>
                  </a:lnTo>
                  <a:cubicBezTo>
                    <a:pt x="455295" y="164783"/>
                    <a:pt x="461963" y="172403"/>
                    <a:pt x="461963" y="180975"/>
                  </a:cubicBezTo>
                  <a:cubicBezTo>
                    <a:pt x="461963" y="190500"/>
                    <a:pt x="454342" y="197167"/>
                    <a:pt x="445770" y="197167"/>
                  </a:cubicBezTo>
                  <a:lnTo>
                    <a:pt x="445770" y="19716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9" name="Google Shape;1109;p44"/>
            <p:cNvSpPr/>
            <p:nvPr/>
          </p:nvSpPr>
          <p:spPr>
            <a:xfrm>
              <a:off x="6870382" y="2293120"/>
              <a:ext cx="155800" cy="156762"/>
            </a:xfrm>
            <a:custGeom>
              <a:rect b="b" l="l" r="r" t="t"/>
              <a:pathLst>
                <a:path extrusionOk="0" h="297179" w="295355">
                  <a:moveTo>
                    <a:pt x="279083" y="131445"/>
                  </a:moveTo>
                  <a:lnTo>
                    <a:pt x="260985" y="131445"/>
                  </a:lnTo>
                  <a:cubicBezTo>
                    <a:pt x="258127" y="112395"/>
                    <a:pt x="250508" y="94298"/>
                    <a:pt x="239077" y="79058"/>
                  </a:cubicBezTo>
                  <a:lnTo>
                    <a:pt x="251460" y="66675"/>
                  </a:lnTo>
                  <a:cubicBezTo>
                    <a:pt x="258127" y="60008"/>
                    <a:pt x="258127" y="49530"/>
                    <a:pt x="251460" y="43815"/>
                  </a:cubicBezTo>
                  <a:cubicBezTo>
                    <a:pt x="244792" y="37148"/>
                    <a:pt x="234315" y="37148"/>
                    <a:pt x="228600" y="43815"/>
                  </a:cubicBezTo>
                  <a:lnTo>
                    <a:pt x="216217" y="56198"/>
                  </a:lnTo>
                  <a:cubicBezTo>
                    <a:pt x="200977" y="44767"/>
                    <a:pt x="183833" y="37148"/>
                    <a:pt x="163830" y="34290"/>
                  </a:cubicBezTo>
                  <a:lnTo>
                    <a:pt x="163830" y="16192"/>
                  </a:lnTo>
                  <a:cubicBezTo>
                    <a:pt x="163830" y="6667"/>
                    <a:pt x="156210" y="0"/>
                    <a:pt x="147638" y="0"/>
                  </a:cubicBezTo>
                  <a:cubicBezTo>
                    <a:pt x="139065" y="0"/>
                    <a:pt x="131445" y="7620"/>
                    <a:pt x="131445" y="16192"/>
                  </a:cubicBezTo>
                  <a:lnTo>
                    <a:pt x="131445" y="34290"/>
                  </a:lnTo>
                  <a:cubicBezTo>
                    <a:pt x="112395" y="37148"/>
                    <a:pt x="94298" y="44767"/>
                    <a:pt x="79058" y="56198"/>
                  </a:cubicBezTo>
                  <a:lnTo>
                    <a:pt x="66675" y="43815"/>
                  </a:lnTo>
                  <a:cubicBezTo>
                    <a:pt x="60008" y="37148"/>
                    <a:pt x="49530" y="37148"/>
                    <a:pt x="43815" y="43815"/>
                  </a:cubicBezTo>
                  <a:cubicBezTo>
                    <a:pt x="37148" y="50483"/>
                    <a:pt x="37148" y="60960"/>
                    <a:pt x="43815" y="66675"/>
                  </a:cubicBezTo>
                  <a:lnTo>
                    <a:pt x="56198" y="79058"/>
                  </a:lnTo>
                  <a:cubicBezTo>
                    <a:pt x="44767" y="94298"/>
                    <a:pt x="37148" y="111442"/>
                    <a:pt x="34290" y="131445"/>
                  </a:cubicBezTo>
                  <a:lnTo>
                    <a:pt x="16192" y="131445"/>
                  </a:lnTo>
                  <a:cubicBezTo>
                    <a:pt x="6667" y="131445"/>
                    <a:pt x="0" y="139065"/>
                    <a:pt x="0" y="147638"/>
                  </a:cubicBezTo>
                  <a:cubicBezTo>
                    <a:pt x="0" y="157163"/>
                    <a:pt x="7620" y="163830"/>
                    <a:pt x="16192" y="163830"/>
                  </a:cubicBezTo>
                  <a:lnTo>
                    <a:pt x="34290" y="163830"/>
                  </a:lnTo>
                  <a:cubicBezTo>
                    <a:pt x="37148" y="182880"/>
                    <a:pt x="44767" y="200978"/>
                    <a:pt x="56198" y="216217"/>
                  </a:cubicBezTo>
                  <a:lnTo>
                    <a:pt x="43815" y="228600"/>
                  </a:lnTo>
                  <a:cubicBezTo>
                    <a:pt x="37148" y="235267"/>
                    <a:pt x="37148" y="245745"/>
                    <a:pt x="43815" y="251460"/>
                  </a:cubicBezTo>
                  <a:cubicBezTo>
                    <a:pt x="50483" y="258128"/>
                    <a:pt x="60960" y="258128"/>
                    <a:pt x="66675" y="251460"/>
                  </a:cubicBezTo>
                  <a:lnTo>
                    <a:pt x="79058" y="239078"/>
                  </a:lnTo>
                  <a:cubicBezTo>
                    <a:pt x="94298" y="250508"/>
                    <a:pt x="111442" y="258128"/>
                    <a:pt x="131445" y="260985"/>
                  </a:cubicBezTo>
                  <a:lnTo>
                    <a:pt x="131445" y="280988"/>
                  </a:lnTo>
                  <a:cubicBezTo>
                    <a:pt x="131445" y="290513"/>
                    <a:pt x="139065" y="297180"/>
                    <a:pt x="147638" y="297180"/>
                  </a:cubicBezTo>
                  <a:cubicBezTo>
                    <a:pt x="156210" y="297180"/>
                    <a:pt x="163830" y="289560"/>
                    <a:pt x="163830" y="280988"/>
                  </a:cubicBezTo>
                  <a:lnTo>
                    <a:pt x="163830" y="260985"/>
                  </a:lnTo>
                  <a:cubicBezTo>
                    <a:pt x="182880" y="258128"/>
                    <a:pt x="200977" y="250508"/>
                    <a:pt x="216217" y="239078"/>
                  </a:cubicBezTo>
                  <a:lnTo>
                    <a:pt x="228600" y="251460"/>
                  </a:lnTo>
                  <a:cubicBezTo>
                    <a:pt x="235267" y="258128"/>
                    <a:pt x="245745" y="258128"/>
                    <a:pt x="251460" y="251460"/>
                  </a:cubicBezTo>
                  <a:cubicBezTo>
                    <a:pt x="258127" y="244792"/>
                    <a:pt x="258127" y="234315"/>
                    <a:pt x="251460" y="228600"/>
                  </a:cubicBezTo>
                  <a:lnTo>
                    <a:pt x="239077" y="216217"/>
                  </a:lnTo>
                  <a:cubicBezTo>
                    <a:pt x="250508" y="200978"/>
                    <a:pt x="258127" y="183833"/>
                    <a:pt x="260985" y="163830"/>
                  </a:cubicBezTo>
                  <a:lnTo>
                    <a:pt x="279083" y="163830"/>
                  </a:lnTo>
                  <a:cubicBezTo>
                    <a:pt x="288608" y="163830"/>
                    <a:pt x="295275" y="156210"/>
                    <a:pt x="295275" y="147638"/>
                  </a:cubicBezTo>
                  <a:cubicBezTo>
                    <a:pt x="296227" y="139065"/>
                    <a:pt x="288608" y="131445"/>
                    <a:pt x="279083" y="131445"/>
                  </a:cubicBezTo>
                  <a:lnTo>
                    <a:pt x="279083" y="131445"/>
                  </a:lnTo>
                  <a:close/>
                  <a:moveTo>
                    <a:pt x="147638" y="197167"/>
                  </a:moveTo>
                  <a:cubicBezTo>
                    <a:pt x="120015" y="197167"/>
                    <a:pt x="98108" y="175260"/>
                    <a:pt x="98108" y="147638"/>
                  </a:cubicBezTo>
                  <a:cubicBezTo>
                    <a:pt x="98108" y="120015"/>
                    <a:pt x="120015" y="98108"/>
                    <a:pt x="147638" y="98108"/>
                  </a:cubicBezTo>
                  <a:cubicBezTo>
                    <a:pt x="175260" y="98108"/>
                    <a:pt x="197167" y="120015"/>
                    <a:pt x="197167" y="147638"/>
                  </a:cubicBezTo>
                  <a:cubicBezTo>
                    <a:pt x="197167" y="175260"/>
                    <a:pt x="175260" y="197167"/>
                    <a:pt x="147638" y="197167"/>
                  </a:cubicBezTo>
                  <a:lnTo>
                    <a:pt x="147638" y="19716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0" name="Google Shape;1110;p44"/>
          <p:cNvGrpSpPr/>
          <p:nvPr/>
        </p:nvGrpSpPr>
        <p:grpSpPr>
          <a:xfrm>
            <a:off x="7540179" y="2153621"/>
            <a:ext cx="208012" cy="295939"/>
            <a:chOff x="7540179" y="2153621"/>
            <a:chExt cx="208012" cy="295939"/>
          </a:xfrm>
        </p:grpSpPr>
        <p:sp>
          <p:nvSpPr>
            <p:cNvPr id="1111" name="Google Shape;1111;p44"/>
            <p:cNvSpPr/>
            <p:nvPr/>
          </p:nvSpPr>
          <p:spPr>
            <a:xfrm>
              <a:off x="7679678" y="2158658"/>
              <a:ext cx="64313" cy="64313"/>
            </a:xfrm>
            <a:custGeom>
              <a:rect b="b" l="l" r="r" t="t"/>
              <a:pathLst>
                <a:path extrusionOk="0" h="121920" w="121920">
                  <a:moveTo>
                    <a:pt x="16193" y="121920"/>
                  </a:moveTo>
                  <a:lnTo>
                    <a:pt x="121920" y="121920"/>
                  </a:lnTo>
                  <a:lnTo>
                    <a:pt x="0" y="0"/>
                  </a:lnTo>
                  <a:lnTo>
                    <a:pt x="0" y="105728"/>
                  </a:lnTo>
                  <a:cubicBezTo>
                    <a:pt x="0" y="115253"/>
                    <a:pt x="6668" y="121920"/>
                    <a:pt x="16193" y="121920"/>
                  </a:cubicBezTo>
                  <a:lnTo>
                    <a:pt x="16193" y="12192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2" name="Google Shape;1112;p44"/>
            <p:cNvSpPr/>
            <p:nvPr/>
          </p:nvSpPr>
          <p:spPr>
            <a:xfrm>
              <a:off x="7540179" y="2153621"/>
              <a:ext cx="208012" cy="295939"/>
            </a:xfrm>
            <a:custGeom>
              <a:rect b="b" l="l" r="r" t="t"/>
              <a:pathLst>
                <a:path extrusionOk="0" h="561022" w="394335">
                  <a:moveTo>
                    <a:pt x="280035" y="164783"/>
                  </a:moveTo>
                  <a:cubicBezTo>
                    <a:pt x="252413" y="164783"/>
                    <a:pt x="230505" y="142875"/>
                    <a:pt x="230505" y="115253"/>
                  </a:cubicBezTo>
                  <a:lnTo>
                    <a:pt x="230505" y="0"/>
                  </a:lnTo>
                  <a:lnTo>
                    <a:pt x="16192" y="0"/>
                  </a:lnTo>
                  <a:cubicBezTo>
                    <a:pt x="6667" y="0"/>
                    <a:pt x="0" y="7620"/>
                    <a:pt x="0" y="16192"/>
                  </a:cubicBezTo>
                  <a:lnTo>
                    <a:pt x="0" y="544830"/>
                  </a:lnTo>
                  <a:cubicBezTo>
                    <a:pt x="0" y="554355"/>
                    <a:pt x="7620" y="561022"/>
                    <a:pt x="16192" y="561022"/>
                  </a:cubicBezTo>
                  <a:lnTo>
                    <a:pt x="378142" y="561022"/>
                  </a:lnTo>
                  <a:cubicBezTo>
                    <a:pt x="387667" y="561022"/>
                    <a:pt x="394335" y="553403"/>
                    <a:pt x="394335" y="544830"/>
                  </a:cubicBezTo>
                  <a:lnTo>
                    <a:pt x="394335" y="163830"/>
                  </a:lnTo>
                  <a:lnTo>
                    <a:pt x="280035" y="163830"/>
                  </a:lnTo>
                  <a:close/>
                  <a:moveTo>
                    <a:pt x="99060" y="461963"/>
                  </a:moveTo>
                  <a:cubicBezTo>
                    <a:pt x="89535" y="461963"/>
                    <a:pt x="82867" y="454342"/>
                    <a:pt x="82867" y="445770"/>
                  </a:cubicBezTo>
                  <a:cubicBezTo>
                    <a:pt x="82867" y="437197"/>
                    <a:pt x="90488" y="429578"/>
                    <a:pt x="99060" y="429578"/>
                  </a:cubicBezTo>
                  <a:cubicBezTo>
                    <a:pt x="107633" y="429578"/>
                    <a:pt x="115252" y="437197"/>
                    <a:pt x="115252" y="445770"/>
                  </a:cubicBezTo>
                  <a:cubicBezTo>
                    <a:pt x="115252" y="454342"/>
                    <a:pt x="107633" y="461963"/>
                    <a:pt x="99060" y="461963"/>
                  </a:cubicBezTo>
                  <a:lnTo>
                    <a:pt x="99060" y="461963"/>
                  </a:lnTo>
                  <a:close/>
                  <a:moveTo>
                    <a:pt x="99060" y="396240"/>
                  </a:moveTo>
                  <a:cubicBezTo>
                    <a:pt x="89535" y="396240"/>
                    <a:pt x="82867" y="388620"/>
                    <a:pt x="82867" y="380047"/>
                  </a:cubicBezTo>
                  <a:cubicBezTo>
                    <a:pt x="82867" y="371475"/>
                    <a:pt x="90488" y="363855"/>
                    <a:pt x="99060" y="363855"/>
                  </a:cubicBezTo>
                  <a:cubicBezTo>
                    <a:pt x="107633" y="363855"/>
                    <a:pt x="115252" y="371475"/>
                    <a:pt x="115252" y="380047"/>
                  </a:cubicBezTo>
                  <a:cubicBezTo>
                    <a:pt x="115252" y="388620"/>
                    <a:pt x="107633" y="396240"/>
                    <a:pt x="99060" y="396240"/>
                  </a:cubicBezTo>
                  <a:lnTo>
                    <a:pt x="99060" y="396240"/>
                  </a:lnTo>
                  <a:close/>
                  <a:moveTo>
                    <a:pt x="99060" y="330517"/>
                  </a:moveTo>
                  <a:cubicBezTo>
                    <a:pt x="89535" y="330517"/>
                    <a:pt x="82867" y="322897"/>
                    <a:pt x="82867" y="314325"/>
                  </a:cubicBezTo>
                  <a:cubicBezTo>
                    <a:pt x="82867" y="305753"/>
                    <a:pt x="90488" y="298133"/>
                    <a:pt x="99060" y="298133"/>
                  </a:cubicBezTo>
                  <a:cubicBezTo>
                    <a:pt x="107633" y="298133"/>
                    <a:pt x="115252" y="305753"/>
                    <a:pt x="115252" y="314325"/>
                  </a:cubicBezTo>
                  <a:cubicBezTo>
                    <a:pt x="115252" y="322897"/>
                    <a:pt x="107633" y="330517"/>
                    <a:pt x="99060" y="330517"/>
                  </a:cubicBezTo>
                  <a:lnTo>
                    <a:pt x="99060" y="330517"/>
                  </a:lnTo>
                  <a:close/>
                  <a:moveTo>
                    <a:pt x="99060" y="264795"/>
                  </a:moveTo>
                  <a:cubicBezTo>
                    <a:pt x="89535" y="264795"/>
                    <a:pt x="82867" y="257175"/>
                    <a:pt x="82867" y="248603"/>
                  </a:cubicBezTo>
                  <a:cubicBezTo>
                    <a:pt x="82867" y="240030"/>
                    <a:pt x="90488" y="232410"/>
                    <a:pt x="99060" y="232410"/>
                  </a:cubicBezTo>
                  <a:cubicBezTo>
                    <a:pt x="107633" y="232410"/>
                    <a:pt x="115252" y="240030"/>
                    <a:pt x="115252" y="248603"/>
                  </a:cubicBezTo>
                  <a:cubicBezTo>
                    <a:pt x="115252" y="257175"/>
                    <a:pt x="107633" y="264795"/>
                    <a:pt x="99060" y="264795"/>
                  </a:cubicBezTo>
                  <a:lnTo>
                    <a:pt x="99060" y="264795"/>
                  </a:lnTo>
                  <a:close/>
                  <a:moveTo>
                    <a:pt x="296227" y="461963"/>
                  </a:moveTo>
                  <a:lnTo>
                    <a:pt x="164783" y="461963"/>
                  </a:lnTo>
                  <a:cubicBezTo>
                    <a:pt x="155258" y="461963"/>
                    <a:pt x="148590" y="454342"/>
                    <a:pt x="148590" y="445770"/>
                  </a:cubicBezTo>
                  <a:cubicBezTo>
                    <a:pt x="148590" y="437197"/>
                    <a:pt x="156210" y="429578"/>
                    <a:pt x="164783" y="429578"/>
                  </a:cubicBezTo>
                  <a:lnTo>
                    <a:pt x="296227" y="429578"/>
                  </a:lnTo>
                  <a:cubicBezTo>
                    <a:pt x="305752" y="429578"/>
                    <a:pt x="312420" y="437197"/>
                    <a:pt x="312420" y="445770"/>
                  </a:cubicBezTo>
                  <a:cubicBezTo>
                    <a:pt x="312420" y="454342"/>
                    <a:pt x="305752" y="461963"/>
                    <a:pt x="296227" y="461963"/>
                  </a:cubicBezTo>
                  <a:lnTo>
                    <a:pt x="296227" y="461963"/>
                  </a:lnTo>
                  <a:close/>
                  <a:moveTo>
                    <a:pt x="296227" y="396240"/>
                  </a:moveTo>
                  <a:lnTo>
                    <a:pt x="164783" y="396240"/>
                  </a:lnTo>
                  <a:cubicBezTo>
                    <a:pt x="155258" y="396240"/>
                    <a:pt x="148590" y="388620"/>
                    <a:pt x="148590" y="380047"/>
                  </a:cubicBezTo>
                  <a:cubicBezTo>
                    <a:pt x="148590" y="371475"/>
                    <a:pt x="156210" y="363855"/>
                    <a:pt x="164783" y="363855"/>
                  </a:cubicBezTo>
                  <a:lnTo>
                    <a:pt x="296227" y="363855"/>
                  </a:lnTo>
                  <a:cubicBezTo>
                    <a:pt x="305752" y="363855"/>
                    <a:pt x="312420" y="371475"/>
                    <a:pt x="312420" y="380047"/>
                  </a:cubicBezTo>
                  <a:cubicBezTo>
                    <a:pt x="312420" y="388620"/>
                    <a:pt x="305752" y="396240"/>
                    <a:pt x="296227" y="396240"/>
                  </a:cubicBezTo>
                  <a:lnTo>
                    <a:pt x="296227" y="396240"/>
                  </a:lnTo>
                  <a:close/>
                  <a:moveTo>
                    <a:pt x="296227" y="330517"/>
                  </a:moveTo>
                  <a:lnTo>
                    <a:pt x="164783" y="330517"/>
                  </a:lnTo>
                  <a:cubicBezTo>
                    <a:pt x="155258" y="330517"/>
                    <a:pt x="148590" y="322897"/>
                    <a:pt x="148590" y="314325"/>
                  </a:cubicBezTo>
                  <a:cubicBezTo>
                    <a:pt x="148590" y="305753"/>
                    <a:pt x="156210" y="298133"/>
                    <a:pt x="164783" y="298133"/>
                  </a:cubicBezTo>
                  <a:lnTo>
                    <a:pt x="296227" y="298133"/>
                  </a:lnTo>
                  <a:cubicBezTo>
                    <a:pt x="305752" y="298133"/>
                    <a:pt x="312420" y="305753"/>
                    <a:pt x="312420" y="314325"/>
                  </a:cubicBezTo>
                  <a:cubicBezTo>
                    <a:pt x="312420" y="322897"/>
                    <a:pt x="305752" y="330517"/>
                    <a:pt x="296227" y="330517"/>
                  </a:cubicBezTo>
                  <a:lnTo>
                    <a:pt x="296227" y="330517"/>
                  </a:lnTo>
                  <a:close/>
                  <a:moveTo>
                    <a:pt x="296227" y="264795"/>
                  </a:moveTo>
                  <a:lnTo>
                    <a:pt x="164783" y="264795"/>
                  </a:lnTo>
                  <a:cubicBezTo>
                    <a:pt x="155258" y="264795"/>
                    <a:pt x="148590" y="257175"/>
                    <a:pt x="148590" y="248603"/>
                  </a:cubicBezTo>
                  <a:cubicBezTo>
                    <a:pt x="148590" y="240030"/>
                    <a:pt x="156210" y="232410"/>
                    <a:pt x="164783" y="232410"/>
                  </a:cubicBezTo>
                  <a:lnTo>
                    <a:pt x="296227" y="232410"/>
                  </a:lnTo>
                  <a:cubicBezTo>
                    <a:pt x="305752" y="232410"/>
                    <a:pt x="312420" y="240030"/>
                    <a:pt x="312420" y="248603"/>
                  </a:cubicBezTo>
                  <a:cubicBezTo>
                    <a:pt x="312420" y="257175"/>
                    <a:pt x="305752" y="264795"/>
                    <a:pt x="296227" y="264795"/>
                  </a:cubicBezTo>
                  <a:lnTo>
                    <a:pt x="296227" y="26479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3" name="Google Shape;1113;p44"/>
          <p:cNvGrpSpPr/>
          <p:nvPr/>
        </p:nvGrpSpPr>
        <p:grpSpPr>
          <a:xfrm>
            <a:off x="1350851" y="2832481"/>
            <a:ext cx="296442" cy="278676"/>
            <a:chOff x="1350851" y="2832481"/>
            <a:chExt cx="296442" cy="278676"/>
          </a:xfrm>
        </p:grpSpPr>
        <p:sp>
          <p:nvSpPr>
            <p:cNvPr id="1114" name="Google Shape;1114;p44"/>
            <p:cNvSpPr/>
            <p:nvPr/>
          </p:nvSpPr>
          <p:spPr>
            <a:xfrm>
              <a:off x="1386103" y="2971979"/>
              <a:ext cx="225613" cy="139177"/>
            </a:xfrm>
            <a:custGeom>
              <a:rect b="b" l="l" r="r" t="t"/>
              <a:pathLst>
                <a:path extrusionOk="0" h="263842" w="427703">
                  <a:moveTo>
                    <a:pt x="378143" y="105728"/>
                  </a:moveTo>
                  <a:cubicBezTo>
                    <a:pt x="373380" y="72390"/>
                    <a:pt x="342900" y="46672"/>
                    <a:pt x="308610" y="49530"/>
                  </a:cubicBezTo>
                  <a:cubicBezTo>
                    <a:pt x="287655" y="19050"/>
                    <a:pt x="252413" y="0"/>
                    <a:pt x="214313" y="0"/>
                  </a:cubicBezTo>
                  <a:cubicBezTo>
                    <a:pt x="176213" y="0"/>
                    <a:pt x="141923" y="19050"/>
                    <a:pt x="120015" y="49530"/>
                  </a:cubicBezTo>
                  <a:cubicBezTo>
                    <a:pt x="85725" y="46672"/>
                    <a:pt x="56197" y="71438"/>
                    <a:pt x="50483" y="105728"/>
                  </a:cubicBezTo>
                  <a:cubicBezTo>
                    <a:pt x="20003" y="118110"/>
                    <a:pt x="0" y="147638"/>
                    <a:pt x="0" y="181928"/>
                  </a:cubicBezTo>
                  <a:cubicBezTo>
                    <a:pt x="0" y="227647"/>
                    <a:pt x="37147" y="263843"/>
                    <a:pt x="81915" y="263843"/>
                  </a:cubicBezTo>
                  <a:lnTo>
                    <a:pt x="345758" y="263843"/>
                  </a:lnTo>
                  <a:cubicBezTo>
                    <a:pt x="391478" y="263843"/>
                    <a:pt x="427673" y="226695"/>
                    <a:pt x="427673" y="181928"/>
                  </a:cubicBezTo>
                  <a:cubicBezTo>
                    <a:pt x="428625" y="147638"/>
                    <a:pt x="407670" y="118110"/>
                    <a:pt x="378143" y="105728"/>
                  </a:cubicBezTo>
                  <a:lnTo>
                    <a:pt x="378143" y="105728"/>
                  </a:lnTo>
                  <a:close/>
                  <a:moveTo>
                    <a:pt x="259080" y="160020"/>
                  </a:moveTo>
                  <a:lnTo>
                    <a:pt x="225743" y="193357"/>
                  </a:lnTo>
                  <a:cubicBezTo>
                    <a:pt x="222885" y="196215"/>
                    <a:pt x="218123" y="198120"/>
                    <a:pt x="214313" y="198120"/>
                  </a:cubicBezTo>
                  <a:cubicBezTo>
                    <a:pt x="210503" y="198120"/>
                    <a:pt x="205740" y="196215"/>
                    <a:pt x="202883" y="193357"/>
                  </a:cubicBezTo>
                  <a:lnTo>
                    <a:pt x="169545" y="160020"/>
                  </a:lnTo>
                  <a:cubicBezTo>
                    <a:pt x="162878" y="153353"/>
                    <a:pt x="162878" y="142875"/>
                    <a:pt x="169545" y="137160"/>
                  </a:cubicBezTo>
                  <a:cubicBezTo>
                    <a:pt x="176213" y="130493"/>
                    <a:pt x="186690" y="130493"/>
                    <a:pt x="192405" y="137160"/>
                  </a:cubicBezTo>
                  <a:lnTo>
                    <a:pt x="197168" y="141922"/>
                  </a:lnTo>
                  <a:lnTo>
                    <a:pt x="197168" y="116205"/>
                  </a:lnTo>
                  <a:cubicBezTo>
                    <a:pt x="197168" y="106680"/>
                    <a:pt x="204788" y="100013"/>
                    <a:pt x="213360" y="100013"/>
                  </a:cubicBezTo>
                  <a:cubicBezTo>
                    <a:pt x="222885" y="100013"/>
                    <a:pt x="229553" y="107632"/>
                    <a:pt x="229553" y="116205"/>
                  </a:cubicBezTo>
                  <a:lnTo>
                    <a:pt x="229553" y="141922"/>
                  </a:lnTo>
                  <a:lnTo>
                    <a:pt x="234315" y="137160"/>
                  </a:lnTo>
                  <a:cubicBezTo>
                    <a:pt x="240983" y="130493"/>
                    <a:pt x="251460" y="130493"/>
                    <a:pt x="257175" y="137160"/>
                  </a:cubicBezTo>
                  <a:cubicBezTo>
                    <a:pt x="265748" y="142875"/>
                    <a:pt x="265748" y="153353"/>
                    <a:pt x="259080" y="160020"/>
                  </a:cubicBezTo>
                  <a:lnTo>
                    <a:pt x="259080" y="16002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5" name="Google Shape;1115;p44"/>
            <p:cNvSpPr/>
            <p:nvPr/>
          </p:nvSpPr>
          <p:spPr>
            <a:xfrm>
              <a:off x="1351354" y="2832481"/>
              <a:ext cx="159274" cy="52254"/>
            </a:xfrm>
            <a:custGeom>
              <a:rect b="b" l="l" r="r" t="t"/>
              <a:pathLst>
                <a:path extrusionOk="0" h="99060" w="301942">
                  <a:moveTo>
                    <a:pt x="268605" y="99060"/>
                  </a:moveTo>
                  <a:lnTo>
                    <a:pt x="301943" y="0"/>
                  </a:lnTo>
                  <a:lnTo>
                    <a:pt x="16193" y="0"/>
                  </a:lnTo>
                  <a:cubicBezTo>
                    <a:pt x="6668" y="0"/>
                    <a:pt x="0" y="7620"/>
                    <a:pt x="0" y="16193"/>
                  </a:cubicBezTo>
                  <a:lnTo>
                    <a:pt x="0" y="98108"/>
                  </a:lnTo>
                  <a:lnTo>
                    <a:pt x="268605" y="98108"/>
                  </a:lnTo>
                  <a:close/>
                  <a:moveTo>
                    <a:pt x="214313" y="33338"/>
                  </a:moveTo>
                  <a:cubicBezTo>
                    <a:pt x="223838" y="33338"/>
                    <a:pt x="230505" y="40958"/>
                    <a:pt x="230505" y="49530"/>
                  </a:cubicBezTo>
                  <a:cubicBezTo>
                    <a:pt x="230505" y="59055"/>
                    <a:pt x="222885" y="65723"/>
                    <a:pt x="214313" y="65723"/>
                  </a:cubicBezTo>
                  <a:cubicBezTo>
                    <a:pt x="205740" y="65723"/>
                    <a:pt x="198120" y="58103"/>
                    <a:pt x="198120" y="49530"/>
                  </a:cubicBezTo>
                  <a:cubicBezTo>
                    <a:pt x="198120" y="40958"/>
                    <a:pt x="204788" y="33338"/>
                    <a:pt x="214313" y="33338"/>
                  </a:cubicBezTo>
                  <a:lnTo>
                    <a:pt x="214313" y="33338"/>
                  </a:lnTo>
                  <a:close/>
                  <a:moveTo>
                    <a:pt x="148590" y="33338"/>
                  </a:moveTo>
                  <a:cubicBezTo>
                    <a:pt x="158115" y="33338"/>
                    <a:pt x="164783" y="40958"/>
                    <a:pt x="164783" y="49530"/>
                  </a:cubicBezTo>
                  <a:cubicBezTo>
                    <a:pt x="164783" y="59055"/>
                    <a:pt x="157163" y="65723"/>
                    <a:pt x="148590" y="65723"/>
                  </a:cubicBezTo>
                  <a:cubicBezTo>
                    <a:pt x="140018" y="65723"/>
                    <a:pt x="132398" y="58103"/>
                    <a:pt x="132398" y="49530"/>
                  </a:cubicBezTo>
                  <a:cubicBezTo>
                    <a:pt x="131445" y="40958"/>
                    <a:pt x="139065" y="33338"/>
                    <a:pt x="148590" y="33338"/>
                  </a:cubicBezTo>
                  <a:lnTo>
                    <a:pt x="148590" y="33338"/>
                  </a:lnTo>
                  <a:close/>
                  <a:moveTo>
                    <a:pt x="82868" y="33338"/>
                  </a:moveTo>
                  <a:cubicBezTo>
                    <a:pt x="92393" y="33338"/>
                    <a:pt x="99060" y="40958"/>
                    <a:pt x="99060" y="49530"/>
                  </a:cubicBezTo>
                  <a:cubicBezTo>
                    <a:pt x="99060" y="59055"/>
                    <a:pt x="91440" y="65723"/>
                    <a:pt x="82868" y="65723"/>
                  </a:cubicBezTo>
                  <a:cubicBezTo>
                    <a:pt x="73343" y="65723"/>
                    <a:pt x="66675" y="58103"/>
                    <a:pt x="66675" y="49530"/>
                  </a:cubicBezTo>
                  <a:cubicBezTo>
                    <a:pt x="65723" y="40958"/>
                    <a:pt x="73343" y="33338"/>
                    <a:pt x="82868" y="33338"/>
                  </a:cubicBezTo>
                  <a:lnTo>
                    <a:pt x="82868"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6" name="Google Shape;1116;p44"/>
            <p:cNvSpPr/>
            <p:nvPr/>
          </p:nvSpPr>
          <p:spPr>
            <a:xfrm>
              <a:off x="1350851" y="2832481"/>
              <a:ext cx="296442" cy="208012"/>
            </a:xfrm>
            <a:custGeom>
              <a:rect b="b" l="l" r="r" t="t"/>
              <a:pathLst>
                <a:path extrusionOk="0" h="394335" w="561975">
                  <a:moveTo>
                    <a:pt x="545783" y="0"/>
                  </a:moveTo>
                  <a:lnTo>
                    <a:pt x="337185" y="0"/>
                  </a:lnTo>
                  <a:lnTo>
                    <a:pt x="297180" y="120015"/>
                  </a:lnTo>
                  <a:cubicBezTo>
                    <a:pt x="295275" y="126683"/>
                    <a:pt x="288608" y="131445"/>
                    <a:pt x="281940" y="131445"/>
                  </a:cubicBezTo>
                  <a:lnTo>
                    <a:pt x="0" y="131445"/>
                  </a:lnTo>
                  <a:lnTo>
                    <a:pt x="0" y="378143"/>
                  </a:lnTo>
                  <a:cubicBezTo>
                    <a:pt x="0" y="387668"/>
                    <a:pt x="7620" y="394335"/>
                    <a:pt x="16193" y="394335"/>
                  </a:cubicBezTo>
                  <a:lnTo>
                    <a:pt x="44768" y="394335"/>
                  </a:lnTo>
                  <a:cubicBezTo>
                    <a:pt x="47625" y="389573"/>
                    <a:pt x="50483" y="383858"/>
                    <a:pt x="53340" y="379095"/>
                  </a:cubicBezTo>
                  <a:cubicBezTo>
                    <a:pt x="62865" y="364808"/>
                    <a:pt x="75248" y="353378"/>
                    <a:pt x="89535" y="344805"/>
                  </a:cubicBezTo>
                  <a:cubicBezTo>
                    <a:pt x="101918" y="308610"/>
                    <a:pt x="133350" y="283845"/>
                    <a:pt x="170498" y="279083"/>
                  </a:cubicBezTo>
                  <a:cubicBezTo>
                    <a:pt x="198120" y="247650"/>
                    <a:pt x="238125" y="228600"/>
                    <a:pt x="280988" y="228600"/>
                  </a:cubicBezTo>
                  <a:cubicBezTo>
                    <a:pt x="322898" y="228600"/>
                    <a:pt x="363855" y="246698"/>
                    <a:pt x="391478" y="278130"/>
                  </a:cubicBezTo>
                  <a:cubicBezTo>
                    <a:pt x="428625" y="282893"/>
                    <a:pt x="461010" y="308610"/>
                    <a:pt x="473393" y="343853"/>
                  </a:cubicBezTo>
                  <a:cubicBezTo>
                    <a:pt x="492443" y="355283"/>
                    <a:pt x="507683" y="372428"/>
                    <a:pt x="517208" y="392430"/>
                  </a:cubicBezTo>
                  <a:lnTo>
                    <a:pt x="545783" y="392430"/>
                  </a:lnTo>
                  <a:cubicBezTo>
                    <a:pt x="555308" y="392430"/>
                    <a:pt x="561975" y="384810"/>
                    <a:pt x="561975" y="376238"/>
                  </a:cubicBezTo>
                  <a:lnTo>
                    <a:pt x="561975" y="14288"/>
                  </a:lnTo>
                  <a:cubicBezTo>
                    <a:pt x="561975" y="7620"/>
                    <a:pt x="554355" y="0"/>
                    <a:pt x="545783" y="0"/>
                  </a:cubicBezTo>
                  <a:lnTo>
                    <a:pt x="545783" y="0"/>
                  </a:lnTo>
                  <a:close/>
                  <a:moveTo>
                    <a:pt x="445770" y="198120"/>
                  </a:moveTo>
                  <a:lnTo>
                    <a:pt x="116205" y="198120"/>
                  </a:lnTo>
                  <a:cubicBezTo>
                    <a:pt x="106680" y="198120"/>
                    <a:pt x="100013" y="190500"/>
                    <a:pt x="100013" y="181928"/>
                  </a:cubicBezTo>
                  <a:cubicBezTo>
                    <a:pt x="100013" y="172403"/>
                    <a:pt x="107633" y="165735"/>
                    <a:pt x="116205" y="165735"/>
                  </a:cubicBezTo>
                  <a:lnTo>
                    <a:pt x="445770" y="165735"/>
                  </a:lnTo>
                  <a:cubicBezTo>
                    <a:pt x="455295" y="165735"/>
                    <a:pt x="461963" y="173355"/>
                    <a:pt x="461963" y="181928"/>
                  </a:cubicBezTo>
                  <a:cubicBezTo>
                    <a:pt x="461963" y="190500"/>
                    <a:pt x="454343" y="198120"/>
                    <a:pt x="445770" y="198120"/>
                  </a:cubicBezTo>
                  <a:lnTo>
                    <a:pt x="445770" y="19812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7" name="Google Shape;1117;p44"/>
          <p:cNvGrpSpPr/>
          <p:nvPr/>
        </p:nvGrpSpPr>
        <p:grpSpPr>
          <a:xfrm>
            <a:off x="2040420" y="2824051"/>
            <a:ext cx="296838" cy="295639"/>
            <a:chOff x="2040420" y="2824051"/>
            <a:chExt cx="296838" cy="295639"/>
          </a:xfrm>
        </p:grpSpPr>
        <p:sp>
          <p:nvSpPr>
            <p:cNvPr id="1118" name="Google Shape;1118;p44"/>
            <p:cNvSpPr/>
            <p:nvPr/>
          </p:nvSpPr>
          <p:spPr>
            <a:xfrm>
              <a:off x="2110793" y="2893417"/>
              <a:ext cx="156762" cy="156762"/>
            </a:xfrm>
            <a:custGeom>
              <a:rect b="b" l="l" r="r" t="t"/>
              <a:pathLst>
                <a:path extrusionOk="0" h="297180" w="297180">
                  <a:moveTo>
                    <a:pt x="0" y="148590"/>
                  </a:moveTo>
                  <a:cubicBezTo>
                    <a:pt x="0" y="230505"/>
                    <a:pt x="66675" y="297180"/>
                    <a:pt x="148590" y="297180"/>
                  </a:cubicBezTo>
                  <a:cubicBezTo>
                    <a:pt x="230505" y="297180"/>
                    <a:pt x="297180" y="230505"/>
                    <a:pt x="297180" y="148590"/>
                  </a:cubicBezTo>
                  <a:cubicBezTo>
                    <a:pt x="297180" y="66675"/>
                    <a:pt x="230505" y="0"/>
                    <a:pt x="148590" y="0"/>
                  </a:cubicBezTo>
                  <a:cubicBezTo>
                    <a:pt x="66675" y="0"/>
                    <a:pt x="0" y="66675"/>
                    <a:pt x="0" y="148590"/>
                  </a:cubicBezTo>
                  <a:lnTo>
                    <a:pt x="0" y="148590"/>
                  </a:lnTo>
                  <a:close/>
                  <a:moveTo>
                    <a:pt x="164783" y="49530"/>
                  </a:moveTo>
                  <a:lnTo>
                    <a:pt x="164783" y="69533"/>
                  </a:lnTo>
                  <a:cubicBezTo>
                    <a:pt x="173355" y="72390"/>
                    <a:pt x="181928" y="78105"/>
                    <a:pt x="187643" y="85725"/>
                  </a:cubicBezTo>
                  <a:cubicBezTo>
                    <a:pt x="193358" y="93345"/>
                    <a:pt x="191453" y="102870"/>
                    <a:pt x="184785" y="108585"/>
                  </a:cubicBezTo>
                  <a:cubicBezTo>
                    <a:pt x="177165" y="114300"/>
                    <a:pt x="167640" y="112395"/>
                    <a:pt x="161925" y="105728"/>
                  </a:cubicBezTo>
                  <a:cubicBezTo>
                    <a:pt x="153353" y="94297"/>
                    <a:pt x="132398" y="100965"/>
                    <a:pt x="132398" y="115253"/>
                  </a:cubicBezTo>
                  <a:cubicBezTo>
                    <a:pt x="132398" y="124778"/>
                    <a:pt x="140018" y="131445"/>
                    <a:pt x="148590" y="131445"/>
                  </a:cubicBezTo>
                  <a:cubicBezTo>
                    <a:pt x="176213" y="131445"/>
                    <a:pt x="198120" y="153353"/>
                    <a:pt x="198120" y="180975"/>
                  </a:cubicBezTo>
                  <a:cubicBezTo>
                    <a:pt x="198120" y="202883"/>
                    <a:pt x="184785" y="220980"/>
                    <a:pt x="164783" y="227647"/>
                  </a:cubicBezTo>
                  <a:lnTo>
                    <a:pt x="164783" y="246697"/>
                  </a:lnTo>
                  <a:cubicBezTo>
                    <a:pt x="164783" y="256222"/>
                    <a:pt x="157163" y="262890"/>
                    <a:pt x="148590" y="262890"/>
                  </a:cubicBezTo>
                  <a:cubicBezTo>
                    <a:pt x="140018" y="262890"/>
                    <a:pt x="132398" y="255270"/>
                    <a:pt x="132398" y="246697"/>
                  </a:cubicBezTo>
                  <a:lnTo>
                    <a:pt x="132398" y="226695"/>
                  </a:lnTo>
                  <a:cubicBezTo>
                    <a:pt x="123825" y="223838"/>
                    <a:pt x="115253" y="218122"/>
                    <a:pt x="109538" y="210503"/>
                  </a:cubicBezTo>
                  <a:cubicBezTo>
                    <a:pt x="103823" y="202883"/>
                    <a:pt x="105728" y="193358"/>
                    <a:pt x="112395" y="187643"/>
                  </a:cubicBezTo>
                  <a:cubicBezTo>
                    <a:pt x="120015" y="181928"/>
                    <a:pt x="129540" y="183833"/>
                    <a:pt x="135255" y="190500"/>
                  </a:cubicBezTo>
                  <a:cubicBezTo>
                    <a:pt x="138113" y="194310"/>
                    <a:pt x="142875" y="197168"/>
                    <a:pt x="148590" y="197168"/>
                  </a:cubicBezTo>
                  <a:cubicBezTo>
                    <a:pt x="158115" y="197168"/>
                    <a:pt x="164783" y="189547"/>
                    <a:pt x="164783" y="180975"/>
                  </a:cubicBezTo>
                  <a:cubicBezTo>
                    <a:pt x="164783" y="172403"/>
                    <a:pt x="157163" y="164783"/>
                    <a:pt x="148590" y="164783"/>
                  </a:cubicBezTo>
                  <a:cubicBezTo>
                    <a:pt x="120968" y="164783"/>
                    <a:pt x="99060" y="142875"/>
                    <a:pt x="99060" y="115253"/>
                  </a:cubicBezTo>
                  <a:cubicBezTo>
                    <a:pt x="99060" y="93345"/>
                    <a:pt x="112395" y="75247"/>
                    <a:pt x="132398" y="68580"/>
                  </a:cubicBezTo>
                  <a:lnTo>
                    <a:pt x="132398" y="49530"/>
                  </a:lnTo>
                  <a:cubicBezTo>
                    <a:pt x="132398" y="40005"/>
                    <a:pt x="140018" y="33338"/>
                    <a:pt x="148590" y="33338"/>
                  </a:cubicBezTo>
                  <a:cubicBezTo>
                    <a:pt x="157163" y="33338"/>
                    <a:pt x="164783" y="40958"/>
                    <a:pt x="164783" y="49530"/>
                  </a:cubicBezTo>
                  <a:lnTo>
                    <a:pt x="164783" y="4953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9" name="Google Shape;1119;p44"/>
            <p:cNvSpPr/>
            <p:nvPr/>
          </p:nvSpPr>
          <p:spPr>
            <a:xfrm>
              <a:off x="2075828" y="2824051"/>
              <a:ext cx="139895" cy="94049"/>
            </a:xfrm>
            <a:custGeom>
              <a:rect b="b" l="l" r="r" t="t"/>
              <a:pathLst>
                <a:path extrusionOk="0" h="178291" w="265204">
                  <a:moveTo>
                    <a:pt x="8029" y="175963"/>
                  </a:moveTo>
                  <a:cubicBezTo>
                    <a:pt x="15649" y="180726"/>
                    <a:pt x="26127" y="177868"/>
                    <a:pt x="30889" y="170248"/>
                  </a:cubicBezTo>
                  <a:cubicBezTo>
                    <a:pt x="61369" y="117861"/>
                    <a:pt x="112804" y="82618"/>
                    <a:pt x="170907" y="70236"/>
                  </a:cubicBezTo>
                  <a:cubicBezTo>
                    <a:pt x="166144" y="74998"/>
                    <a:pt x="165192" y="82618"/>
                    <a:pt x="168049" y="89286"/>
                  </a:cubicBezTo>
                  <a:cubicBezTo>
                    <a:pt x="171859" y="96906"/>
                    <a:pt x="182337" y="100716"/>
                    <a:pt x="189957" y="96906"/>
                  </a:cubicBezTo>
                  <a:lnTo>
                    <a:pt x="255679" y="63568"/>
                  </a:lnTo>
                  <a:cubicBezTo>
                    <a:pt x="261394" y="60711"/>
                    <a:pt x="265204" y="54996"/>
                    <a:pt x="265204" y="49281"/>
                  </a:cubicBezTo>
                  <a:cubicBezTo>
                    <a:pt x="265204" y="43566"/>
                    <a:pt x="261394" y="36898"/>
                    <a:pt x="255679" y="34993"/>
                  </a:cubicBezTo>
                  <a:lnTo>
                    <a:pt x="189957" y="1656"/>
                  </a:lnTo>
                  <a:cubicBezTo>
                    <a:pt x="181384" y="-2154"/>
                    <a:pt x="171859" y="703"/>
                    <a:pt x="168049" y="9276"/>
                  </a:cubicBezTo>
                  <a:cubicBezTo>
                    <a:pt x="164239" y="17848"/>
                    <a:pt x="167097" y="27373"/>
                    <a:pt x="175669" y="31183"/>
                  </a:cubicBezTo>
                  <a:lnTo>
                    <a:pt x="183289" y="34993"/>
                  </a:lnTo>
                  <a:cubicBezTo>
                    <a:pt x="108994" y="45471"/>
                    <a:pt x="41367" y="89286"/>
                    <a:pt x="3267" y="155008"/>
                  </a:cubicBezTo>
                  <a:cubicBezTo>
                    <a:pt x="-2448" y="161676"/>
                    <a:pt x="-543" y="171201"/>
                    <a:pt x="8029" y="175963"/>
                  </a:cubicBezTo>
                  <a:lnTo>
                    <a:pt x="8029" y="17596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0" name="Google Shape;1120;p44"/>
            <p:cNvSpPr/>
            <p:nvPr/>
          </p:nvSpPr>
          <p:spPr>
            <a:xfrm>
              <a:off x="2162664" y="3025641"/>
              <a:ext cx="139895" cy="94049"/>
            </a:xfrm>
            <a:custGeom>
              <a:rect b="b" l="l" r="r" t="t"/>
              <a:pathLst>
                <a:path extrusionOk="0" h="178291" w="265204">
                  <a:moveTo>
                    <a:pt x="257175" y="2328"/>
                  </a:moveTo>
                  <a:cubicBezTo>
                    <a:pt x="249555" y="-2434"/>
                    <a:pt x="239078" y="423"/>
                    <a:pt x="234315" y="8043"/>
                  </a:cubicBezTo>
                  <a:cubicBezTo>
                    <a:pt x="203835" y="60431"/>
                    <a:pt x="152400" y="95673"/>
                    <a:pt x="94298" y="108056"/>
                  </a:cubicBezTo>
                  <a:cubicBezTo>
                    <a:pt x="99060" y="103293"/>
                    <a:pt x="100013" y="95673"/>
                    <a:pt x="97155" y="89006"/>
                  </a:cubicBezTo>
                  <a:cubicBezTo>
                    <a:pt x="93345" y="80433"/>
                    <a:pt x="82867" y="77576"/>
                    <a:pt x="75248" y="81386"/>
                  </a:cubicBezTo>
                  <a:lnTo>
                    <a:pt x="9525" y="114723"/>
                  </a:lnTo>
                  <a:cubicBezTo>
                    <a:pt x="3810" y="117581"/>
                    <a:pt x="0" y="123296"/>
                    <a:pt x="0" y="129011"/>
                  </a:cubicBezTo>
                  <a:cubicBezTo>
                    <a:pt x="0" y="135678"/>
                    <a:pt x="3810" y="141393"/>
                    <a:pt x="9525" y="143298"/>
                  </a:cubicBezTo>
                  <a:lnTo>
                    <a:pt x="75248" y="176636"/>
                  </a:lnTo>
                  <a:cubicBezTo>
                    <a:pt x="83820" y="180446"/>
                    <a:pt x="93345" y="177588"/>
                    <a:pt x="97155" y="169016"/>
                  </a:cubicBezTo>
                  <a:cubicBezTo>
                    <a:pt x="100965" y="160443"/>
                    <a:pt x="98108" y="150918"/>
                    <a:pt x="89535" y="147108"/>
                  </a:cubicBezTo>
                  <a:lnTo>
                    <a:pt x="81915" y="143298"/>
                  </a:lnTo>
                  <a:cubicBezTo>
                    <a:pt x="156210" y="132821"/>
                    <a:pt x="223838" y="89006"/>
                    <a:pt x="261938" y="23283"/>
                  </a:cubicBezTo>
                  <a:cubicBezTo>
                    <a:pt x="267653" y="16616"/>
                    <a:pt x="265748" y="7091"/>
                    <a:pt x="257175" y="2328"/>
                  </a:cubicBezTo>
                  <a:lnTo>
                    <a:pt x="257175" y="232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1" name="Google Shape;1121;p44"/>
            <p:cNvSpPr/>
            <p:nvPr/>
          </p:nvSpPr>
          <p:spPr>
            <a:xfrm>
              <a:off x="2040420" y="2946296"/>
              <a:ext cx="95053" cy="138898"/>
            </a:xfrm>
            <a:custGeom>
              <a:rect b="b" l="l" r="r" t="t"/>
              <a:pathLst>
                <a:path extrusionOk="0" h="263313" w="180196">
                  <a:moveTo>
                    <a:pt x="172153" y="233362"/>
                  </a:moveTo>
                  <a:cubicBezTo>
                    <a:pt x="119766" y="202883"/>
                    <a:pt x="83571" y="150495"/>
                    <a:pt x="71188" y="92393"/>
                  </a:cubicBezTo>
                  <a:cubicBezTo>
                    <a:pt x="76903" y="98108"/>
                    <a:pt x="83571" y="99060"/>
                    <a:pt x="90238" y="96202"/>
                  </a:cubicBezTo>
                  <a:cubicBezTo>
                    <a:pt x="98811" y="92393"/>
                    <a:pt x="101668" y="81915"/>
                    <a:pt x="97858" y="74295"/>
                  </a:cubicBezTo>
                  <a:lnTo>
                    <a:pt x="64521" y="8572"/>
                  </a:lnTo>
                  <a:cubicBezTo>
                    <a:pt x="58806" y="-2857"/>
                    <a:pt x="40708" y="-2857"/>
                    <a:pt x="34993" y="8572"/>
                  </a:cubicBezTo>
                  <a:lnTo>
                    <a:pt x="1656" y="74295"/>
                  </a:lnTo>
                  <a:cubicBezTo>
                    <a:pt x="-2154" y="82868"/>
                    <a:pt x="703" y="92393"/>
                    <a:pt x="9276" y="96202"/>
                  </a:cubicBezTo>
                  <a:cubicBezTo>
                    <a:pt x="17848" y="100012"/>
                    <a:pt x="27373" y="97155"/>
                    <a:pt x="31183" y="88583"/>
                  </a:cubicBezTo>
                  <a:lnTo>
                    <a:pt x="34993" y="80962"/>
                  </a:lnTo>
                  <a:cubicBezTo>
                    <a:pt x="45471" y="155258"/>
                    <a:pt x="89286" y="222885"/>
                    <a:pt x="155008" y="260985"/>
                  </a:cubicBezTo>
                  <a:cubicBezTo>
                    <a:pt x="162628" y="265747"/>
                    <a:pt x="173106" y="262890"/>
                    <a:pt x="177868" y="255270"/>
                  </a:cubicBezTo>
                  <a:cubicBezTo>
                    <a:pt x="182631" y="247650"/>
                    <a:pt x="179773" y="238125"/>
                    <a:pt x="172153" y="233362"/>
                  </a:cubicBezTo>
                  <a:lnTo>
                    <a:pt x="172153" y="23336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2" name="Google Shape;1122;p44"/>
            <p:cNvSpPr/>
            <p:nvPr/>
          </p:nvSpPr>
          <p:spPr>
            <a:xfrm>
              <a:off x="2242514" y="2858444"/>
              <a:ext cx="94744" cy="139902"/>
            </a:xfrm>
            <a:custGeom>
              <a:rect b="b" l="l" r="r" t="t"/>
              <a:pathLst>
                <a:path extrusionOk="0" h="265218" w="179609">
                  <a:moveTo>
                    <a:pt x="170921" y="167111"/>
                  </a:moveTo>
                  <a:cubicBezTo>
                    <a:pt x="162348" y="163301"/>
                    <a:pt x="152823" y="166158"/>
                    <a:pt x="149013" y="174731"/>
                  </a:cubicBezTo>
                  <a:lnTo>
                    <a:pt x="145203" y="182351"/>
                  </a:lnTo>
                  <a:cubicBezTo>
                    <a:pt x="134726" y="108056"/>
                    <a:pt x="90911" y="40428"/>
                    <a:pt x="25188" y="2328"/>
                  </a:cubicBezTo>
                  <a:cubicBezTo>
                    <a:pt x="17568" y="-2434"/>
                    <a:pt x="7091" y="423"/>
                    <a:pt x="2328" y="8043"/>
                  </a:cubicBezTo>
                  <a:cubicBezTo>
                    <a:pt x="-2434" y="15663"/>
                    <a:pt x="423" y="26141"/>
                    <a:pt x="8043" y="30903"/>
                  </a:cubicBezTo>
                  <a:cubicBezTo>
                    <a:pt x="60431" y="61383"/>
                    <a:pt x="95673" y="112818"/>
                    <a:pt x="108056" y="170921"/>
                  </a:cubicBezTo>
                  <a:cubicBezTo>
                    <a:pt x="103293" y="166158"/>
                    <a:pt x="95673" y="165206"/>
                    <a:pt x="89006" y="168063"/>
                  </a:cubicBezTo>
                  <a:cubicBezTo>
                    <a:pt x="80433" y="171873"/>
                    <a:pt x="77576" y="182351"/>
                    <a:pt x="81386" y="189971"/>
                  </a:cubicBezTo>
                  <a:lnTo>
                    <a:pt x="114723" y="255693"/>
                  </a:lnTo>
                  <a:cubicBezTo>
                    <a:pt x="117581" y="261408"/>
                    <a:pt x="123296" y="265218"/>
                    <a:pt x="129011" y="265218"/>
                  </a:cubicBezTo>
                  <a:cubicBezTo>
                    <a:pt x="135678" y="265218"/>
                    <a:pt x="141393" y="261408"/>
                    <a:pt x="143298" y="255693"/>
                  </a:cubicBezTo>
                  <a:lnTo>
                    <a:pt x="176636" y="189971"/>
                  </a:lnTo>
                  <a:cubicBezTo>
                    <a:pt x="182351" y="181398"/>
                    <a:pt x="179493" y="170921"/>
                    <a:pt x="170921" y="167111"/>
                  </a:cubicBezTo>
                  <a:lnTo>
                    <a:pt x="170921" y="16711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3" name="Google Shape;1123;p44"/>
          <p:cNvGrpSpPr/>
          <p:nvPr/>
        </p:nvGrpSpPr>
        <p:grpSpPr>
          <a:xfrm>
            <a:off x="2755914" y="2823416"/>
            <a:ext cx="296642" cy="296019"/>
            <a:chOff x="2755914" y="2823416"/>
            <a:chExt cx="296642" cy="296019"/>
          </a:xfrm>
        </p:grpSpPr>
        <p:sp>
          <p:nvSpPr>
            <p:cNvPr id="1124" name="Google Shape;1124;p44"/>
            <p:cNvSpPr/>
            <p:nvPr/>
          </p:nvSpPr>
          <p:spPr>
            <a:xfrm>
              <a:off x="2755914" y="2823416"/>
              <a:ext cx="156762" cy="156762"/>
            </a:xfrm>
            <a:custGeom>
              <a:rect b="b" l="l" r="r" t="t"/>
              <a:pathLst>
                <a:path extrusionOk="0" h="297180" w="297180">
                  <a:moveTo>
                    <a:pt x="148590" y="0"/>
                  </a:moveTo>
                  <a:cubicBezTo>
                    <a:pt x="66675" y="0"/>
                    <a:pt x="0" y="66675"/>
                    <a:pt x="0" y="148590"/>
                  </a:cubicBezTo>
                  <a:cubicBezTo>
                    <a:pt x="0" y="230505"/>
                    <a:pt x="66675" y="297180"/>
                    <a:pt x="148590" y="297180"/>
                  </a:cubicBezTo>
                  <a:cubicBezTo>
                    <a:pt x="229553" y="297180"/>
                    <a:pt x="297180" y="231457"/>
                    <a:pt x="297180" y="148590"/>
                  </a:cubicBezTo>
                  <a:cubicBezTo>
                    <a:pt x="296228" y="67628"/>
                    <a:pt x="230505" y="0"/>
                    <a:pt x="148590" y="0"/>
                  </a:cubicBezTo>
                  <a:lnTo>
                    <a:pt x="148590" y="0"/>
                  </a:lnTo>
                  <a:close/>
                  <a:moveTo>
                    <a:pt x="164782" y="227647"/>
                  </a:moveTo>
                  <a:lnTo>
                    <a:pt x="164782" y="246697"/>
                  </a:lnTo>
                  <a:cubicBezTo>
                    <a:pt x="164782" y="256222"/>
                    <a:pt x="157163" y="262890"/>
                    <a:pt x="148590" y="262890"/>
                  </a:cubicBezTo>
                  <a:cubicBezTo>
                    <a:pt x="139065" y="262890"/>
                    <a:pt x="132397" y="255270"/>
                    <a:pt x="132397" y="246697"/>
                  </a:cubicBezTo>
                  <a:lnTo>
                    <a:pt x="132397" y="226695"/>
                  </a:lnTo>
                  <a:cubicBezTo>
                    <a:pt x="123825" y="223838"/>
                    <a:pt x="115253" y="218122"/>
                    <a:pt x="109538" y="210503"/>
                  </a:cubicBezTo>
                  <a:cubicBezTo>
                    <a:pt x="103822" y="202882"/>
                    <a:pt x="105728" y="193357"/>
                    <a:pt x="112395" y="187643"/>
                  </a:cubicBezTo>
                  <a:cubicBezTo>
                    <a:pt x="120015" y="181928"/>
                    <a:pt x="130493" y="183832"/>
                    <a:pt x="135255" y="190500"/>
                  </a:cubicBezTo>
                  <a:cubicBezTo>
                    <a:pt x="138113" y="194310"/>
                    <a:pt x="142875" y="197168"/>
                    <a:pt x="148590" y="197168"/>
                  </a:cubicBezTo>
                  <a:cubicBezTo>
                    <a:pt x="158115" y="197168"/>
                    <a:pt x="164782" y="189547"/>
                    <a:pt x="164782" y="180975"/>
                  </a:cubicBezTo>
                  <a:cubicBezTo>
                    <a:pt x="164782" y="172403"/>
                    <a:pt x="157163" y="164782"/>
                    <a:pt x="148590" y="164782"/>
                  </a:cubicBezTo>
                  <a:cubicBezTo>
                    <a:pt x="120968" y="164782"/>
                    <a:pt x="99060" y="142875"/>
                    <a:pt x="99060" y="115253"/>
                  </a:cubicBezTo>
                  <a:cubicBezTo>
                    <a:pt x="99060" y="93345"/>
                    <a:pt x="112395" y="75247"/>
                    <a:pt x="132397" y="68580"/>
                  </a:cubicBezTo>
                  <a:lnTo>
                    <a:pt x="132397" y="49530"/>
                  </a:lnTo>
                  <a:cubicBezTo>
                    <a:pt x="132397" y="40005"/>
                    <a:pt x="140018" y="33338"/>
                    <a:pt x="148590" y="33338"/>
                  </a:cubicBezTo>
                  <a:cubicBezTo>
                    <a:pt x="158115" y="33338"/>
                    <a:pt x="164782" y="40957"/>
                    <a:pt x="164782" y="49530"/>
                  </a:cubicBezTo>
                  <a:lnTo>
                    <a:pt x="164782" y="69532"/>
                  </a:lnTo>
                  <a:cubicBezTo>
                    <a:pt x="173355" y="72390"/>
                    <a:pt x="181928" y="78105"/>
                    <a:pt x="187643" y="85725"/>
                  </a:cubicBezTo>
                  <a:cubicBezTo>
                    <a:pt x="193357" y="93345"/>
                    <a:pt x="191453" y="102870"/>
                    <a:pt x="184785" y="108585"/>
                  </a:cubicBezTo>
                  <a:cubicBezTo>
                    <a:pt x="177165" y="114300"/>
                    <a:pt x="167640" y="112395"/>
                    <a:pt x="161925" y="105728"/>
                  </a:cubicBezTo>
                  <a:cubicBezTo>
                    <a:pt x="153353" y="94297"/>
                    <a:pt x="132397" y="100965"/>
                    <a:pt x="132397" y="115253"/>
                  </a:cubicBezTo>
                  <a:cubicBezTo>
                    <a:pt x="132397" y="124778"/>
                    <a:pt x="140018" y="131445"/>
                    <a:pt x="148590" y="131445"/>
                  </a:cubicBezTo>
                  <a:cubicBezTo>
                    <a:pt x="176213" y="131445"/>
                    <a:pt x="198120" y="153353"/>
                    <a:pt x="198120" y="180975"/>
                  </a:cubicBezTo>
                  <a:cubicBezTo>
                    <a:pt x="197168" y="202882"/>
                    <a:pt x="183832" y="220980"/>
                    <a:pt x="164782" y="227647"/>
                  </a:cubicBezTo>
                  <a:lnTo>
                    <a:pt x="164782" y="2276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 name="Google Shape;1125;p44"/>
            <p:cNvSpPr/>
            <p:nvPr/>
          </p:nvSpPr>
          <p:spPr>
            <a:xfrm>
              <a:off x="2843037" y="2858165"/>
              <a:ext cx="209519" cy="261271"/>
            </a:xfrm>
            <a:custGeom>
              <a:rect b="b" l="l" r="r" t="t"/>
              <a:pathLst>
                <a:path extrusionOk="0" h="495300" w="397192">
                  <a:moveTo>
                    <a:pt x="381000" y="0"/>
                  </a:moveTo>
                  <a:lnTo>
                    <a:pt x="144780" y="0"/>
                  </a:lnTo>
                  <a:cubicBezTo>
                    <a:pt x="155258" y="20955"/>
                    <a:pt x="161925" y="42863"/>
                    <a:pt x="163830" y="65722"/>
                  </a:cubicBezTo>
                  <a:lnTo>
                    <a:pt x="313373" y="65722"/>
                  </a:lnTo>
                  <a:cubicBezTo>
                    <a:pt x="322898" y="65722"/>
                    <a:pt x="329565" y="73343"/>
                    <a:pt x="329565" y="81915"/>
                  </a:cubicBezTo>
                  <a:lnTo>
                    <a:pt x="329565" y="213360"/>
                  </a:lnTo>
                  <a:cubicBezTo>
                    <a:pt x="329565" y="222885"/>
                    <a:pt x="321945" y="229553"/>
                    <a:pt x="313373" y="229553"/>
                  </a:cubicBezTo>
                  <a:lnTo>
                    <a:pt x="87630" y="229553"/>
                  </a:lnTo>
                  <a:cubicBezTo>
                    <a:pt x="60008" y="248603"/>
                    <a:pt x="31433" y="259080"/>
                    <a:pt x="0" y="261938"/>
                  </a:cubicBezTo>
                  <a:lnTo>
                    <a:pt x="0" y="479108"/>
                  </a:lnTo>
                  <a:cubicBezTo>
                    <a:pt x="0" y="488633"/>
                    <a:pt x="7620" y="495300"/>
                    <a:pt x="16193" y="495300"/>
                  </a:cubicBezTo>
                  <a:lnTo>
                    <a:pt x="381000" y="495300"/>
                  </a:lnTo>
                  <a:cubicBezTo>
                    <a:pt x="390525" y="495300"/>
                    <a:pt x="397193" y="487680"/>
                    <a:pt x="397193" y="479108"/>
                  </a:cubicBezTo>
                  <a:lnTo>
                    <a:pt x="397193" y="16193"/>
                  </a:lnTo>
                  <a:cubicBezTo>
                    <a:pt x="397193" y="7620"/>
                    <a:pt x="389573" y="0"/>
                    <a:pt x="381000" y="0"/>
                  </a:cubicBezTo>
                  <a:lnTo>
                    <a:pt x="381000" y="0"/>
                  </a:lnTo>
                  <a:close/>
                  <a:moveTo>
                    <a:pt x="180975" y="263843"/>
                  </a:moveTo>
                  <a:lnTo>
                    <a:pt x="214313" y="263843"/>
                  </a:lnTo>
                  <a:cubicBezTo>
                    <a:pt x="223838" y="263843"/>
                    <a:pt x="230505" y="271463"/>
                    <a:pt x="230505" y="280035"/>
                  </a:cubicBezTo>
                  <a:cubicBezTo>
                    <a:pt x="230505" y="289560"/>
                    <a:pt x="222885" y="296228"/>
                    <a:pt x="214313" y="296228"/>
                  </a:cubicBezTo>
                  <a:lnTo>
                    <a:pt x="180975" y="296228"/>
                  </a:lnTo>
                  <a:cubicBezTo>
                    <a:pt x="171450" y="296228"/>
                    <a:pt x="164783" y="288608"/>
                    <a:pt x="164783" y="280035"/>
                  </a:cubicBezTo>
                  <a:cubicBezTo>
                    <a:pt x="164783" y="270510"/>
                    <a:pt x="171450" y="263843"/>
                    <a:pt x="180975" y="263843"/>
                  </a:cubicBezTo>
                  <a:lnTo>
                    <a:pt x="180975" y="263843"/>
                  </a:lnTo>
                  <a:close/>
                  <a:moveTo>
                    <a:pt x="180975" y="329565"/>
                  </a:moveTo>
                  <a:lnTo>
                    <a:pt x="214313" y="329565"/>
                  </a:lnTo>
                  <a:cubicBezTo>
                    <a:pt x="223838" y="329565"/>
                    <a:pt x="230505" y="337185"/>
                    <a:pt x="230505" y="345758"/>
                  </a:cubicBezTo>
                  <a:cubicBezTo>
                    <a:pt x="230505" y="355283"/>
                    <a:pt x="222885" y="361950"/>
                    <a:pt x="214313" y="361950"/>
                  </a:cubicBezTo>
                  <a:lnTo>
                    <a:pt x="180975" y="361950"/>
                  </a:lnTo>
                  <a:cubicBezTo>
                    <a:pt x="171450" y="361950"/>
                    <a:pt x="164783" y="354330"/>
                    <a:pt x="164783" y="345758"/>
                  </a:cubicBezTo>
                  <a:cubicBezTo>
                    <a:pt x="164783" y="337185"/>
                    <a:pt x="171450" y="329565"/>
                    <a:pt x="180975" y="329565"/>
                  </a:cubicBezTo>
                  <a:lnTo>
                    <a:pt x="180975" y="329565"/>
                  </a:lnTo>
                  <a:close/>
                  <a:moveTo>
                    <a:pt x="115253" y="428625"/>
                  </a:moveTo>
                  <a:lnTo>
                    <a:pt x="81915" y="428625"/>
                  </a:lnTo>
                  <a:cubicBezTo>
                    <a:pt x="72390" y="428625"/>
                    <a:pt x="65723" y="421005"/>
                    <a:pt x="65723" y="412433"/>
                  </a:cubicBezTo>
                  <a:cubicBezTo>
                    <a:pt x="65723" y="402908"/>
                    <a:pt x="73343" y="396240"/>
                    <a:pt x="81915" y="396240"/>
                  </a:cubicBezTo>
                  <a:lnTo>
                    <a:pt x="115253" y="396240"/>
                  </a:lnTo>
                  <a:cubicBezTo>
                    <a:pt x="124778" y="396240"/>
                    <a:pt x="131445" y="403860"/>
                    <a:pt x="131445" y="412433"/>
                  </a:cubicBezTo>
                  <a:cubicBezTo>
                    <a:pt x="131445" y="421005"/>
                    <a:pt x="123825" y="428625"/>
                    <a:pt x="115253" y="428625"/>
                  </a:cubicBezTo>
                  <a:lnTo>
                    <a:pt x="115253" y="428625"/>
                  </a:lnTo>
                  <a:close/>
                  <a:moveTo>
                    <a:pt x="115253" y="361950"/>
                  </a:moveTo>
                  <a:lnTo>
                    <a:pt x="81915" y="361950"/>
                  </a:lnTo>
                  <a:cubicBezTo>
                    <a:pt x="72390" y="361950"/>
                    <a:pt x="65723" y="354330"/>
                    <a:pt x="65723" y="345758"/>
                  </a:cubicBezTo>
                  <a:cubicBezTo>
                    <a:pt x="65723" y="336233"/>
                    <a:pt x="73343" y="329565"/>
                    <a:pt x="81915" y="329565"/>
                  </a:cubicBezTo>
                  <a:lnTo>
                    <a:pt x="115253" y="329565"/>
                  </a:lnTo>
                  <a:cubicBezTo>
                    <a:pt x="124778" y="329565"/>
                    <a:pt x="131445" y="337185"/>
                    <a:pt x="131445" y="345758"/>
                  </a:cubicBezTo>
                  <a:cubicBezTo>
                    <a:pt x="131445" y="355283"/>
                    <a:pt x="123825" y="361950"/>
                    <a:pt x="115253" y="361950"/>
                  </a:cubicBezTo>
                  <a:lnTo>
                    <a:pt x="115253" y="361950"/>
                  </a:lnTo>
                  <a:close/>
                  <a:moveTo>
                    <a:pt x="115253" y="296228"/>
                  </a:moveTo>
                  <a:lnTo>
                    <a:pt x="81915" y="296228"/>
                  </a:lnTo>
                  <a:cubicBezTo>
                    <a:pt x="72390" y="296228"/>
                    <a:pt x="65723" y="288608"/>
                    <a:pt x="65723" y="280035"/>
                  </a:cubicBezTo>
                  <a:cubicBezTo>
                    <a:pt x="65723" y="270510"/>
                    <a:pt x="73343" y="263843"/>
                    <a:pt x="81915" y="263843"/>
                  </a:cubicBezTo>
                  <a:lnTo>
                    <a:pt x="115253" y="263843"/>
                  </a:lnTo>
                  <a:cubicBezTo>
                    <a:pt x="124778" y="263843"/>
                    <a:pt x="131445" y="271463"/>
                    <a:pt x="131445" y="280035"/>
                  </a:cubicBezTo>
                  <a:cubicBezTo>
                    <a:pt x="131445" y="289560"/>
                    <a:pt x="123825" y="296228"/>
                    <a:pt x="115253" y="296228"/>
                  </a:cubicBezTo>
                  <a:lnTo>
                    <a:pt x="115253" y="296228"/>
                  </a:lnTo>
                  <a:close/>
                  <a:moveTo>
                    <a:pt x="312420" y="428625"/>
                  </a:moveTo>
                  <a:lnTo>
                    <a:pt x="180975" y="428625"/>
                  </a:lnTo>
                  <a:cubicBezTo>
                    <a:pt x="171450" y="428625"/>
                    <a:pt x="164783" y="421005"/>
                    <a:pt x="164783" y="412433"/>
                  </a:cubicBezTo>
                  <a:cubicBezTo>
                    <a:pt x="164783" y="402908"/>
                    <a:pt x="172403" y="396240"/>
                    <a:pt x="180975" y="396240"/>
                  </a:cubicBezTo>
                  <a:lnTo>
                    <a:pt x="312420" y="396240"/>
                  </a:lnTo>
                  <a:cubicBezTo>
                    <a:pt x="321945" y="396240"/>
                    <a:pt x="328613" y="403860"/>
                    <a:pt x="328613" y="412433"/>
                  </a:cubicBezTo>
                  <a:cubicBezTo>
                    <a:pt x="329565" y="421005"/>
                    <a:pt x="321945" y="428625"/>
                    <a:pt x="312420" y="428625"/>
                  </a:cubicBezTo>
                  <a:lnTo>
                    <a:pt x="312420" y="428625"/>
                  </a:lnTo>
                  <a:close/>
                  <a:moveTo>
                    <a:pt x="312420" y="361950"/>
                  </a:moveTo>
                  <a:lnTo>
                    <a:pt x="279083" y="361950"/>
                  </a:lnTo>
                  <a:cubicBezTo>
                    <a:pt x="269558" y="361950"/>
                    <a:pt x="262890" y="354330"/>
                    <a:pt x="262890" y="345758"/>
                  </a:cubicBezTo>
                  <a:cubicBezTo>
                    <a:pt x="262890" y="336233"/>
                    <a:pt x="270510" y="329565"/>
                    <a:pt x="279083" y="329565"/>
                  </a:cubicBezTo>
                  <a:lnTo>
                    <a:pt x="312420" y="329565"/>
                  </a:lnTo>
                  <a:cubicBezTo>
                    <a:pt x="321945" y="329565"/>
                    <a:pt x="328613" y="337185"/>
                    <a:pt x="328613" y="345758"/>
                  </a:cubicBezTo>
                  <a:cubicBezTo>
                    <a:pt x="329565" y="355283"/>
                    <a:pt x="321945" y="361950"/>
                    <a:pt x="312420" y="361950"/>
                  </a:cubicBezTo>
                  <a:lnTo>
                    <a:pt x="312420" y="361950"/>
                  </a:lnTo>
                  <a:close/>
                  <a:moveTo>
                    <a:pt x="312420" y="296228"/>
                  </a:moveTo>
                  <a:lnTo>
                    <a:pt x="279083" y="296228"/>
                  </a:lnTo>
                  <a:cubicBezTo>
                    <a:pt x="269558" y="296228"/>
                    <a:pt x="262890" y="288608"/>
                    <a:pt x="262890" y="280035"/>
                  </a:cubicBezTo>
                  <a:cubicBezTo>
                    <a:pt x="262890" y="270510"/>
                    <a:pt x="270510" y="263843"/>
                    <a:pt x="279083" y="263843"/>
                  </a:cubicBezTo>
                  <a:lnTo>
                    <a:pt x="312420" y="263843"/>
                  </a:lnTo>
                  <a:cubicBezTo>
                    <a:pt x="321945" y="263843"/>
                    <a:pt x="328613" y="271463"/>
                    <a:pt x="328613" y="280035"/>
                  </a:cubicBezTo>
                  <a:cubicBezTo>
                    <a:pt x="329565" y="289560"/>
                    <a:pt x="321945" y="296228"/>
                    <a:pt x="312420" y="296228"/>
                  </a:cubicBezTo>
                  <a:lnTo>
                    <a:pt x="312420" y="29622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 name="Google Shape;1126;p44"/>
            <p:cNvSpPr/>
            <p:nvPr/>
          </p:nvSpPr>
          <p:spPr>
            <a:xfrm>
              <a:off x="2908003" y="2910540"/>
              <a:ext cx="91444" cy="52254"/>
            </a:xfrm>
            <a:custGeom>
              <a:rect b="b" l="l" r="r" t="t"/>
              <a:pathLst>
                <a:path extrusionOk="0" h="99060" w="173354">
                  <a:moveTo>
                    <a:pt x="173355" y="99060"/>
                  </a:moveTo>
                  <a:lnTo>
                    <a:pt x="173355" y="0"/>
                  </a:lnTo>
                  <a:lnTo>
                    <a:pt x="40005" y="0"/>
                  </a:lnTo>
                  <a:cubicBezTo>
                    <a:pt x="36195" y="37148"/>
                    <a:pt x="21907" y="71438"/>
                    <a:pt x="0" y="99060"/>
                  </a:cubicBezTo>
                  <a:lnTo>
                    <a:pt x="173355" y="9906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7" name="Google Shape;1127;p44"/>
          <p:cNvGrpSpPr/>
          <p:nvPr/>
        </p:nvGrpSpPr>
        <p:grpSpPr>
          <a:xfrm>
            <a:off x="3425711" y="2823416"/>
            <a:ext cx="296442" cy="296763"/>
            <a:chOff x="3425711" y="2823416"/>
            <a:chExt cx="296442" cy="296763"/>
          </a:xfrm>
        </p:grpSpPr>
        <p:sp>
          <p:nvSpPr>
            <p:cNvPr id="1128" name="Google Shape;1128;p44"/>
            <p:cNvSpPr/>
            <p:nvPr/>
          </p:nvSpPr>
          <p:spPr>
            <a:xfrm>
              <a:off x="3425711" y="2823416"/>
              <a:ext cx="158772" cy="51751"/>
            </a:xfrm>
            <a:custGeom>
              <a:rect b="b" l="l" r="r" t="t"/>
              <a:pathLst>
                <a:path extrusionOk="0" h="98107" w="300990">
                  <a:moveTo>
                    <a:pt x="300990" y="0"/>
                  </a:moveTo>
                  <a:lnTo>
                    <a:pt x="16193" y="0"/>
                  </a:lnTo>
                  <a:cubicBezTo>
                    <a:pt x="6668" y="0"/>
                    <a:pt x="0" y="7620"/>
                    <a:pt x="0" y="16193"/>
                  </a:cubicBezTo>
                  <a:lnTo>
                    <a:pt x="0" y="98107"/>
                  </a:lnTo>
                  <a:lnTo>
                    <a:pt x="267653" y="98107"/>
                  </a:lnTo>
                  <a:lnTo>
                    <a:pt x="300990" y="0"/>
                  </a:lnTo>
                  <a:close/>
                  <a:moveTo>
                    <a:pt x="81915" y="65722"/>
                  </a:moveTo>
                  <a:cubicBezTo>
                    <a:pt x="72390" y="65722"/>
                    <a:pt x="65722" y="58103"/>
                    <a:pt x="65722" y="49530"/>
                  </a:cubicBezTo>
                  <a:cubicBezTo>
                    <a:pt x="65722" y="40005"/>
                    <a:pt x="73343" y="33338"/>
                    <a:pt x="81915" y="33338"/>
                  </a:cubicBezTo>
                  <a:cubicBezTo>
                    <a:pt x="91440" y="33338"/>
                    <a:pt x="98107" y="40957"/>
                    <a:pt x="98107" y="49530"/>
                  </a:cubicBezTo>
                  <a:cubicBezTo>
                    <a:pt x="99060" y="58103"/>
                    <a:pt x="91440" y="65722"/>
                    <a:pt x="81915" y="65722"/>
                  </a:cubicBezTo>
                  <a:lnTo>
                    <a:pt x="81915" y="65722"/>
                  </a:lnTo>
                  <a:close/>
                  <a:moveTo>
                    <a:pt x="148590" y="65722"/>
                  </a:moveTo>
                  <a:cubicBezTo>
                    <a:pt x="139065" y="65722"/>
                    <a:pt x="132397" y="58103"/>
                    <a:pt x="132397" y="49530"/>
                  </a:cubicBezTo>
                  <a:cubicBezTo>
                    <a:pt x="132397" y="40005"/>
                    <a:pt x="140018" y="33338"/>
                    <a:pt x="148590" y="33338"/>
                  </a:cubicBezTo>
                  <a:cubicBezTo>
                    <a:pt x="158115" y="33338"/>
                    <a:pt x="164782" y="40957"/>
                    <a:pt x="164782" y="49530"/>
                  </a:cubicBezTo>
                  <a:cubicBezTo>
                    <a:pt x="164782" y="58103"/>
                    <a:pt x="157163" y="65722"/>
                    <a:pt x="148590" y="65722"/>
                  </a:cubicBezTo>
                  <a:lnTo>
                    <a:pt x="148590" y="65722"/>
                  </a:lnTo>
                  <a:close/>
                  <a:moveTo>
                    <a:pt x="214313" y="65722"/>
                  </a:moveTo>
                  <a:cubicBezTo>
                    <a:pt x="204788" y="65722"/>
                    <a:pt x="198120" y="58103"/>
                    <a:pt x="198120" y="49530"/>
                  </a:cubicBezTo>
                  <a:cubicBezTo>
                    <a:pt x="198120" y="40005"/>
                    <a:pt x="205740" y="33338"/>
                    <a:pt x="214313" y="33338"/>
                  </a:cubicBezTo>
                  <a:cubicBezTo>
                    <a:pt x="222885" y="33338"/>
                    <a:pt x="230505" y="40957"/>
                    <a:pt x="230505" y="49530"/>
                  </a:cubicBezTo>
                  <a:cubicBezTo>
                    <a:pt x="230505" y="58103"/>
                    <a:pt x="222885" y="65722"/>
                    <a:pt x="214313" y="65722"/>
                  </a:cubicBezTo>
                  <a:lnTo>
                    <a:pt x="214313" y="6572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 name="Google Shape;1129;p44"/>
            <p:cNvSpPr/>
            <p:nvPr/>
          </p:nvSpPr>
          <p:spPr>
            <a:xfrm>
              <a:off x="3425711" y="2823416"/>
              <a:ext cx="296442" cy="225597"/>
            </a:xfrm>
            <a:custGeom>
              <a:rect b="b" l="l" r="r" t="t"/>
              <a:pathLst>
                <a:path extrusionOk="0" h="427672" w="561975">
                  <a:moveTo>
                    <a:pt x="545782" y="0"/>
                  </a:moveTo>
                  <a:lnTo>
                    <a:pt x="336232" y="0"/>
                  </a:lnTo>
                  <a:lnTo>
                    <a:pt x="296228" y="120015"/>
                  </a:lnTo>
                  <a:cubicBezTo>
                    <a:pt x="294322" y="126682"/>
                    <a:pt x="287655" y="131445"/>
                    <a:pt x="280988" y="131445"/>
                  </a:cubicBezTo>
                  <a:lnTo>
                    <a:pt x="0" y="131445"/>
                  </a:lnTo>
                  <a:lnTo>
                    <a:pt x="0" y="411480"/>
                  </a:lnTo>
                  <a:cubicBezTo>
                    <a:pt x="0" y="421005"/>
                    <a:pt x="7620" y="427672"/>
                    <a:pt x="16193" y="427672"/>
                  </a:cubicBezTo>
                  <a:lnTo>
                    <a:pt x="140970" y="427672"/>
                  </a:lnTo>
                  <a:cubicBezTo>
                    <a:pt x="135255" y="412432"/>
                    <a:pt x="131445" y="395288"/>
                    <a:pt x="131445" y="378143"/>
                  </a:cubicBezTo>
                  <a:cubicBezTo>
                    <a:pt x="131445" y="296228"/>
                    <a:pt x="198120" y="229553"/>
                    <a:pt x="280035" y="229553"/>
                  </a:cubicBezTo>
                  <a:cubicBezTo>
                    <a:pt x="361950" y="229553"/>
                    <a:pt x="428625" y="296228"/>
                    <a:pt x="428625" y="378143"/>
                  </a:cubicBezTo>
                  <a:cubicBezTo>
                    <a:pt x="428625" y="395288"/>
                    <a:pt x="424815" y="412432"/>
                    <a:pt x="419100" y="427672"/>
                  </a:cubicBezTo>
                  <a:lnTo>
                    <a:pt x="545782" y="427672"/>
                  </a:lnTo>
                  <a:cubicBezTo>
                    <a:pt x="555307" y="427672"/>
                    <a:pt x="561975" y="420053"/>
                    <a:pt x="561975" y="411480"/>
                  </a:cubicBezTo>
                  <a:lnTo>
                    <a:pt x="561975" y="16193"/>
                  </a:lnTo>
                  <a:cubicBezTo>
                    <a:pt x="561975" y="7620"/>
                    <a:pt x="554355" y="0"/>
                    <a:pt x="545782" y="0"/>
                  </a:cubicBezTo>
                  <a:lnTo>
                    <a:pt x="545782" y="0"/>
                  </a:lnTo>
                  <a:close/>
                  <a:moveTo>
                    <a:pt x="444818" y="197168"/>
                  </a:moveTo>
                  <a:lnTo>
                    <a:pt x="115253" y="197168"/>
                  </a:lnTo>
                  <a:cubicBezTo>
                    <a:pt x="105728" y="197168"/>
                    <a:pt x="99060" y="189547"/>
                    <a:pt x="99060" y="180975"/>
                  </a:cubicBezTo>
                  <a:cubicBezTo>
                    <a:pt x="99060" y="171450"/>
                    <a:pt x="106680" y="164782"/>
                    <a:pt x="115253" y="164782"/>
                  </a:cubicBezTo>
                  <a:lnTo>
                    <a:pt x="444818" y="164782"/>
                  </a:lnTo>
                  <a:cubicBezTo>
                    <a:pt x="454343" y="164782"/>
                    <a:pt x="461010" y="172403"/>
                    <a:pt x="461010" y="180975"/>
                  </a:cubicBezTo>
                  <a:cubicBezTo>
                    <a:pt x="461010" y="190500"/>
                    <a:pt x="453390" y="197168"/>
                    <a:pt x="444818" y="197168"/>
                  </a:cubicBezTo>
                  <a:lnTo>
                    <a:pt x="444818" y="19716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 name="Google Shape;1130;p44"/>
            <p:cNvSpPr/>
            <p:nvPr/>
          </p:nvSpPr>
          <p:spPr>
            <a:xfrm>
              <a:off x="3512835" y="2962915"/>
              <a:ext cx="121591" cy="157265"/>
            </a:xfrm>
            <a:custGeom>
              <a:rect b="b" l="l" r="r" t="t"/>
              <a:pathLst>
                <a:path extrusionOk="0" h="298132" w="230505">
                  <a:moveTo>
                    <a:pt x="115253" y="0"/>
                  </a:moveTo>
                  <a:cubicBezTo>
                    <a:pt x="51435" y="0"/>
                    <a:pt x="0" y="51435"/>
                    <a:pt x="0" y="115252"/>
                  </a:cubicBezTo>
                  <a:cubicBezTo>
                    <a:pt x="0" y="173355"/>
                    <a:pt x="42863" y="220980"/>
                    <a:pt x="99060" y="228600"/>
                  </a:cubicBezTo>
                  <a:lnTo>
                    <a:pt x="99060" y="281940"/>
                  </a:lnTo>
                  <a:cubicBezTo>
                    <a:pt x="99060" y="291465"/>
                    <a:pt x="106680" y="298132"/>
                    <a:pt x="115253" y="298132"/>
                  </a:cubicBezTo>
                  <a:cubicBezTo>
                    <a:pt x="124778" y="298132"/>
                    <a:pt x="131445" y="290513"/>
                    <a:pt x="131445" y="281940"/>
                  </a:cubicBezTo>
                  <a:lnTo>
                    <a:pt x="131445" y="228600"/>
                  </a:lnTo>
                  <a:cubicBezTo>
                    <a:pt x="186690" y="220980"/>
                    <a:pt x="230505" y="173355"/>
                    <a:pt x="230505" y="115252"/>
                  </a:cubicBezTo>
                  <a:cubicBezTo>
                    <a:pt x="230505" y="51435"/>
                    <a:pt x="179070" y="0"/>
                    <a:pt x="115253" y="0"/>
                  </a:cubicBezTo>
                  <a:lnTo>
                    <a:pt x="115253" y="0"/>
                  </a:lnTo>
                  <a:close/>
                  <a:moveTo>
                    <a:pt x="147638" y="131445"/>
                  </a:moveTo>
                  <a:lnTo>
                    <a:pt x="81915" y="131445"/>
                  </a:lnTo>
                  <a:cubicBezTo>
                    <a:pt x="72390" y="131445"/>
                    <a:pt x="65723" y="123825"/>
                    <a:pt x="65723" y="115252"/>
                  </a:cubicBezTo>
                  <a:cubicBezTo>
                    <a:pt x="65723" y="105727"/>
                    <a:pt x="73343" y="99060"/>
                    <a:pt x="81915" y="99060"/>
                  </a:cubicBezTo>
                  <a:lnTo>
                    <a:pt x="147638" y="99060"/>
                  </a:lnTo>
                  <a:cubicBezTo>
                    <a:pt x="157163" y="99060"/>
                    <a:pt x="163830" y="106680"/>
                    <a:pt x="163830" y="115252"/>
                  </a:cubicBezTo>
                  <a:cubicBezTo>
                    <a:pt x="164783" y="123825"/>
                    <a:pt x="157163" y="131445"/>
                    <a:pt x="147638" y="131445"/>
                  </a:cubicBezTo>
                  <a:lnTo>
                    <a:pt x="147638" y="13144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1" name="Google Shape;1131;p44"/>
          <p:cNvGrpSpPr/>
          <p:nvPr/>
        </p:nvGrpSpPr>
        <p:grpSpPr>
          <a:xfrm>
            <a:off x="4156444" y="2823416"/>
            <a:ext cx="226100" cy="296442"/>
            <a:chOff x="4156444" y="2823416"/>
            <a:chExt cx="226100" cy="296442"/>
          </a:xfrm>
        </p:grpSpPr>
        <p:sp>
          <p:nvSpPr>
            <p:cNvPr id="1132" name="Google Shape;1132;p44"/>
            <p:cNvSpPr/>
            <p:nvPr/>
          </p:nvSpPr>
          <p:spPr>
            <a:xfrm>
              <a:off x="4225942" y="2911043"/>
              <a:ext cx="17585" cy="52254"/>
            </a:xfrm>
            <a:custGeom>
              <a:rect b="b" l="l" r="r" t="t"/>
              <a:pathLst>
                <a:path extrusionOk="0" h="99059" w="33337">
                  <a:moveTo>
                    <a:pt x="0" y="0"/>
                  </a:moveTo>
                  <a:lnTo>
                    <a:pt x="33338" y="0"/>
                  </a:lnTo>
                  <a:lnTo>
                    <a:pt x="33338" y="99060"/>
                  </a:lnTo>
                  <a:lnTo>
                    <a:pt x="0" y="9906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3" name="Google Shape;1133;p44"/>
            <p:cNvSpPr/>
            <p:nvPr/>
          </p:nvSpPr>
          <p:spPr>
            <a:xfrm>
              <a:off x="4261194" y="2893417"/>
              <a:ext cx="17585" cy="69337"/>
            </a:xfrm>
            <a:custGeom>
              <a:rect b="b" l="l" r="r" t="t"/>
              <a:pathLst>
                <a:path extrusionOk="0" h="131445" w="33337">
                  <a:moveTo>
                    <a:pt x="0" y="0"/>
                  </a:moveTo>
                  <a:lnTo>
                    <a:pt x="33338" y="0"/>
                  </a:lnTo>
                  <a:lnTo>
                    <a:pt x="33338" y="131445"/>
                  </a:lnTo>
                  <a:lnTo>
                    <a:pt x="0" y="13144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 name="Google Shape;1134;p44"/>
            <p:cNvSpPr/>
            <p:nvPr/>
          </p:nvSpPr>
          <p:spPr>
            <a:xfrm>
              <a:off x="4295943" y="2945792"/>
              <a:ext cx="17585" cy="17585"/>
            </a:xfrm>
            <a:custGeom>
              <a:rect b="b" l="l" r="r" t="t"/>
              <a:pathLst>
                <a:path extrusionOk="0" h="33337" w="33337">
                  <a:moveTo>
                    <a:pt x="0" y="0"/>
                  </a:moveTo>
                  <a:lnTo>
                    <a:pt x="33337" y="0"/>
                  </a:lnTo>
                  <a:lnTo>
                    <a:pt x="33337" y="33337"/>
                  </a:lnTo>
                  <a:lnTo>
                    <a:pt x="0" y="3333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 name="Google Shape;1135;p44"/>
            <p:cNvSpPr/>
            <p:nvPr/>
          </p:nvSpPr>
          <p:spPr>
            <a:xfrm>
              <a:off x="4156444" y="2823416"/>
              <a:ext cx="226100" cy="296442"/>
            </a:xfrm>
            <a:custGeom>
              <a:rect b="b" l="l" r="r" t="t"/>
              <a:pathLst>
                <a:path extrusionOk="0" h="561975" w="428625">
                  <a:moveTo>
                    <a:pt x="428625" y="215265"/>
                  </a:moveTo>
                  <a:cubicBezTo>
                    <a:pt x="428625" y="96203"/>
                    <a:pt x="332423" y="0"/>
                    <a:pt x="214313" y="0"/>
                  </a:cubicBezTo>
                  <a:cubicBezTo>
                    <a:pt x="96203" y="0"/>
                    <a:pt x="0" y="96203"/>
                    <a:pt x="0" y="215265"/>
                  </a:cubicBezTo>
                  <a:cubicBezTo>
                    <a:pt x="0" y="366713"/>
                    <a:pt x="109538" y="480060"/>
                    <a:pt x="166688" y="529590"/>
                  </a:cubicBezTo>
                  <a:lnTo>
                    <a:pt x="82868" y="529590"/>
                  </a:lnTo>
                  <a:cubicBezTo>
                    <a:pt x="73343" y="529590"/>
                    <a:pt x="66675" y="537210"/>
                    <a:pt x="66675" y="545782"/>
                  </a:cubicBezTo>
                  <a:cubicBezTo>
                    <a:pt x="66675" y="555307"/>
                    <a:pt x="74295" y="561975"/>
                    <a:pt x="82868" y="561975"/>
                  </a:cubicBezTo>
                  <a:lnTo>
                    <a:pt x="346710" y="561975"/>
                  </a:lnTo>
                  <a:cubicBezTo>
                    <a:pt x="356235" y="561975"/>
                    <a:pt x="362903" y="554355"/>
                    <a:pt x="362903" y="545782"/>
                  </a:cubicBezTo>
                  <a:cubicBezTo>
                    <a:pt x="362903" y="536257"/>
                    <a:pt x="355283" y="529590"/>
                    <a:pt x="346710" y="529590"/>
                  </a:cubicBezTo>
                  <a:lnTo>
                    <a:pt x="262890" y="529590"/>
                  </a:lnTo>
                  <a:cubicBezTo>
                    <a:pt x="319088" y="480060"/>
                    <a:pt x="428625" y="365760"/>
                    <a:pt x="428625" y="215265"/>
                  </a:cubicBezTo>
                  <a:lnTo>
                    <a:pt x="428625" y="215265"/>
                  </a:lnTo>
                  <a:close/>
                  <a:moveTo>
                    <a:pt x="115253" y="297180"/>
                  </a:moveTo>
                  <a:cubicBezTo>
                    <a:pt x="105728" y="297180"/>
                    <a:pt x="99060" y="289560"/>
                    <a:pt x="99060" y="280988"/>
                  </a:cubicBezTo>
                  <a:cubicBezTo>
                    <a:pt x="99060" y="280988"/>
                    <a:pt x="99060" y="193357"/>
                    <a:pt x="99060" y="149543"/>
                  </a:cubicBezTo>
                  <a:cubicBezTo>
                    <a:pt x="99060" y="140018"/>
                    <a:pt x="106680" y="133350"/>
                    <a:pt x="115253" y="133350"/>
                  </a:cubicBezTo>
                  <a:lnTo>
                    <a:pt x="164783" y="133350"/>
                  </a:lnTo>
                  <a:lnTo>
                    <a:pt x="164783" y="117157"/>
                  </a:lnTo>
                  <a:cubicBezTo>
                    <a:pt x="164783" y="107632"/>
                    <a:pt x="172403" y="100965"/>
                    <a:pt x="180975" y="100965"/>
                  </a:cubicBezTo>
                  <a:lnTo>
                    <a:pt x="246698" y="100965"/>
                  </a:lnTo>
                  <a:cubicBezTo>
                    <a:pt x="256223" y="100965"/>
                    <a:pt x="262890" y="108585"/>
                    <a:pt x="262890" y="117157"/>
                  </a:cubicBezTo>
                  <a:lnTo>
                    <a:pt x="262890" y="199072"/>
                  </a:lnTo>
                  <a:lnTo>
                    <a:pt x="312420" y="199072"/>
                  </a:lnTo>
                  <a:cubicBezTo>
                    <a:pt x="321945" y="199072"/>
                    <a:pt x="328613" y="206693"/>
                    <a:pt x="328613" y="215265"/>
                  </a:cubicBezTo>
                  <a:lnTo>
                    <a:pt x="328613" y="280988"/>
                  </a:lnTo>
                  <a:cubicBezTo>
                    <a:pt x="328613" y="290513"/>
                    <a:pt x="320993" y="297180"/>
                    <a:pt x="312420" y="297180"/>
                  </a:cubicBezTo>
                  <a:lnTo>
                    <a:pt x="115253" y="29718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6" name="Google Shape;1136;p44"/>
          <p:cNvGrpSpPr/>
          <p:nvPr/>
        </p:nvGrpSpPr>
        <p:grpSpPr>
          <a:xfrm>
            <a:off x="4835810" y="2823416"/>
            <a:ext cx="295982" cy="297046"/>
            <a:chOff x="4835810" y="2823416"/>
            <a:chExt cx="295982" cy="297046"/>
          </a:xfrm>
        </p:grpSpPr>
        <p:sp>
          <p:nvSpPr>
            <p:cNvPr id="1137" name="Google Shape;1137;p44"/>
            <p:cNvSpPr/>
            <p:nvPr/>
          </p:nvSpPr>
          <p:spPr>
            <a:xfrm>
              <a:off x="4836313" y="2823416"/>
              <a:ext cx="159777" cy="52254"/>
            </a:xfrm>
            <a:custGeom>
              <a:rect b="b" l="l" r="r" t="t"/>
              <a:pathLst>
                <a:path extrusionOk="0" h="99059" w="302895">
                  <a:moveTo>
                    <a:pt x="269558" y="99060"/>
                  </a:moveTo>
                  <a:lnTo>
                    <a:pt x="302895" y="0"/>
                  </a:lnTo>
                  <a:lnTo>
                    <a:pt x="16193" y="0"/>
                  </a:lnTo>
                  <a:cubicBezTo>
                    <a:pt x="6668" y="0"/>
                    <a:pt x="0" y="7620"/>
                    <a:pt x="0" y="16193"/>
                  </a:cubicBezTo>
                  <a:lnTo>
                    <a:pt x="0" y="98107"/>
                  </a:lnTo>
                  <a:lnTo>
                    <a:pt x="269558" y="98107"/>
                  </a:lnTo>
                  <a:close/>
                  <a:moveTo>
                    <a:pt x="215265" y="33338"/>
                  </a:moveTo>
                  <a:cubicBezTo>
                    <a:pt x="224790" y="33338"/>
                    <a:pt x="231458" y="40957"/>
                    <a:pt x="231458" y="49530"/>
                  </a:cubicBezTo>
                  <a:cubicBezTo>
                    <a:pt x="231458" y="59055"/>
                    <a:pt x="223838" y="65722"/>
                    <a:pt x="215265" y="65722"/>
                  </a:cubicBezTo>
                  <a:cubicBezTo>
                    <a:pt x="206693" y="65722"/>
                    <a:pt x="199073" y="58103"/>
                    <a:pt x="199073" y="49530"/>
                  </a:cubicBezTo>
                  <a:cubicBezTo>
                    <a:pt x="199073" y="40005"/>
                    <a:pt x="205740" y="33338"/>
                    <a:pt x="215265" y="33338"/>
                  </a:cubicBezTo>
                  <a:lnTo>
                    <a:pt x="215265" y="33338"/>
                  </a:lnTo>
                  <a:close/>
                  <a:moveTo>
                    <a:pt x="149543" y="33338"/>
                  </a:moveTo>
                  <a:cubicBezTo>
                    <a:pt x="159068" y="33338"/>
                    <a:pt x="165735" y="40957"/>
                    <a:pt x="165735" y="49530"/>
                  </a:cubicBezTo>
                  <a:cubicBezTo>
                    <a:pt x="165735" y="59055"/>
                    <a:pt x="158115" y="65722"/>
                    <a:pt x="149543" y="65722"/>
                  </a:cubicBezTo>
                  <a:cubicBezTo>
                    <a:pt x="140970" y="65722"/>
                    <a:pt x="133350" y="58103"/>
                    <a:pt x="133350" y="49530"/>
                  </a:cubicBezTo>
                  <a:cubicBezTo>
                    <a:pt x="133350" y="40005"/>
                    <a:pt x="140018" y="33338"/>
                    <a:pt x="149543" y="33338"/>
                  </a:cubicBezTo>
                  <a:lnTo>
                    <a:pt x="149543" y="33338"/>
                  </a:lnTo>
                  <a:close/>
                  <a:moveTo>
                    <a:pt x="83820" y="33338"/>
                  </a:moveTo>
                  <a:cubicBezTo>
                    <a:pt x="93345" y="33338"/>
                    <a:pt x="100013" y="40957"/>
                    <a:pt x="100013" y="49530"/>
                  </a:cubicBezTo>
                  <a:cubicBezTo>
                    <a:pt x="100013" y="59055"/>
                    <a:pt x="92393" y="65722"/>
                    <a:pt x="83820" y="65722"/>
                  </a:cubicBezTo>
                  <a:cubicBezTo>
                    <a:pt x="75248" y="65722"/>
                    <a:pt x="67628" y="58103"/>
                    <a:pt x="67628" y="49530"/>
                  </a:cubicBezTo>
                  <a:cubicBezTo>
                    <a:pt x="66675" y="40005"/>
                    <a:pt x="74295" y="33338"/>
                    <a:pt x="83820" y="33338"/>
                  </a:cubicBezTo>
                  <a:lnTo>
                    <a:pt x="83820"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 name="Google Shape;1138;p44"/>
            <p:cNvSpPr/>
            <p:nvPr/>
          </p:nvSpPr>
          <p:spPr>
            <a:xfrm>
              <a:off x="4835810" y="2823416"/>
              <a:ext cx="295982" cy="209519"/>
            </a:xfrm>
            <a:custGeom>
              <a:rect b="b" l="l" r="r" t="t"/>
              <a:pathLst>
                <a:path extrusionOk="0" h="397192" w="561103">
                  <a:moveTo>
                    <a:pt x="545782" y="0"/>
                  </a:moveTo>
                  <a:lnTo>
                    <a:pt x="338138" y="0"/>
                  </a:lnTo>
                  <a:lnTo>
                    <a:pt x="298132" y="120015"/>
                  </a:lnTo>
                  <a:cubicBezTo>
                    <a:pt x="296227" y="126682"/>
                    <a:pt x="289560" y="131445"/>
                    <a:pt x="282893" y="131445"/>
                  </a:cubicBezTo>
                  <a:lnTo>
                    <a:pt x="0" y="131445"/>
                  </a:lnTo>
                  <a:lnTo>
                    <a:pt x="0" y="381000"/>
                  </a:lnTo>
                  <a:cubicBezTo>
                    <a:pt x="0" y="390525"/>
                    <a:pt x="7620" y="397193"/>
                    <a:pt x="16193" y="397193"/>
                  </a:cubicBezTo>
                  <a:lnTo>
                    <a:pt x="171450" y="397193"/>
                  </a:lnTo>
                  <a:lnTo>
                    <a:pt x="239077" y="275272"/>
                  </a:lnTo>
                  <a:cubicBezTo>
                    <a:pt x="247650" y="260032"/>
                    <a:pt x="264795" y="249555"/>
                    <a:pt x="281940" y="249555"/>
                  </a:cubicBezTo>
                  <a:cubicBezTo>
                    <a:pt x="299085" y="249555"/>
                    <a:pt x="316230" y="259080"/>
                    <a:pt x="324802" y="275272"/>
                  </a:cubicBezTo>
                  <a:lnTo>
                    <a:pt x="392430" y="397193"/>
                  </a:lnTo>
                  <a:lnTo>
                    <a:pt x="544830" y="397193"/>
                  </a:lnTo>
                  <a:cubicBezTo>
                    <a:pt x="554355" y="397193"/>
                    <a:pt x="561023" y="389572"/>
                    <a:pt x="561023" y="381000"/>
                  </a:cubicBezTo>
                  <a:lnTo>
                    <a:pt x="561023" y="16193"/>
                  </a:lnTo>
                  <a:cubicBezTo>
                    <a:pt x="561975" y="7620"/>
                    <a:pt x="554355" y="0"/>
                    <a:pt x="545782" y="0"/>
                  </a:cubicBezTo>
                  <a:lnTo>
                    <a:pt x="545782" y="0"/>
                  </a:lnTo>
                  <a:close/>
                  <a:moveTo>
                    <a:pt x="446723" y="201930"/>
                  </a:moveTo>
                  <a:lnTo>
                    <a:pt x="117157" y="201930"/>
                  </a:lnTo>
                  <a:cubicBezTo>
                    <a:pt x="107632" y="201930"/>
                    <a:pt x="100965" y="194310"/>
                    <a:pt x="100965" y="185738"/>
                  </a:cubicBezTo>
                  <a:cubicBezTo>
                    <a:pt x="100965" y="176213"/>
                    <a:pt x="108585" y="169545"/>
                    <a:pt x="117157" y="169545"/>
                  </a:cubicBezTo>
                  <a:lnTo>
                    <a:pt x="446723" y="169545"/>
                  </a:lnTo>
                  <a:cubicBezTo>
                    <a:pt x="456248" y="169545"/>
                    <a:pt x="462915" y="177165"/>
                    <a:pt x="462915" y="185738"/>
                  </a:cubicBezTo>
                  <a:cubicBezTo>
                    <a:pt x="462915" y="194310"/>
                    <a:pt x="456248" y="201930"/>
                    <a:pt x="446723" y="201930"/>
                  </a:cubicBezTo>
                  <a:lnTo>
                    <a:pt x="446723" y="20193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 name="Google Shape;1139;p44"/>
            <p:cNvSpPr/>
            <p:nvPr/>
          </p:nvSpPr>
          <p:spPr>
            <a:xfrm>
              <a:off x="4946603" y="3016297"/>
              <a:ext cx="77376" cy="17585"/>
            </a:xfrm>
            <a:custGeom>
              <a:rect b="b" l="l" r="r" t="t"/>
              <a:pathLst>
                <a:path extrusionOk="0" h="33337" w="146685">
                  <a:moveTo>
                    <a:pt x="127635" y="0"/>
                  </a:moveTo>
                  <a:lnTo>
                    <a:pt x="18098" y="0"/>
                  </a:lnTo>
                  <a:lnTo>
                    <a:pt x="0" y="33338"/>
                  </a:lnTo>
                  <a:lnTo>
                    <a:pt x="146685" y="33338"/>
                  </a:lnTo>
                  <a:lnTo>
                    <a:pt x="127635"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0" name="Google Shape;1140;p44"/>
            <p:cNvSpPr/>
            <p:nvPr/>
          </p:nvSpPr>
          <p:spPr>
            <a:xfrm>
              <a:off x="4926963" y="3051046"/>
              <a:ext cx="115562" cy="17585"/>
            </a:xfrm>
            <a:custGeom>
              <a:rect b="b" l="l" r="r" t="t"/>
              <a:pathLst>
                <a:path extrusionOk="0" h="33337" w="219075">
                  <a:moveTo>
                    <a:pt x="200978" y="0"/>
                  </a:moveTo>
                  <a:lnTo>
                    <a:pt x="18098" y="0"/>
                  </a:lnTo>
                  <a:lnTo>
                    <a:pt x="0" y="33338"/>
                  </a:lnTo>
                  <a:lnTo>
                    <a:pt x="219075" y="33338"/>
                  </a:lnTo>
                  <a:lnTo>
                    <a:pt x="200978"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1" name="Google Shape;1141;p44"/>
            <p:cNvSpPr/>
            <p:nvPr/>
          </p:nvSpPr>
          <p:spPr>
            <a:xfrm>
              <a:off x="4904286" y="3085794"/>
              <a:ext cx="161520" cy="34668"/>
            </a:xfrm>
            <a:custGeom>
              <a:rect b="b" l="l" r="r" t="t"/>
              <a:pathLst>
                <a:path extrusionOk="0" h="65722" w="306199">
                  <a:moveTo>
                    <a:pt x="281014" y="0"/>
                  </a:moveTo>
                  <a:lnTo>
                    <a:pt x="24792" y="0"/>
                  </a:lnTo>
                  <a:lnTo>
                    <a:pt x="1931" y="40957"/>
                  </a:lnTo>
                  <a:cubicBezTo>
                    <a:pt x="-3783" y="52388"/>
                    <a:pt x="3836" y="65722"/>
                    <a:pt x="16219" y="65722"/>
                  </a:cubicBezTo>
                  <a:lnTo>
                    <a:pt x="289586" y="65722"/>
                  </a:lnTo>
                  <a:cubicBezTo>
                    <a:pt x="301969" y="65722"/>
                    <a:pt x="310542" y="52388"/>
                    <a:pt x="303874" y="40957"/>
                  </a:cubicBezTo>
                  <a:lnTo>
                    <a:pt x="281014"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2" name="Google Shape;1142;p44"/>
            <p:cNvSpPr/>
            <p:nvPr/>
          </p:nvSpPr>
          <p:spPr>
            <a:xfrm>
              <a:off x="4966244" y="2972987"/>
              <a:ext cx="38185" cy="25624"/>
            </a:xfrm>
            <a:custGeom>
              <a:rect b="b" l="l" r="r" t="t"/>
              <a:pathLst>
                <a:path extrusionOk="0" h="48577" w="72389">
                  <a:moveTo>
                    <a:pt x="72390" y="48577"/>
                  </a:moveTo>
                  <a:lnTo>
                    <a:pt x="50482" y="8573"/>
                  </a:lnTo>
                  <a:cubicBezTo>
                    <a:pt x="43815" y="-2858"/>
                    <a:pt x="27622" y="-2858"/>
                    <a:pt x="21907" y="8573"/>
                  </a:cubicBezTo>
                  <a:lnTo>
                    <a:pt x="0" y="48577"/>
                  </a:lnTo>
                  <a:lnTo>
                    <a:pt x="72390" y="4857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3" name="Google Shape;1143;p44"/>
          <p:cNvGrpSpPr/>
          <p:nvPr/>
        </p:nvGrpSpPr>
        <p:grpSpPr>
          <a:xfrm>
            <a:off x="5475391" y="2823794"/>
            <a:ext cx="296591" cy="296101"/>
            <a:chOff x="5475391" y="2823794"/>
            <a:chExt cx="296591" cy="296101"/>
          </a:xfrm>
        </p:grpSpPr>
        <p:sp>
          <p:nvSpPr>
            <p:cNvPr id="1144" name="Google Shape;1144;p44"/>
            <p:cNvSpPr/>
            <p:nvPr/>
          </p:nvSpPr>
          <p:spPr>
            <a:xfrm>
              <a:off x="5640447" y="2913435"/>
              <a:ext cx="41954" cy="41954"/>
            </a:xfrm>
            <a:custGeom>
              <a:rect b="b" l="l" r="r" t="t"/>
              <a:pathLst>
                <a:path extrusionOk="0" h="79533" w="79533">
                  <a:moveTo>
                    <a:pt x="74533" y="51673"/>
                  </a:moveTo>
                  <a:lnTo>
                    <a:pt x="27861" y="5000"/>
                  </a:lnTo>
                  <a:cubicBezTo>
                    <a:pt x="21193" y="-1667"/>
                    <a:pt x="10716" y="-1667"/>
                    <a:pt x="5001" y="5000"/>
                  </a:cubicBezTo>
                  <a:cubicBezTo>
                    <a:pt x="-1667" y="11668"/>
                    <a:pt x="-1667" y="22146"/>
                    <a:pt x="5001" y="27860"/>
                  </a:cubicBezTo>
                  <a:lnTo>
                    <a:pt x="51673" y="74533"/>
                  </a:lnTo>
                  <a:cubicBezTo>
                    <a:pt x="58341" y="81200"/>
                    <a:pt x="68818" y="81200"/>
                    <a:pt x="74533" y="74533"/>
                  </a:cubicBezTo>
                  <a:cubicBezTo>
                    <a:pt x="81201" y="67866"/>
                    <a:pt x="81201" y="57388"/>
                    <a:pt x="74533" y="51673"/>
                  </a:cubicBezTo>
                  <a:lnTo>
                    <a:pt x="74533" y="5167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 name="Google Shape;1145;p44"/>
            <p:cNvSpPr/>
            <p:nvPr/>
          </p:nvSpPr>
          <p:spPr>
            <a:xfrm>
              <a:off x="5475391" y="2839403"/>
              <a:ext cx="280491" cy="280491"/>
            </a:xfrm>
            <a:custGeom>
              <a:rect b="b" l="l" r="r" t="t"/>
              <a:pathLst>
                <a:path extrusionOk="0" h="531737" w="531737">
                  <a:moveTo>
                    <a:pt x="531495" y="200268"/>
                  </a:moveTo>
                  <a:lnTo>
                    <a:pt x="515302" y="85968"/>
                  </a:lnTo>
                  <a:lnTo>
                    <a:pt x="480060" y="121210"/>
                  </a:lnTo>
                  <a:cubicBezTo>
                    <a:pt x="461010" y="140260"/>
                    <a:pt x="429577" y="140260"/>
                    <a:pt x="410527" y="121210"/>
                  </a:cubicBezTo>
                  <a:cubicBezTo>
                    <a:pt x="391477" y="102160"/>
                    <a:pt x="391477" y="70728"/>
                    <a:pt x="410527" y="51678"/>
                  </a:cubicBezTo>
                  <a:lnTo>
                    <a:pt x="445770" y="16435"/>
                  </a:lnTo>
                  <a:lnTo>
                    <a:pt x="331470" y="243"/>
                  </a:lnTo>
                  <a:cubicBezTo>
                    <a:pt x="326707" y="-710"/>
                    <a:pt x="320993" y="1195"/>
                    <a:pt x="317182" y="5005"/>
                  </a:cubicBezTo>
                  <a:lnTo>
                    <a:pt x="14288" y="307900"/>
                  </a:lnTo>
                  <a:cubicBezTo>
                    <a:pt x="-4763" y="326950"/>
                    <a:pt x="-4763" y="358383"/>
                    <a:pt x="14288" y="377433"/>
                  </a:cubicBezTo>
                  <a:lnTo>
                    <a:pt x="154305" y="517450"/>
                  </a:lnTo>
                  <a:cubicBezTo>
                    <a:pt x="173355" y="536500"/>
                    <a:pt x="204788" y="536500"/>
                    <a:pt x="223838" y="517450"/>
                  </a:cubicBezTo>
                  <a:lnTo>
                    <a:pt x="526732" y="214555"/>
                  </a:lnTo>
                  <a:cubicBezTo>
                    <a:pt x="530543" y="210745"/>
                    <a:pt x="532448" y="205983"/>
                    <a:pt x="531495" y="200268"/>
                  </a:cubicBezTo>
                  <a:lnTo>
                    <a:pt x="531495" y="200268"/>
                  </a:lnTo>
                  <a:close/>
                  <a:moveTo>
                    <a:pt x="181927" y="438393"/>
                  </a:moveTo>
                  <a:cubicBezTo>
                    <a:pt x="173355" y="437440"/>
                    <a:pt x="166688" y="428868"/>
                    <a:pt x="167640" y="419343"/>
                  </a:cubicBezTo>
                  <a:cubicBezTo>
                    <a:pt x="168593" y="410770"/>
                    <a:pt x="177165" y="404103"/>
                    <a:pt x="186690" y="405055"/>
                  </a:cubicBezTo>
                  <a:cubicBezTo>
                    <a:pt x="191452" y="406008"/>
                    <a:pt x="197168" y="404103"/>
                    <a:pt x="200977" y="400293"/>
                  </a:cubicBezTo>
                  <a:cubicBezTo>
                    <a:pt x="207645" y="393625"/>
                    <a:pt x="207645" y="383148"/>
                    <a:pt x="200977" y="377433"/>
                  </a:cubicBezTo>
                  <a:cubicBezTo>
                    <a:pt x="194310" y="370765"/>
                    <a:pt x="183832" y="370765"/>
                    <a:pt x="178118" y="377433"/>
                  </a:cubicBezTo>
                  <a:cubicBezTo>
                    <a:pt x="159068" y="396483"/>
                    <a:pt x="127635" y="396483"/>
                    <a:pt x="108585" y="377433"/>
                  </a:cubicBezTo>
                  <a:cubicBezTo>
                    <a:pt x="89535" y="358383"/>
                    <a:pt x="89535" y="326950"/>
                    <a:pt x="108585" y="307900"/>
                  </a:cubicBezTo>
                  <a:cubicBezTo>
                    <a:pt x="119063" y="297423"/>
                    <a:pt x="135255" y="291708"/>
                    <a:pt x="150495" y="293613"/>
                  </a:cubicBezTo>
                  <a:cubicBezTo>
                    <a:pt x="159068" y="294565"/>
                    <a:pt x="165735" y="303138"/>
                    <a:pt x="164782" y="312663"/>
                  </a:cubicBezTo>
                  <a:cubicBezTo>
                    <a:pt x="163830" y="321235"/>
                    <a:pt x="155257" y="327903"/>
                    <a:pt x="145732" y="326950"/>
                  </a:cubicBezTo>
                  <a:cubicBezTo>
                    <a:pt x="140970" y="325998"/>
                    <a:pt x="135255" y="327903"/>
                    <a:pt x="131445" y="331713"/>
                  </a:cubicBezTo>
                  <a:cubicBezTo>
                    <a:pt x="124777" y="338380"/>
                    <a:pt x="124777" y="348858"/>
                    <a:pt x="131445" y="354573"/>
                  </a:cubicBezTo>
                  <a:cubicBezTo>
                    <a:pt x="138113" y="361240"/>
                    <a:pt x="148590" y="361240"/>
                    <a:pt x="154305" y="354573"/>
                  </a:cubicBezTo>
                  <a:cubicBezTo>
                    <a:pt x="173355" y="335523"/>
                    <a:pt x="204788" y="335523"/>
                    <a:pt x="223838" y="354573"/>
                  </a:cubicBezTo>
                  <a:cubicBezTo>
                    <a:pt x="242888" y="373623"/>
                    <a:pt x="242888" y="405055"/>
                    <a:pt x="223838" y="424105"/>
                  </a:cubicBezTo>
                  <a:cubicBezTo>
                    <a:pt x="213360" y="435535"/>
                    <a:pt x="197168" y="440298"/>
                    <a:pt x="181927" y="438393"/>
                  </a:cubicBezTo>
                  <a:lnTo>
                    <a:pt x="181927" y="438393"/>
                  </a:lnTo>
                  <a:close/>
                  <a:moveTo>
                    <a:pt x="294323" y="354573"/>
                  </a:moveTo>
                  <a:cubicBezTo>
                    <a:pt x="287655" y="361240"/>
                    <a:pt x="277177" y="361240"/>
                    <a:pt x="271463" y="354573"/>
                  </a:cubicBezTo>
                  <a:lnTo>
                    <a:pt x="178118" y="261228"/>
                  </a:lnTo>
                  <a:cubicBezTo>
                    <a:pt x="171450" y="254560"/>
                    <a:pt x="171450" y="244083"/>
                    <a:pt x="178118" y="238368"/>
                  </a:cubicBezTo>
                  <a:lnTo>
                    <a:pt x="224790" y="191695"/>
                  </a:lnTo>
                  <a:cubicBezTo>
                    <a:pt x="231457" y="185028"/>
                    <a:pt x="241935" y="185028"/>
                    <a:pt x="247650" y="191695"/>
                  </a:cubicBezTo>
                  <a:cubicBezTo>
                    <a:pt x="254318" y="198363"/>
                    <a:pt x="254318" y="208840"/>
                    <a:pt x="247650" y="214555"/>
                  </a:cubicBezTo>
                  <a:lnTo>
                    <a:pt x="212407" y="249798"/>
                  </a:lnTo>
                  <a:lnTo>
                    <a:pt x="235268" y="272658"/>
                  </a:lnTo>
                  <a:lnTo>
                    <a:pt x="270510" y="237415"/>
                  </a:lnTo>
                  <a:cubicBezTo>
                    <a:pt x="277177" y="230748"/>
                    <a:pt x="287655" y="230748"/>
                    <a:pt x="293370" y="237415"/>
                  </a:cubicBezTo>
                  <a:cubicBezTo>
                    <a:pt x="300038" y="244083"/>
                    <a:pt x="300038" y="254560"/>
                    <a:pt x="293370" y="260275"/>
                  </a:cubicBezTo>
                  <a:lnTo>
                    <a:pt x="258127" y="295518"/>
                  </a:lnTo>
                  <a:lnTo>
                    <a:pt x="280988" y="318378"/>
                  </a:lnTo>
                  <a:lnTo>
                    <a:pt x="316230" y="283135"/>
                  </a:lnTo>
                  <a:cubicBezTo>
                    <a:pt x="322898" y="276468"/>
                    <a:pt x="333375" y="276468"/>
                    <a:pt x="339090" y="283135"/>
                  </a:cubicBezTo>
                  <a:cubicBezTo>
                    <a:pt x="345757" y="289803"/>
                    <a:pt x="345757" y="300280"/>
                    <a:pt x="339090" y="305995"/>
                  </a:cubicBezTo>
                  <a:lnTo>
                    <a:pt x="294323" y="354573"/>
                  </a:lnTo>
                  <a:close/>
                  <a:moveTo>
                    <a:pt x="340043" y="237415"/>
                  </a:moveTo>
                  <a:lnTo>
                    <a:pt x="293370" y="190743"/>
                  </a:lnTo>
                  <a:cubicBezTo>
                    <a:pt x="274320" y="171693"/>
                    <a:pt x="274320" y="140260"/>
                    <a:pt x="293370" y="121210"/>
                  </a:cubicBezTo>
                  <a:cubicBezTo>
                    <a:pt x="312420" y="102160"/>
                    <a:pt x="343852" y="102160"/>
                    <a:pt x="362902" y="121210"/>
                  </a:cubicBezTo>
                  <a:lnTo>
                    <a:pt x="409575" y="167883"/>
                  </a:lnTo>
                  <a:cubicBezTo>
                    <a:pt x="428625" y="186933"/>
                    <a:pt x="428625" y="218365"/>
                    <a:pt x="409575" y="237415"/>
                  </a:cubicBezTo>
                  <a:cubicBezTo>
                    <a:pt x="390525" y="256465"/>
                    <a:pt x="360045" y="257418"/>
                    <a:pt x="340043" y="237415"/>
                  </a:cubicBezTo>
                  <a:lnTo>
                    <a:pt x="340043" y="23741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 name="Google Shape;1146;p44"/>
            <p:cNvSpPr/>
            <p:nvPr/>
          </p:nvSpPr>
          <p:spPr>
            <a:xfrm>
              <a:off x="5703398" y="2823794"/>
              <a:ext cx="68583" cy="68583"/>
            </a:xfrm>
            <a:custGeom>
              <a:rect b="b" l="l" r="r" t="t"/>
              <a:pathLst>
                <a:path extrusionOk="0" h="130016" w="130016">
                  <a:moveTo>
                    <a:pt x="5001" y="125016"/>
                  </a:moveTo>
                  <a:cubicBezTo>
                    <a:pt x="-1667" y="118348"/>
                    <a:pt x="-1667" y="107871"/>
                    <a:pt x="5001" y="102156"/>
                  </a:cubicBezTo>
                  <a:lnTo>
                    <a:pt x="102156" y="5001"/>
                  </a:lnTo>
                  <a:cubicBezTo>
                    <a:pt x="108823" y="-1667"/>
                    <a:pt x="119301" y="-1667"/>
                    <a:pt x="125016" y="5001"/>
                  </a:cubicBezTo>
                  <a:cubicBezTo>
                    <a:pt x="131683" y="11668"/>
                    <a:pt x="131683" y="22146"/>
                    <a:pt x="125016" y="27861"/>
                  </a:cubicBezTo>
                  <a:lnTo>
                    <a:pt x="27861" y="125016"/>
                  </a:lnTo>
                  <a:cubicBezTo>
                    <a:pt x="22146" y="131683"/>
                    <a:pt x="11668" y="131683"/>
                    <a:pt x="5001" y="125016"/>
                  </a:cubicBezTo>
                  <a:lnTo>
                    <a:pt x="5001" y="12501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7" name="Google Shape;1147;p44"/>
          <p:cNvGrpSpPr/>
          <p:nvPr/>
        </p:nvGrpSpPr>
        <p:grpSpPr>
          <a:xfrm>
            <a:off x="6114971" y="2823416"/>
            <a:ext cx="295982" cy="296342"/>
            <a:chOff x="6114971" y="2823416"/>
            <a:chExt cx="295982" cy="296342"/>
          </a:xfrm>
        </p:grpSpPr>
        <p:sp>
          <p:nvSpPr>
            <p:cNvPr id="1148" name="Google Shape;1148;p44"/>
            <p:cNvSpPr/>
            <p:nvPr/>
          </p:nvSpPr>
          <p:spPr>
            <a:xfrm>
              <a:off x="6114971" y="2823416"/>
              <a:ext cx="159274" cy="51751"/>
            </a:xfrm>
            <a:custGeom>
              <a:rect b="b" l="l" r="r" t="t"/>
              <a:pathLst>
                <a:path extrusionOk="0" h="98107" w="301942">
                  <a:moveTo>
                    <a:pt x="301943" y="0"/>
                  </a:moveTo>
                  <a:lnTo>
                    <a:pt x="16193" y="0"/>
                  </a:lnTo>
                  <a:cubicBezTo>
                    <a:pt x="6668" y="0"/>
                    <a:pt x="0" y="7620"/>
                    <a:pt x="0" y="16193"/>
                  </a:cubicBezTo>
                  <a:lnTo>
                    <a:pt x="0" y="98107"/>
                  </a:lnTo>
                  <a:lnTo>
                    <a:pt x="269557" y="98107"/>
                  </a:lnTo>
                  <a:lnTo>
                    <a:pt x="301943" y="0"/>
                  </a:lnTo>
                  <a:close/>
                  <a:moveTo>
                    <a:pt x="83820" y="65722"/>
                  </a:moveTo>
                  <a:cubicBezTo>
                    <a:pt x="74295" y="65722"/>
                    <a:pt x="67627" y="58103"/>
                    <a:pt x="67627" y="49530"/>
                  </a:cubicBezTo>
                  <a:cubicBezTo>
                    <a:pt x="67627" y="40005"/>
                    <a:pt x="75248" y="33338"/>
                    <a:pt x="83820" y="33338"/>
                  </a:cubicBezTo>
                  <a:cubicBezTo>
                    <a:pt x="92393" y="33338"/>
                    <a:pt x="100013" y="40957"/>
                    <a:pt x="100013" y="49530"/>
                  </a:cubicBezTo>
                  <a:cubicBezTo>
                    <a:pt x="100013" y="58103"/>
                    <a:pt x="92393" y="65722"/>
                    <a:pt x="83820" y="65722"/>
                  </a:cubicBezTo>
                  <a:lnTo>
                    <a:pt x="83820" y="65722"/>
                  </a:lnTo>
                  <a:close/>
                  <a:moveTo>
                    <a:pt x="149543" y="65722"/>
                  </a:moveTo>
                  <a:cubicBezTo>
                    <a:pt x="140018" y="65722"/>
                    <a:pt x="133350" y="58103"/>
                    <a:pt x="133350" y="49530"/>
                  </a:cubicBezTo>
                  <a:cubicBezTo>
                    <a:pt x="133350" y="40005"/>
                    <a:pt x="140970" y="33338"/>
                    <a:pt x="149543" y="33338"/>
                  </a:cubicBezTo>
                  <a:cubicBezTo>
                    <a:pt x="158115" y="33338"/>
                    <a:pt x="165735" y="40957"/>
                    <a:pt x="165735" y="49530"/>
                  </a:cubicBezTo>
                  <a:cubicBezTo>
                    <a:pt x="165735" y="58103"/>
                    <a:pt x="158115" y="65722"/>
                    <a:pt x="149543" y="65722"/>
                  </a:cubicBezTo>
                  <a:lnTo>
                    <a:pt x="149543" y="65722"/>
                  </a:lnTo>
                  <a:close/>
                  <a:moveTo>
                    <a:pt x="215265" y="65722"/>
                  </a:moveTo>
                  <a:cubicBezTo>
                    <a:pt x="205740" y="65722"/>
                    <a:pt x="199073" y="58103"/>
                    <a:pt x="199073" y="49530"/>
                  </a:cubicBezTo>
                  <a:cubicBezTo>
                    <a:pt x="199073" y="40005"/>
                    <a:pt x="206693" y="33338"/>
                    <a:pt x="215265" y="33338"/>
                  </a:cubicBezTo>
                  <a:cubicBezTo>
                    <a:pt x="223838" y="33338"/>
                    <a:pt x="231457" y="40957"/>
                    <a:pt x="231457" y="49530"/>
                  </a:cubicBezTo>
                  <a:cubicBezTo>
                    <a:pt x="231457" y="58103"/>
                    <a:pt x="223838" y="65722"/>
                    <a:pt x="215265" y="65722"/>
                  </a:cubicBezTo>
                  <a:lnTo>
                    <a:pt x="215265" y="6572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 name="Google Shape;1149;p44"/>
            <p:cNvSpPr/>
            <p:nvPr/>
          </p:nvSpPr>
          <p:spPr>
            <a:xfrm>
              <a:off x="6184972" y="2998167"/>
              <a:ext cx="155576" cy="121591"/>
            </a:xfrm>
            <a:custGeom>
              <a:rect b="b" l="l" r="r" t="t"/>
              <a:pathLst>
                <a:path extrusionOk="0" h="230504" w="294930">
                  <a:moveTo>
                    <a:pt x="280035" y="0"/>
                  </a:moveTo>
                  <a:lnTo>
                    <a:pt x="16192" y="0"/>
                  </a:lnTo>
                  <a:cubicBezTo>
                    <a:pt x="6667" y="0"/>
                    <a:pt x="0" y="7620"/>
                    <a:pt x="0" y="16192"/>
                  </a:cubicBezTo>
                  <a:cubicBezTo>
                    <a:pt x="0" y="25717"/>
                    <a:pt x="7620" y="32385"/>
                    <a:pt x="16192" y="32385"/>
                  </a:cubicBezTo>
                  <a:lnTo>
                    <a:pt x="32385" y="32385"/>
                  </a:lnTo>
                  <a:lnTo>
                    <a:pt x="32385" y="214313"/>
                  </a:lnTo>
                  <a:cubicBezTo>
                    <a:pt x="32385" y="223838"/>
                    <a:pt x="40005" y="230505"/>
                    <a:pt x="48577" y="230505"/>
                  </a:cubicBezTo>
                  <a:lnTo>
                    <a:pt x="245745" y="230505"/>
                  </a:lnTo>
                  <a:cubicBezTo>
                    <a:pt x="255270" y="230505"/>
                    <a:pt x="261938" y="222885"/>
                    <a:pt x="261938" y="214313"/>
                  </a:cubicBezTo>
                  <a:lnTo>
                    <a:pt x="261938" y="32385"/>
                  </a:lnTo>
                  <a:lnTo>
                    <a:pt x="278130" y="32385"/>
                  </a:lnTo>
                  <a:cubicBezTo>
                    <a:pt x="287655" y="32385"/>
                    <a:pt x="294322" y="24765"/>
                    <a:pt x="294322" y="16192"/>
                  </a:cubicBezTo>
                  <a:cubicBezTo>
                    <a:pt x="297180" y="7620"/>
                    <a:pt x="289560" y="0"/>
                    <a:pt x="280035" y="0"/>
                  </a:cubicBezTo>
                  <a:lnTo>
                    <a:pt x="280035" y="0"/>
                  </a:lnTo>
                  <a:close/>
                  <a:moveTo>
                    <a:pt x="132397" y="147638"/>
                  </a:moveTo>
                  <a:cubicBezTo>
                    <a:pt x="132397" y="157163"/>
                    <a:pt x="124777" y="163830"/>
                    <a:pt x="116205" y="163830"/>
                  </a:cubicBezTo>
                  <a:cubicBezTo>
                    <a:pt x="107632" y="163830"/>
                    <a:pt x="100013" y="156210"/>
                    <a:pt x="100013" y="147638"/>
                  </a:cubicBezTo>
                  <a:lnTo>
                    <a:pt x="100013" y="81915"/>
                  </a:lnTo>
                  <a:cubicBezTo>
                    <a:pt x="100013" y="72390"/>
                    <a:pt x="107632" y="65722"/>
                    <a:pt x="116205" y="65722"/>
                  </a:cubicBezTo>
                  <a:cubicBezTo>
                    <a:pt x="124777" y="65722"/>
                    <a:pt x="132397" y="73342"/>
                    <a:pt x="132397" y="81915"/>
                  </a:cubicBezTo>
                  <a:lnTo>
                    <a:pt x="132397" y="147638"/>
                  </a:lnTo>
                  <a:close/>
                  <a:moveTo>
                    <a:pt x="198120" y="147638"/>
                  </a:moveTo>
                  <a:cubicBezTo>
                    <a:pt x="198120" y="157163"/>
                    <a:pt x="190500" y="163830"/>
                    <a:pt x="181927" y="163830"/>
                  </a:cubicBezTo>
                  <a:cubicBezTo>
                    <a:pt x="173355" y="163830"/>
                    <a:pt x="165735" y="156210"/>
                    <a:pt x="165735" y="147638"/>
                  </a:cubicBezTo>
                  <a:lnTo>
                    <a:pt x="165735" y="81915"/>
                  </a:lnTo>
                  <a:cubicBezTo>
                    <a:pt x="165735" y="72390"/>
                    <a:pt x="173355" y="65722"/>
                    <a:pt x="181927" y="65722"/>
                  </a:cubicBezTo>
                  <a:cubicBezTo>
                    <a:pt x="190500" y="65722"/>
                    <a:pt x="198120" y="73342"/>
                    <a:pt x="198120" y="81915"/>
                  </a:cubicBezTo>
                  <a:lnTo>
                    <a:pt x="198120" y="1476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 name="Google Shape;1150;p44"/>
            <p:cNvSpPr/>
            <p:nvPr/>
          </p:nvSpPr>
          <p:spPr>
            <a:xfrm>
              <a:off x="6237348" y="2963418"/>
              <a:ext cx="52254" cy="17083"/>
            </a:xfrm>
            <a:custGeom>
              <a:rect b="b" l="l" r="r" t="t"/>
              <a:pathLst>
                <a:path extrusionOk="0" h="32385" w="99060">
                  <a:moveTo>
                    <a:pt x="82868" y="0"/>
                  </a:moveTo>
                  <a:lnTo>
                    <a:pt x="16193" y="0"/>
                  </a:lnTo>
                  <a:cubicBezTo>
                    <a:pt x="6668" y="0"/>
                    <a:pt x="0" y="7620"/>
                    <a:pt x="0" y="16193"/>
                  </a:cubicBezTo>
                  <a:lnTo>
                    <a:pt x="0" y="32385"/>
                  </a:lnTo>
                  <a:lnTo>
                    <a:pt x="99060" y="32385"/>
                  </a:lnTo>
                  <a:lnTo>
                    <a:pt x="99060" y="16193"/>
                  </a:lnTo>
                  <a:cubicBezTo>
                    <a:pt x="99060" y="6668"/>
                    <a:pt x="91440" y="0"/>
                    <a:pt x="82868" y="0"/>
                  </a:cubicBezTo>
                  <a:lnTo>
                    <a:pt x="82868"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 name="Google Shape;1151;p44"/>
            <p:cNvSpPr/>
            <p:nvPr/>
          </p:nvSpPr>
          <p:spPr>
            <a:xfrm>
              <a:off x="6114971" y="2823416"/>
              <a:ext cx="295982" cy="226100"/>
            </a:xfrm>
            <a:custGeom>
              <a:rect b="b" l="l" r="r" t="t"/>
              <a:pathLst>
                <a:path extrusionOk="0" h="428625" w="561103">
                  <a:moveTo>
                    <a:pt x="545782" y="0"/>
                  </a:moveTo>
                  <a:lnTo>
                    <a:pt x="337185" y="0"/>
                  </a:lnTo>
                  <a:lnTo>
                    <a:pt x="297180" y="120015"/>
                  </a:lnTo>
                  <a:cubicBezTo>
                    <a:pt x="295275" y="126682"/>
                    <a:pt x="288607" y="131445"/>
                    <a:pt x="281940" y="131445"/>
                  </a:cubicBezTo>
                  <a:lnTo>
                    <a:pt x="0" y="131445"/>
                  </a:lnTo>
                  <a:lnTo>
                    <a:pt x="0" y="412432"/>
                  </a:lnTo>
                  <a:cubicBezTo>
                    <a:pt x="0" y="421957"/>
                    <a:pt x="7620" y="428625"/>
                    <a:pt x="16193" y="428625"/>
                  </a:cubicBezTo>
                  <a:lnTo>
                    <a:pt x="132398" y="428625"/>
                  </a:lnTo>
                  <a:lnTo>
                    <a:pt x="132398" y="392430"/>
                  </a:lnTo>
                  <a:cubicBezTo>
                    <a:pt x="113348" y="385763"/>
                    <a:pt x="99060" y="367665"/>
                    <a:pt x="99060" y="345757"/>
                  </a:cubicBezTo>
                  <a:cubicBezTo>
                    <a:pt x="99060" y="318135"/>
                    <a:pt x="120968" y="296228"/>
                    <a:pt x="148590" y="296228"/>
                  </a:cubicBezTo>
                  <a:lnTo>
                    <a:pt x="198120" y="296228"/>
                  </a:lnTo>
                  <a:lnTo>
                    <a:pt x="198120" y="280035"/>
                  </a:lnTo>
                  <a:cubicBezTo>
                    <a:pt x="198120" y="252413"/>
                    <a:pt x="220027" y="230505"/>
                    <a:pt x="247650" y="230505"/>
                  </a:cubicBezTo>
                  <a:lnTo>
                    <a:pt x="313373" y="230505"/>
                  </a:lnTo>
                  <a:cubicBezTo>
                    <a:pt x="340995" y="230505"/>
                    <a:pt x="362902" y="252413"/>
                    <a:pt x="362902" y="280035"/>
                  </a:cubicBezTo>
                  <a:lnTo>
                    <a:pt x="362902" y="296228"/>
                  </a:lnTo>
                  <a:lnTo>
                    <a:pt x="412432" y="296228"/>
                  </a:lnTo>
                  <a:cubicBezTo>
                    <a:pt x="440055" y="296228"/>
                    <a:pt x="461963" y="318135"/>
                    <a:pt x="461963" y="345757"/>
                  </a:cubicBezTo>
                  <a:cubicBezTo>
                    <a:pt x="461963" y="367665"/>
                    <a:pt x="448627" y="385763"/>
                    <a:pt x="428625" y="392430"/>
                  </a:cubicBezTo>
                  <a:lnTo>
                    <a:pt x="428625" y="428625"/>
                  </a:lnTo>
                  <a:lnTo>
                    <a:pt x="544830" y="428625"/>
                  </a:lnTo>
                  <a:cubicBezTo>
                    <a:pt x="554355" y="428625"/>
                    <a:pt x="561023" y="421005"/>
                    <a:pt x="561023" y="412432"/>
                  </a:cubicBezTo>
                  <a:lnTo>
                    <a:pt x="561023" y="16193"/>
                  </a:lnTo>
                  <a:cubicBezTo>
                    <a:pt x="561975" y="7620"/>
                    <a:pt x="554355" y="0"/>
                    <a:pt x="545782" y="0"/>
                  </a:cubicBezTo>
                  <a:lnTo>
                    <a:pt x="545782" y="0"/>
                  </a:lnTo>
                  <a:close/>
                  <a:moveTo>
                    <a:pt x="445770" y="199072"/>
                  </a:moveTo>
                  <a:lnTo>
                    <a:pt x="116205" y="199072"/>
                  </a:lnTo>
                  <a:cubicBezTo>
                    <a:pt x="106680" y="199072"/>
                    <a:pt x="100013" y="191453"/>
                    <a:pt x="100013" y="182880"/>
                  </a:cubicBezTo>
                  <a:cubicBezTo>
                    <a:pt x="100013" y="173355"/>
                    <a:pt x="107632" y="166688"/>
                    <a:pt x="116205" y="166688"/>
                  </a:cubicBezTo>
                  <a:lnTo>
                    <a:pt x="445770" y="166688"/>
                  </a:lnTo>
                  <a:cubicBezTo>
                    <a:pt x="455295" y="166688"/>
                    <a:pt x="461963" y="174307"/>
                    <a:pt x="461963" y="182880"/>
                  </a:cubicBezTo>
                  <a:cubicBezTo>
                    <a:pt x="461963" y="191453"/>
                    <a:pt x="454343" y="199072"/>
                    <a:pt x="445770" y="199072"/>
                  </a:cubicBezTo>
                  <a:lnTo>
                    <a:pt x="445770" y="19907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2" name="Google Shape;1152;p44"/>
          <p:cNvGrpSpPr/>
          <p:nvPr/>
        </p:nvGrpSpPr>
        <p:grpSpPr>
          <a:xfrm>
            <a:off x="6800883" y="2823416"/>
            <a:ext cx="295437" cy="297406"/>
            <a:chOff x="6800883" y="2823416"/>
            <a:chExt cx="295437" cy="297406"/>
          </a:xfrm>
        </p:grpSpPr>
        <p:sp>
          <p:nvSpPr>
            <p:cNvPr id="1153" name="Google Shape;1153;p44"/>
            <p:cNvSpPr/>
            <p:nvPr/>
          </p:nvSpPr>
          <p:spPr>
            <a:xfrm>
              <a:off x="6897072" y="2920108"/>
              <a:ext cx="102498" cy="102498"/>
            </a:xfrm>
            <a:custGeom>
              <a:rect b="b" l="l" r="r" t="t"/>
              <a:pathLst>
                <a:path extrusionOk="0" h="194309" w="194309">
                  <a:moveTo>
                    <a:pt x="194309" y="97155"/>
                  </a:moveTo>
                  <a:cubicBezTo>
                    <a:pt x="194309" y="151447"/>
                    <a:pt x="150494" y="194310"/>
                    <a:pt x="97155" y="194310"/>
                  </a:cubicBezTo>
                  <a:cubicBezTo>
                    <a:pt x="43815" y="194310"/>
                    <a:pt x="0" y="150495"/>
                    <a:pt x="0" y="97155"/>
                  </a:cubicBezTo>
                  <a:cubicBezTo>
                    <a:pt x="0" y="43815"/>
                    <a:pt x="43815" y="0"/>
                    <a:pt x="97155" y="0"/>
                  </a:cubicBezTo>
                  <a:cubicBezTo>
                    <a:pt x="122872" y="0"/>
                    <a:pt x="147638" y="10477"/>
                    <a:pt x="165734" y="28575"/>
                  </a:cubicBezTo>
                  <a:cubicBezTo>
                    <a:pt x="184784" y="46672"/>
                    <a:pt x="194309" y="71438"/>
                    <a:pt x="194309" y="97155"/>
                  </a:cubicBezTo>
                  <a:lnTo>
                    <a:pt x="194309" y="9715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 name="Google Shape;1154;p44"/>
            <p:cNvSpPr/>
            <p:nvPr/>
          </p:nvSpPr>
          <p:spPr>
            <a:xfrm>
              <a:off x="6869878" y="3023850"/>
              <a:ext cx="156265" cy="96971"/>
            </a:xfrm>
            <a:custGeom>
              <a:rect b="b" l="l" r="r" t="t"/>
              <a:pathLst>
                <a:path extrusionOk="0" h="183832" w="296237">
                  <a:moveTo>
                    <a:pt x="148590" y="0"/>
                  </a:moveTo>
                  <a:cubicBezTo>
                    <a:pt x="66675" y="0"/>
                    <a:pt x="0" y="66675"/>
                    <a:pt x="0" y="148590"/>
                  </a:cubicBezTo>
                  <a:lnTo>
                    <a:pt x="0" y="167640"/>
                  </a:lnTo>
                  <a:cubicBezTo>
                    <a:pt x="0" y="177165"/>
                    <a:pt x="7619" y="183833"/>
                    <a:pt x="16192" y="183833"/>
                  </a:cubicBezTo>
                  <a:lnTo>
                    <a:pt x="280035" y="183833"/>
                  </a:lnTo>
                  <a:cubicBezTo>
                    <a:pt x="289560" y="183833"/>
                    <a:pt x="296227" y="176213"/>
                    <a:pt x="296227" y="167640"/>
                  </a:cubicBezTo>
                  <a:lnTo>
                    <a:pt x="296227" y="148590"/>
                  </a:lnTo>
                  <a:cubicBezTo>
                    <a:pt x="297180" y="65723"/>
                    <a:pt x="230505" y="0"/>
                    <a:pt x="148590" y="0"/>
                  </a:cubicBezTo>
                  <a:lnTo>
                    <a:pt x="14859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 name="Google Shape;1155;p44"/>
            <p:cNvSpPr/>
            <p:nvPr/>
          </p:nvSpPr>
          <p:spPr>
            <a:xfrm>
              <a:off x="6800883" y="2823416"/>
              <a:ext cx="295437" cy="212533"/>
            </a:xfrm>
            <a:custGeom>
              <a:rect b="b" l="l" r="r" t="t"/>
              <a:pathLst>
                <a:path extrusionOk="0" h="402907" w="560070">
                  <a:moveTo>
                    <a:pt x="510541" y="230505"/>
                  </a:moveTo>
                  <a:cubicBezTo>
                    <a:pt x="502920" y="230505"/>
                    <a:pt x="495300" y="232410"/>
                    <a:pt x="489585" y="235268"/>
                  </a:cubicBezTo>
                  <a:lnTo>
                    <a:pt x="418148" y="163830"/>
                  </a:lnTo>
                  <a:lnTo>
                    <a:pt x="454343" y="127635"/>
                  </a:lnTo>
                  <a:cubicBezTo>
                    <a:pt x="461010" y="130493"/>
                    <a:pt x="468631" y="132397"/>
                    <a:pt x="475298" y="132397"/>
                  </a:cubicBezTo>
                  <a:cubicBezTo>
                    <a:pt x="487681" y="132397"/>
                    <a:pt x="501016" y="127635"/>
                    <a:pt x="510541" y="118110"/>
                  </a:cubicBezTo>
                  <a:cubicBezTo>
                    <a:pt x="529591" y="99060"/>
                    <a:pt x="529591" y="67628"/>
                    <a:pt x="510541" y="48578"/>
                  </a:cubicBezTo>
                  <a:cubicBezTo>
                    <a:pt x="491491" y="29528"/>
                    <a:pt x="460058" y="29528"/>
                    <a:pt x="441008" y="48578"/>
                  </a:cubicBezTo>
                  <a:cubicBezTo>
                    <a:pt x="431483" y="58103"/>
                    <a:pt x="426720" y="70485"/>
                    <a:pt x="426720" y="83820"/>
                  </a:cubicBezTo>
                  <a:cubicBezTo>
                    <a:pt x="426720" y="91440"/>
                    <a:pt x="428625" y="98107"/>
                    <a:pt x="431483" y="104775"/>
                  </a:cubicBezTo>
                  <a:lnTo>
                    <a:pt x="395288" y="140970"/>
                  </a:lnTo>
                  <a:lnTo>
                    <a:pt x="324803" y="70485"/>
                  </a:lnTo>
                  <a:cubicBezTo>
                    <a:pt x="327660" y="63818"/>
                    <a:pt x="329566" y="57150"/>
                    <a:pt x="329566" y="49530"/>
                  </a:cubicBezTo>
                  <a:cubicBezTo>
                    <a:pt x="329566" y="21907"/>
                    <a:pt x="307658" y="0"/>
                    <a:pt x="280035" y="0"/>
                  </a:cubicBezTo>
                  <a:cubicBezTo>
                    <a:pt x="252413" y="0"/>
                    <a:pt x="230506" y="21907"/>
                    <a:pt x="230506" y="49530"/>
                  </a:cubicBezTo>
                  <a:cubicBezTo>
                    <a:pt x="230506" y="57150"/>
                    <a:pt x="232410" y="64770"/>
                    <a:pt x="235268" y="70485"/>
                  </a:cubicBezTo>
                  <a:lnTo>
                    <a:pt x="164783" y="140970"/>
                  </a:lnTo>
                  <a:lnTo>
                    <a:pt x="128588" y="104775"/>
                  </a:lnTo>
                  <a:cubicBezTo>
                    <a:pt x="131445" y="98107"/>
                    <a:pt x="133350" y="91440"/>
                    <a:pt x="133350" y="83820"/>
                  </a:cubicBezTo>
                  <a:cubicBezTo>
                    <a:pt x="133350" y="70485"/>
                    <a:pt x="128588" y="58103"/>
                    <a:pt x="119063" y="48578"/>
                  </a:cubicBezTo>
                  <a:cubicBezTo>
                    <a:pt x="100013" y="29528"/>
                    <a:pt x="68581" y="29528"/>
                    <a:pt x="49531" y="48578"/>
                  </a:cubicBezTo>
                  <a:cubicBezTo>
                    <a:pt x="30481" y="67628"/>
                    <a:pt x="30481" y="99060"/>
                    <a:pt x="49531" y="118110"/>
                  </a:cubicBezTo>
                  <a:cubicBezTo>
                    <a:pt x="59056" y="127635"/>
                    <a:pt x="71438" y="132397"/>
                    <a:pt x="84773" y="132397"/>
                  </a:cubicBezTo>
                  <a:cubicBezTo>
                    <a:pt x="92393" y="132397"/>
                    <a:pt x="99060" y="130493"/>
                    <a:pt x="105728" y="127635"/>
                  </a:cubicBezTo>
                  <a:lnTo>
                    <a:pt x="141923" y="163830"/>
                  </a:lnTo>
                  <a:lnTo>
                    <a:pt x="70485" y="235268"/>
                  </a:lnTo>
                  <a:cubicBezTo>
                    <a:pt x="63818" y="232410"/>
                    <a:pt x="57150" y="230505"/>
                    <a:pt x="49531" y="230505"/>
                  </a:cubicBezTo>
                  <a:cubicBezTo>
                    <a:pt x="21908" y="230505"/>
                    <a:pt x="0" y="252413"/>
                    <a:pt x="0" y="280035"/>
                  </a:cubicBezTo>
                  <a:cubicBezTo>
                    <a:pt x="0" y="307657"/>
                    <a:pt x="21908" y="329565"/>
                    <a:pt x="49531" y="329565"/>
                  </a:cubicBezTo>
                  <a:cubicBezTo>
                    <a:pt x="57150" y="329565"/>
                    <a:pt x="64770" y="327660"/>
                    <a:pt x="70485" y="324803"/>
                  </a:cubicBezTo>
                  <a:lnTo>
                    <a:pt x="149543" y="402907"/>
                  </a:lnTo>
                  <a:cubicBezTo>
                    <a:pt x="157163" y="395288"/>
                    <a:pt x="165735" y="387668"/>
                    <a:pt x="174308" y="381000"/>
                  </a:cubicBezTo>
                  <a:lnTo>
                    <a:pt x="94298" y="300990"/>
                  </a:lnTo>
                  <a:cubicBezTo>
                    <a:pt x="97156" y="294322"/>
                    <a:pt x="99060" y="287655"/>
                    <a:pt x="99060" y="280035"/>
                  </a:cubicBezTo>
                  <a:cubicBezTo>
                    <a:pt x="99060" y="272415"/>
                    <a:pt x="97156" y="264795"/>
                    <a:pt x="94298" y="259080"/>
                  </a:cubicBezTo>
                  <a:lnTo>
                    <a:pt x="165735" y="187643"/>
                  </a:lnTo>
                  <a:lnTo>
                    <a:pt x="178118" y="200025"/>
                  </a:lnTo>
                  <a:cubicBezTo>
                    <a:pt x="184785" y="191453"/>
                    <a:pt x="192406" y="183832"/>
                    <a:pt x="200978" y="177165"/>
                  </a:cubicBezTo>
                  <a:lnTo>
                    <a:pt x="188595" y="164782"/>
                  </a:lnTo>
                  <a:lnTo>
                    <a:pt x="259081" y="94297"/>
                  </a:lnTo>
                  <a:cubicBezTo>
                    <a:pt x="265748" y="97155"/>
                    <a:pt x="272416" y="99060"/>
                    <a:pt x="280035" y="99060"/>
                  </a:cubicBezTo>
                  <a:cubicBezTo>
                    <a:pt x="287656" y="99060"/>
                    <a:pt x="295275" y="97155"/>
                    <a:pt x="300991" y="94297"/>
                  </a:cubicBezTo>
                  <a:lnTo>
                    <a:pt x="371475" y="164782"/>
                  </a:lnTo>
                  <a:lnTo>
                    <a:pt x="359093" y="177165"/>
                  </a:lnTo>
                  <a:cubicBezTo>
                    <a:pt x="367666" y="183832"/>
                    <a:pt x="375285" y="191453"/>
                    <a:pt x="381953" y="200025"/>
                  </a:cubicBezTo>
                  <a:lnTo>
                    <a:pt x="394335" y="187643"/>
                  </a:lnTo>
                  <a:lnTo>
                    <a:pt x="465773" y="259080"/>
                  </a:lnTo>
                  <a:cubicBezTo>
                    <a:pt x="462916" y="265747"/>
                    <a:pt x="461010" y="272415"/>
                    <a:pt x="461010" y="280035"/>
                  </a:cubicBezTo>
                  <a:cubicBezTo>
                    <a:pt x="461010" y="287655"/>
                    <a:pt x="462916" y="295275"/>
                    <a:pt x="465773" y="300990"/>
                  </a:cubicBezTo>
                  <a:lnTo>
                    <a:pt x="385763" y="381000"/>
                  </a:lnTo>
                  <a:cubicBezTo>
                    <a:pt x="394335" y="387668"/>
                    <a:pt x="402908" y="395288"/>
                    <a:pt x="410528" y="402907"/>
                  </a:cubicBezTo>
                  <a:lnTo>
                    <a:pt x="489585" y="324803"/>
                  </a:lnTo>
                  <a:cubicBezTo>
                    <a:pt x="496253" y="327660"/>
                    <a:pt x="502920" y="329565"/>
                    <a:pt x="510541" y="329565"/>
                  </a:cubicBezTo>
                  <a:cubicBezTo>
                    <a:pt x="538163" y="329565"/>
                    <a:pt x="560070" y="307657"/>
                    <a:pt x="560070" y="280035"/>
                  </a:cubicBezTo>
                  <a:cubicBezTo>
                    <a:pt x="560070" y="252413"/>
                    <a:pt x="538163" y="230505"/>
                    <a:pt x="510541" y="230505"/>
                  </a:cubicBezTo>
                  <a:lnTo>
                    <a:pt x="510541" y="23050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6" name="Google Shape;1156;p44"/>
          <p:cNvGrpSpPr/>
          <p:nvPr/>
        </p:nvGrpSpPr>
        <p:grpSpPr>
          <a:xfrm>
            <a:off x="7494704" y="2823416"/>
            <a:ext cx="298226" cy="297055"/>
            <a:chOff x="7494704" y="2823416"/>
            <a:chExt cx="298226" cy="297055"/>
          </a:xfrm>
        </p:grpSpPr>
        <p:sp>
          <p:nvSpPr>
            <p:cNvPr id="1157" name="Google Shape;1157;p44"/>
            <p:cNvSpPr/>
            <p:nvPr/>
          </p:nvSpPr>
          <p:spPr>
            <a:xfrm>
              <a:off x="7670613" y="2823416"/>
              <a:ext cx="121089" cy="174348"/>
            </a:xfrm>
            <a:custGeom>
              <a:rect b="b" l="l" r="r" t="t"/>
              <a:pathLst>
                <a:path extrusionOk="0" h="330517" w="229552">
                  <a:moveTo>
                    <a:pt x="213360" y="0"/>
                  </a:moveTo>
                  <a:lnTo>
                    <a:pt x="16192" y="0"/>
                  </a:lnTo>
                  <a:cubicBezTo>
                    <a:pt x="6667" y="0"/>
                    <a:pt x="0" y="7620"/>
                    <a:pt x="0" y="16193"/>
                  </a:cubicBezTo>
                  <a:lnTo>
                    <a:pt x="0" y="314325"/>
                  </a:lnTo>
                  <a:cubicBezTo>
                    <a:pt x="0" y="323850"/>
                    <a:pt x="7619" y="330518"/>
                    <a:pt x="16192" y="330518"/>
                  </a:cubicBezTo>
                  <a:lnTo>
                    <a:pt x="213360" y="330518"/>
                  </a:lnTo>
                  <a:cubicBezTo>
                    <a:pt x="222885" y="330518"/>
                    <a:pt x="229552" y="322897"/>
                    <a:pt x="229552" y="314325"/>
                  </a:cubicBezTo>
                  <a:lnTo>
                    <a:pt x="229552" y="16193"/>
                  </a:lnTo>
                  <a:cubicBezTo>
                    <a:pt x="229552" y="7620"/>
                    <a:pt x="221932" y="0"/>
                    <a:pt x="213360" y="0"/>
                  </a:cubicBezTo>
                  <a:lnTo>
                    <a:pt x="213360" y="0"/>
                  </a:lnTo>
                  <a:close/>
                  <a:moveTo>
                    <a:pt x="114300" y="298132"/>
                  </a:moveTo>
                  <a:cubicBezTo>
                    <a:pt x="104775" y="298132"/>
                    <a:pt x="98107" y="290513"/>
                    <a:pt x="98107" y="281940"/>
                  </a:cubicBezTo>
                  <a:cubicBezTo>
                    <a:pt x="98107" y="272415"/>
                    <a:pt x="105727" y="265747"/>
                    <a:pt x="114300" y="265747"/>
                  </a:cubicBezTo>
                  <a:cubicBezTo>
                    <a:pt x="123825" y="265747"/>
                    <a:pt x="130492" y="273368"/>
                    <a:pt x="130492" y="281940"/>
                  </a:cubicBezTo>
                  <a:cubicBezTo>
                    <a:pt x="130492" y="291465"/>
                    <a:pt x="123825" y="298132"/>
                    <a:pt x="114300" y="298132"/>
                  </a:cubicBezTo>
                  <a:lnTo>
                    <a:pt x="114300" y="298132"/>
                  </a:lnTo>
                  <a:close/>
                  <a:moveTo>
                    <a:pt x="130492" y="65722"/>
                  </a:moveTo>
                  <a:lnTo>
                    <a:pt x="97155" y="65722"/>
                  </a:lnTo>
                  <a:cubicBezTo>
                    <a:pt x="87630" y="65722"/>
                    <a:pt x="80963" y="58103"/>
                    <a:pt x="80963" y="49530"/>
                  </a:cubicBezTo>
                  <a:cubicBezTo>
                    <a:pt x="80963" y="40005"/>
                    <a:pt x="88582" y="33338"/>
                    <a:pt x="97155" y="33338"/>
                  </a:cubicBezTo>
                  <a:lnTo>
                    <a:pt x="130492" y="33338"/>
                  </a:lnTo>
                  <a:cubicBezTo>
                    <a:pt x="140017" y="33338"/>
                    <a:pt x="146685" y="40957"/>
                    <a:pt x="146685" y="49530"/>
                  </a:cubicBezTo>
                  <a:cubicBezTo>
                    <a:pt x="147638" y="58103"/>
                    <a:pt x="140017" y="65722"/>
                    <a:pt x="130492" y="65722"/>
                  </a:cubicBezTo>
                  <a:lnTo>
                    <a:pt x="130492" y="6572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 name="Google Shape;1158;p44"/>
            <p:cNvSpPr/>
            <p:nvPr/>
          </p:nvSpPr>
          <p:spPr>
            <a:xfrm>
              <a:off x="7598093" y="3085794"/>
              <a:ext cx="90440" cy="34668"/>
            </a:xfrm>
            <a:custGeom>
              <a:rect b="b" l="l" r="r" t="t"/>
              <a:pathLst>
                <a:path extrusionOk="0" h="65722" w="171450">
                  <a:moveTo>
                    <a:pt x="16192" y="0"/>
                  </a:moveTo>
                  <a:lnTo>
                    <a:pt x="0" y="65722"/>
                  </a:lnTo>
                  <a:lnTo>
                    <a:pt x="171450" y="65722"/>
                  </a:lnTo>
                  <a:lnTo>
                    <a:pt x="155258" y="0"/>
                  </a:lnTo>
                  <a:lnTo>
                    <a:pt x="1619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59" name="Google Shape;1159;p44"/>
            <p:cNvGrpSpPr/>
            <p:nvPr/>
          </p:nvGrpSpPr>
          <p:grpSpPr>
            <a:xfrm>
              <a:off x="7494704" y="2893858"/>
              <a:ext cx="298226" cy="226614"/>
              <a:chOff x="11625441" y="3281362"/>
              <a:chExt cx="564075" cy="428624"/>
            </a:xfrm>
          </p:grpSpPr>
          <p:sp>
            <p:nvSpPr>
              <p:cNvPr id="1160" name="Google Shape;1160;p44"/>
              <p:cNvSpPr/>
              <p:nvPr/>
            </p:nvSpPr>
            <p:spPr>
              <a:xfrm>
                <a:off x="11690984" y="3281362"/>
                <a:ext cx="430529" cy="263842"/>
              </a:xfrm>
              <a:custGeom>
                <a:rect b="b" l="l" r="r" t="t"/>
                <a:pathLst>
                  <a:path extrusionOk="0" h="263842" w="430529">
                    <a:moveTo>
                      <a:pt x="430530" y="263843"/>
                    </a:moveTo>
                    <a:lnTo>
                      <a:pt x="430530" y="230505"/>
                    </a:lnTo>
                    <a:lnTo>
                      <a:pt x="281940" y="230505"/>
                    </a:lnTo>
                    <a:cubicBezTo>
                      <a:pt x="254317" y="230505"/>
                      <a:pt x="232410" y="208597"/>
                      <a:pt x="232410" y="180975"/>
                    </a:cubicBezTo>
                    <a:lnTo>
                      <a:pt x="232410" y="0"/>
                    </a:lnTo>
                    <a:lnTo>
                      <a:pt x="16192" y="0"/>
                    </a:lnTo>
                    <a:cubicBezTo>
                      <a:pt x="6667" y="0"/>
                      <a:pt x="0" y="7620"/>
                      <a:pt x="0" y="16193"/>
                    </a:cubicBezTo>
                    <a:lnTo>
                      <a:pt x="0" y="262890"/>
                    </a:lnTo>
                    <a:lnTo>
                      <a:pt x="430530" y="26289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 name="Google Shape;1161;p44"/>
              <p:cNvSpPr/>
              <p:nvPr/>
            </p:nvSpPr>
            <p:spPr>
              <a:xfrm>
                <a:off x="11625441" y="3578542"/>
                <a:ext cx="564075" cy="131444"/>
              </a:xfrm>
              <a:custGeom>
                <a:rect b="b" l="l" r="r" t="t"/>
                <a:pathLst>
                  <a:path extrusionOk="0" h="131444" w="564075">
                    <a:moveTo>
                      <a:pt x="506550" y="0"/>
                    </a:moveTo>
                    <a:lnTo>
                      <a:pt x="56018" y="0"/>
                    </a:lnTo>
                    <a:lnTo>
                      <a:pt x="1725" y="107632"/>
                    </a:lnTo>
                    <a:cubicBezTo>
                      <a:pt x="-1132" y="112395"/>
                      <a:pt x="-180" y="119063"/>
                      <a:pt x="2678" y="123825"/>
                    </a:cubicBezTo>
                    <a:cubicBezTo>
                      <a:pt x="5535" y="128588"/>
                      <a:pt x="11250" y="131445"/>
                      <a:pt x="16966" y="131445"/>
                    </a:cubicBezTo>
                    <a:lnTo>
                      <a:pt x="161745" y="131445"/>
                    </a:lnTo>
                    <a:lnTo>
                      <a:pt x="183653" y="44767"/>
                    </a:lnTo>
                    <a:cubicBezTo>
                      <a:pt x="185558" y="37147"/>
                      <a:pt x="192225" y="32385"/>
                      <a:pt x="199845" y="32385"/>
                    </a:cubicBezTo>
                    <a:lnTo>
                      <a:pt x="364628" y="32385"/>
                    </a:lnTo>
                    <a:cubicBezTo>
                      <a:pt x="372248" y="32385"/>
                      <a:pt x="378916" y="37147"/>
                      <a:pt x="380820" y="44767"/>
                    </a:cubicBezTo>
                    <a:lnTo>
                      <a:pt x="402728" y="131445"/>
                    </a:lnTo>
                    <a:lnTo>
                      <a:pt x="547508" y="131445"/>
                    </a:lnTo>
                    <a:cubicBezTo>
                      <a:pt x="553223" y="131445"/>
                      <a:pt x="558937" y="128588"/>
                      <a:pt x="561795" y="123825"/>
                    </a:cubicBezTo>
                    <a:cubicBezTo>
                      <a:pt x="564653" y="119063"/>
                      <a:pt x="564653" y="113347"/>
                      <a:pt x="562748" y="107632"/>
                    </a:cubicBezTo>
                    <a:lnTo>
                      <a:pt x="50655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62" name="Google Shape;1162;p44"/>
          <p:cNvGrpSpPr/>
          <p:nvPr/>
        </p:nvGrpSpPr>
        <p:grpSpPr>
          <a:xfrm>
            <a:off x="1350851" y="3498247"/>
            <a:ext cx="296442" cy="296936"/>
            <a:chOff x="1350851" y="3498247"/>
            <a:chExt cx="296442" cy="296936"/>
          </a:xfrm>
        </p:grpSpPr>
        <p:grpSp>
          <p:nvGrpSpPr>
            <p:cNvPr id="1163" name="Google Shape;1163;p44"/>
            <p:cNvGrpSpPr/>
            <p:nvPr/>
          </p:nvGrpSpPr>
          <p:grpSpPr>
            <a:xfrm>
              <a:off x="1370004" y="3628087"/>
              <a:ext cx="256703" cy="167095"/>
              <a:chOff x="40989" y="4670107"/>
              <a:chExt cx="485537" cy="316049"/>
            </a:xfrm>
          </p:grpSpPr>
          <p:sp>
            <p:nvSpPr>
              <p:cNvPr id="1164" name="Google Shape;1164;p44"/>
              <p:cNvSpPr/>
              <p:nvPr/>
            </p:nvSpPr>
            <p:spPr>
              <a:xfrm>
                <a:off x="175292" y="4670107"/>
                <a:ext cx="221694" cy="211586"/>
              </a:xfrm>
              <a:custGeom>
                <a:rect b="b" l="l" r="r" t="t"/>
                <a:pathLst>
                  <a:path extrusionOk="0" h="211586" w="221694">
                    <a:moveTo>
                      <a:pt x="159987" y="209550"/>
                    </a:moveTo>
                    <a:lnTo>
                      <a:pt x="109505" y="182880"/>
                    </a:lnTo>
                    <a:lnTo>
                      <a:pt x="59022" y="209550"/>
                    </a:lnTo>
                    <a:cubicBezTo>
                      <a:pt x="53307" y="212408"/>
                      <a:pt x="46640" y="212408"/>
                      <a:pt x="41877" y="208598"/>
                    </a:cubicBezTo>
                    <a:cubicBezTo>
                      <a:pt x="37115" y="204787"/>
                      <a:pt x="34257" y="199073"/>
                      <a:pt x="35210" y="192405"/>
                    </a:cubicBezTo>
                    <a:lnTo>
                      <a:pt x="44735" y="136208"/>
                    </a:lnTo>
                    <a:lnTo>
                      <a:pt x="4730" y="96202"/>
                    </a:lnTo>
                    <a:cubicBezTo>
                      <a:pt x="-33" y="91440"/>
                      <a:pt x="-985" y="85725"/>
                      <a:pt x="920" y="79058"/>
                    </a:cubicBezTo>
                    <a:cubicBezTo>
                      <a:pt x="2825" y="73342"/>
                      <a:pt x="7587" y="68580"/>
                      <a:pt x="14255" y="67627"/>
                    </a:cubicBezTo>
                    <a:lnTo>
                      <a:pt x="70452" y="59055"/>
                    </a:lnTo>
                    <a:lnTo>
                      <a:pt x="96170" y="8573"/>
                    </a:lnTo>
                    <a:cubicBezTo>
                      <a:pt x="101885" y="-2858"/>
                      <a:pt x="119982" y="-2858"/>
                      <a:pt x="125697" y="8573"/>
                    </a:cubicBezTo>
                    <a:lnTo>
                      <a:pt x="151415" y="59055"/>
                    </a:lnTo>
                    <a:lnTo>
                      <a:pt x="207612" y="67627"/>
                    </a:lnTo>
                    <a:cubicBezTo>
                      <a:pt x="213327" y="68580"/>
                      <a:pt x="219042" y="72390"/>
                      <a:pt x="220947" y="79058"/>
                    </a:cubicBezTo>
                    <a:cubicBezTo>
                      <a:pt x="222852" y="84773"/>
                      <a:pt x="220947" y="91440"/>
                      <a:pt x="217137" y="96202"/>
                    </a:cubicBezTo>
                    <a:lnTo>
                      <a:pt x="177132" y="136208"/>
                    </a:lnTo>
                    <a:lnTo>
                      <a:pt x="186657" y="192405"/>
                    </a:lnTo>
                    <a:cubicBezTo>
                      <a:pt x="187610" y="198120"/>
                      <a:pt x="184752" y="204787"/>
                      <a:pt x="179990" y="208598"/>
                    </a:cubicBezTo>
                    <a:cubicBezTo>
                      <a:pt x="172370" y="211455"/>
                      <a:pt x="165702" y="212408"/>
                      <a:pt x="159987" y="209550"/>
                    </a:cubicBezTo>
                    <a:lnTo>
                      <a:pt x="159987" y="20955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 name="Google Shape;1165;p44"/>
              <p:cNvSpPr/>
              <p:nvPr/>
            </p:nvSpPr>
            <p:spPr>
              <a:xfrm>
                <a:off x="40989" y="4834889"/>
                <a:ext cx="156924" cy="151267"/>
              </a:xfrm>
              <a:custGeom>
                <a:rect b="b" l="l" r="r" t="t"/>
                <a:pathLst>
                  <a:path extrusionOk="0" h="151267" w="156924">
                    <a:moveTo>
                      <a:pt x="110457" y="149542"/>
                    </a:moveTo>
                    <a:lnTo>
                      <a:pt x="79025" y="133350"/>
                    </a:lnTo>
                    <a:lnTo>
                      <a:pt x="47592" y="149542"/>
                    </a:lnTo>
                    <a:cubicBezTo>
                      <a:pt x="41877" y="152400"/>
                      <a:pt x="35210" y="151448"/>
                      <a:pt x="30447" y="148590"/>
                    </a:cubicBezTo>
                    <a:cubicBezTo>
                      <a:pt x="25685" y="144780"/>
                      <a:pt x="22827" y="139065"/>
                      <a:pt x="23780" y="132398"/>
                    </a:cubicBezTo>
                    <a:lnTo>
                      <a:pt x="29495" y="98108"/>
                    </a:lnTo>
                    <a:lnTo>
                      <a:pt x="4730" y="73342"/>
                    </a:lnTo>
                    <a:cubicBezTo>
                      <a:pt x="-33" y="68580"/>
                      <a:pt x="-985" y="62865"/>
                      <a:pt x="920" y="56198"/>
                    </a:cubicBezTo>
                    <a:cubicBezTo>
                      <a:pt x="2825" y="50483"/>
                      <a:pt x="7587" y="45720"/>
                      <a:pt x="14255" y="44767"/>
                    </a:cubicBezTo>
                    <a:lnTo>
                      <a:pt x="48545" y="40005"/>
                    </a:lnTo>
                    <a:lnTo>
                      <a:pt x="63785" y="8573"/>
                    </a:lnTo>
                    <a:cubicBezTo>
                      <a:pt x="69500" y="-2858"/>
                      <a:pt x="87597" y="-2858"/>
                      <a:pt x="93312" y="8573"/>
                    </a:cubicBezTo>
                    <a:lnTo>
                      <a:pt x="108552" y="40005"/>
                    </a:lnTo>
                    <a:lnTo>
                      <a:pt x="142842" y="44767"/>
                    </a:lnTo>
                    <a:cubicBezTo>
                      <a:pt x="148557" y="45720"/>
                      <a:pt x="154272" y="50483"/>
                      <a:pt x="156177" y="56198"/>
                    </a:cubicBezTo>
                    <a:cubicBezTo>
                      <a:pt x="158082" y="61913"/>
                      <a:pt x="156177" y="68580"/>
                      <a:pt x="152367" y="73342"/>
                    </a:cubicBezTo>
                    <a:lnTo>
                      <a:pt x="127602" y="98108"/>
                    </a:lnTo>
                    <a:lnTo>
                      <a:pt x="133317" y="132398"/>
                    </a:lnTo>
                    <a:cubicBezTo>
                      <a:pt x="134270" y="138113"/>
                      <a:pt x="131412" y="144780"/>
                      <a:pt x="126650" y="148590"/>
                    </a:cubicBezTo>
                    <a:cubicBezTo>
                      <a:pt x="122840" y="151448"/>
                      <a:pt x="116172" y="152400"/>
                      <a:pt x="110457" y="149542"/>
                    </a:cubicBezTo>
                    <a:lnTo>
                      <a:pt x="110457" y="14954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 name="Google Shape;1166;p44"/>
              <p:cNvSpPr/>
              <p:nvPr/>
            </p:nvSpPr>
            <p:spPr>
              <a:xfrm>
                <a:off x="369602" y="4834889"/>
                <a:ext cx="156924" cy="151267"/>
              </a:xfrm>
              <a:custGeom>
                <a:rect b="b" l="l" r="r" t="t"/>
                <a:pathLst>
                  <a:path extrusionOk="0" h="151267" w="156924">
                    <a:moveTo>
                      <a:pt x="110457" y="149542"/>
                    </a:moveTo>
                    <a:lnTo>
                      <a:pt x="79025" y="133350"/>
                    </a:lnTo>
                    <a:lnTo>
                      <a:pt x="47592" y="149542"/>
                    </a:lnTo>
                    <a:cubicBezTo>
                      <a:pt x="41877" y="152400"/>
                      <a:pt x="35210" y="151448"/>
                      <a:pt x="30447" y="148590"/>
                    </a:cubicBezTo>
                    <a:cubicBezTo>
                      <a:pt x="25685" y="144780"/>
                      <a:pt x="22827" y="139065"/>
                      <a:pt x="23780" y="132398"/>
                    </a:cubicBezTo>
                    <a:lnTo>
                      <a:pt x="29495" y="98108"/>
                    </a:lnTo>
                    <a:lnTo>
                      <a:pt x="4730" y="73342"/>
                    </a:lnTo>
                    <a:cubicBezTo>
                      <a:pt x="-33" y="68580"/>
                      <a:pt x="-985" y="62865"/>
                      <a:pt x="920" y="56198"/>
                    </a:cubicBezTo>
                    <a:cubicBezTo>
                      <a:pt x="2825" y="50483"/>
                      <a:pt x="7587" y="45720"/>
                      <a:pt x="14255" y="44767"/>
                    </a:cubicBezTo>
                    <a:lnTo>
                      <a:pt x="48545" y="40005"/>
                    </a:lnTo>
                    <a:lnTo>
                      <a:pt x="63785" y="8573"/>
                    </a:lnTo>
                    <a:cubicBezTo>
                      <a:pt x="69500" y="-2858"/>
                      <a:pt x="87597" y="-2858"/>
                      <a:pt x="93312" y="8573"/>
                    </a:cubicBezTo>
                    <a:lnTo>
                      <a:pt x="108552" y="40005"/>
                    </a:lnTo>
                    <a:lnTo>
                      <a:pt x="142842" y="44767"/>
                    </a:lnTo>
                    <a:cubicBezTo>
                      <a:pt x="148557" y="45720"/>
                      <a:pt x="154272" y="50483"/>
                      <a:pt x="156177" y="56198"/>
                    </a:cubicBezTo>
                    <a:cubicBezTo>
                      <a:pt x="158082" y="61913"/>
                      <a:pt x="156177" y="68580"/>
                      <a:pt x="152367" y="73342"/>
                    </a:cubicBezTo>
                    <a:lnTo>
                      <a:pt x="127602" y="98108"/>
                    </a:lnTo>
                    <a:lnTo>
                      <a:pt x="133317" y="132398"/>
                    </a:lnTo>
                    <a:cubicBezTo>
                      <a:pt x="134270" y="138113"/>
                      <a:pt x="131412" y="144780"/>
                      <a:pt x="126650" y="148590"/>
                    </a:cubicBezTo>
                    <a:cubicBezTo>
                      <a:pt x="122840" y="151448"/>
                      <a:pt x="116172" y="152400"/>
                      <a:pt x="110457" y="149542"/>
                    </a:cubicBezTo>
                    <a:lnTo>
                      <a:pt x="110457" y="14954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67" name="Google Shape;1167;p44"/>
            <p:cNvSpPr/>
            <p:nvPr/>
          </p:nvSpPr>
          <p:spPr>
            <a:xfrm>
              <a:off x="1350851" y="3498247"/>
              <a:ext cx="158772" cy="52254"/>
            </a:xfrm>
            <a:custGeom>
              <a:rect b="b" l="l" r="r" t="t"/>
              <a:pathLst>
                <a:path extrusionOk="0" h="99059" w="300990">
                  <a:moveTo>
                    <a:pt x="267653" y="99060"/>
                  </a:moveTo>
                  <a:lnTo>
                    <a:pt x="300990" y="0"/>
                  </a:lnTo>
                  <a:lnTo>
                    <a:pt x="16193" y="0"/>
                  </a:lnTo>
                  <a:cubicBezTo>
                    <a:pt x="6668" y="0"/>
                    <a:pt x="0" y="7620"/>
                    <a:pt x="0" y="16193"/>
                  </a:cubicBezTo>
                  <a:lnTo>
                    <a:pt x="0" y="98107"/>
                  </a:lnTo>
                  <a:lnTo>
                    <a:pt x="267653" y="98107"/>
                  </a:lnTo>
                  <a:close/>
                  <a:moveTo>
                    <a:pt x="214313" y="33338"/>
                  </a:moveTo>
                  <a:cubicBezTo>
                    <a:pt x="223838" y="33338"/>
                    <a:pt x="230505" y="40957"/>
                    <a:pt x="230505" y="49530"/>
                  </a:cubicBezTo>
                  <a:cubicBezTo>
                    <a:pt x="230505" y="59055"/>
                    <a:pt x="222885" y="65722"/>
                    <a:pt x="214313" y="65722"/>
                  </a:cubicBezTo>
                  <a:cubicBezTo>
                    <a:pt x="205740" y="65722"/>
                    <a:pt x="198120" y="58103"/>
                    <a:pt x="198120" y="49530"/>
                  </a:cubicBezTo>
                  <a:cubicBezTo>
                    <a:pt x="197168" y="40005"/>
                    <a:pt x="204788" y="33338"/>
                    <a:pt x="214313" y="33338"/>
                  </a:cubicBezTo>
                  <a:lnTo>
                    <a:pt x="214313" y="33338"/>
                  </a:lnTo>
                  <a:close/>
                  <a:moveTo>
                    <a:pt x="148590" y="33338"/>
                  </a:moveTo>
                  <a:cubicBezTo>
                    <a:pt x="158115" y="33338"/>
                    <a:pt x="164783" y="40957"/>
                    <a:pt x="164783" y="49530"/>
                  </a:cubicBezTo>
                  <a:cubicBezTo>
                    <a:pt x="164783" y="59055"/>
                    <a:pt x="157163" y="65722"/>
                    <a:pt x="148590" y="65722"/>
                  </a:cubicBezTo>
                  <a:cubicBezTo>
                    <a:pt x="140018" y="65722"/>
                    <a:pt x="132398" y="58103"/>
                    <a:pt x="132398" y="49530"/>
                  </a:cubicBezTo>
                  <a:cubicBezTo>
                    <a:pt x="131445" y="40005"/>
                    <a:pt x="139065" y="33338"/>
                    <a:pt x="148590" y="33338"/>
                  </a:cubicBezTo>
                  <a:lnTo>
                    <a:pt x="148590" y="33338"/>
                  </a:lnTo>
                  <a:close/>
                  <a:moveTo>
                    <a:pt x="81915" y="33338"/>
                  </a:moveTo>
                  <a:cubicBezTo>
                    <a:pt x="91440" y="33338"/>
                    <a:pt x="98108" y="40957"/>
                    <a:pt x="98108" y="49530"/>
                  </a:cubicBezTo>
                  <a:cubicBezTo>
                    <a:pt x="98108" y="59055"/>
                    <a:pt x="90488" y="65722"/>
                    <a:pt x="81915" y="65722"/>
                  </a:cubicBezTo>
                  <a:cubicBezTo>
                    <a:pt x="72390" y="65722"/>
                    <a:pt x="65723" y="58103"/>
                    <a:pt x="65723" y="49530"/>
                  </a:cubicBezTo>
                  <a:cubicBezTo>
                    <a:pt x="65723" y="40005"/>
                    <a:pt x="73343" y="33338"/>
                    <a:pt x="81915" y="33338"/>
                  </a:cubicBezTo>
                  <a:lnTo>
                    <a:pt x="81915"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 name="Google Shape;1168;p44"/>
            <p:cNvSpPr/>
            <p:nvPr/>
          </p:nvSpPr>
          <p:spPr>
            <a:xfrm>
              <a:off x="1350851" y="3498247"/>
              <a:ext cx="296442" cy="189421"/>
            </a:xfrm>
            <a:custGeom>
              <a:rect b="b" l="l" r="r" t="t"/>
              <a:pathLst>
                <a:path extrusionOk="0" h="359092" w="561975">
                  <a:moveTo>
                    <a:pt x="545783" y="0"/>
                  </a:moveTo>
                  <a:lnTo>
                    <a:pt x="336233" y="0"/>
                  </a:lnTo>
                  <a:lnTo>
                    <a:pt x="295275" y="120015"/>
                  </a:lnTo>
                  <a:cubicBezTo>
                    <a:pt x="293370" y="126682"/>
                    <a:pt x="286703" y="131445"/>
                    <a:pt x="280035" y="131445"/>
                  </a:cubicBezTo>
                  <a:lnTo>
                    <a:pt x="0" y="131445"/>
                  </a:lnTo>
                  <a:lnTo>
                    <a:pt x="0" y="342900"/>
                  </a:lnTo>
                  <a:cubicBezTo>
                    <a:pt x="0" y="352425"/>
                    <a:pt x="7620" y="359093"/>
                    <a:pt x="16193" y="359093"/>
                  </a:cubicBezTo>
                  <a:lnTo>
                    <a:pt x="147638" y="359093"/>
                  </a:lnTo>
                  <a:cubicBezTo>
                    <a:pt x="137160" y="345757"/>
                    <a:pt x="133350" y="329565"/>
                    <a:pt x="139065" y="313372"/>
                  </a:cubicBezTo>
                  <a:cubicBezTo>
                    <a:pt x="144780" y="295275"/>
                    <a:pt x="160020" y="282893"/>
                    <a:pt x="179070" y="280035"/>
                  </a:cubicBezTo>
                  <a:lnTo>
                    <a:pt x="218123" y="274320"/>
                  </a:lnTo>
                  <a:lnTo>
                    <a:pt x="236220" y="239078"/>
                  </a:lnTo>
                  <a:cubicBezTo>
                    <a:pt x="244793" y="222885"/>
                    <a:pt x="260985" y="212407"/>
                    <a:pt x="280035" y="212407"/>
                  </a:cubicBezTo>
                  <a:cubicBezTo>
                    <a:pt x="299085" y="212407"/>
                    <a:pt x="316230" y="222885"/>
                    <a:pt x="323850" y="239078"/>
                  </a:cubicBezTo>
                  <a:lnTo>
                    <a:pt x="341948" y="274320"/>
                  </a:lnTo>
                  <a:lnTo>
                    <a:pt x="381000" y="280035"/>
                  </a:lnTo>
                  <a:cubicBezTo>
                    <a:pt x="400050" y="282893"/>
                    <a:pt x="415290" y="295275"/>
                    <a:pt x="421005" y="313372"/>
                  </a:cubicBezTo>
                  <a:cubicBezTo>
                    <a:pt x="426720" y="329565"/>
                    <a:pt x="422910" y="346710"/>
                    <a:pt x="412433" y="359093"/>
                  </a:cubicBezTo>
                  <a:lnTo>
                    <a:pt x="545783" y="359093"/>
                  </a:lnTo>
                  <a:cubicBezTo>
                    <a:pt x="555308" y="359093"/>
                    <a:pt x="561975" y="351472"/>
                    <a:pt x="561975" y="342900"/>
                  </a:cubicBezTo>
                  <a:lnTo>
                    <a:pt x="561975" y="16193"/>
                  </a:lnTo>
                  <a:cubicBezTo>
                    <a:pt x="561975" y="7620"/>
                    <a:pt x="554355" y="0"/>
                    <a:pt x="545783" y="0"/>
                  </a:cubicBezTo>
                  <a:lnTo>
                    <a:pt x="545783" y="0"/>
                  </a:lnTo>
                  <a:close/>
                  <a:moveTo>
                    <a:pt x="444818" y="195263"/>
                  </a:moveTo>
                  <a:lnTo>
                    <a:pt x="115253" y="195263"/>
                  </a:lnTo>
                  <a:cubicBezTo>
                    <a:pt x="105728" y="195263"/>
                    <a:pt x="99060" y="187643"/>
                    <a:pt x="99060" y="179070"/>
                  </a:cubicBezTo>
                  <a:cubicBezTo>
                    <a:pt x="99060" y="169545"/>
                    <a:pt x="106680" y="162878"/>
                    <a:pt x="115253" y="162878"/>
                  </a:cubicBezTo>
                  <a:lnTo>
                    <a:pt x="444818" y="162878"/>
                  </a:lnTo>
                  <a:cubicBezTo>
                    <a:pt x="454343" y="162878"/>
                    <a:pt x="461010" y="170497"/>
                    <a:pt x="461010" y="179070"/>
                  </a:cubicBezTo>
                  <a:cubicBezTo>
                    <a:pt x="461010" y="187643"/>
                    <a:pt x="453390" y="195263"/>
                    <a:pt x="444818" y="195263"/>
                  </a:cubicBezTo>
                  <a:lnTo>
                    <a:pt x="444818" y="19526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9" name="Google Shape;1169;p44"/>
          <p:cNvGrpSpPr/>
          <p:nvPr/>
        </p:nvGrpSpPr>
        <p:grpSpPr>
          <a:xfrm>
            <a:off x="2040792" y="3498247"/>
            <a:ext cx="296442" cy="297044"/>
            <a:chOff x="2040792" y="3498247"/>
            <a:chExt cx="296442" cy="297044"/>
          </a:xfrm>
        </p:grpSpPr>
        <p:sp>
          <p:nvSpPr>
            <p:cNvPr id="1170" name="Google Shape;1170;p44"/>
            <p:cNvSpPr/>
            <p:nvPr/>
          </p:nvSpPr>
          <p:spPr>
            <a:xfrm>
              <a:off x="2093670" y="3654868"/>
              <a:ext cx="69337" cy="86923"/>
            </a:xfrm>
            <a:custGeom>
              <a:rect b="b" l="l" r="r" t="t"/>
              <a:pathLst>
                <a:path extrusionOk="0" h="164782" w="131445">
                  <a:moveTo>
                    <a:pt x="131445" y="0"/>
                  </a:moveTo>
                  <a:lnTo>
                    <a:pt x="49530" y="0"/>
                  </a:lnTo>
                  <a:cubicBezTo>
                    <a:pt x="21908" y="0"/>
                    <a:pt x="0" y="21907"/>
                    <a:pt x="0" y="49530"/>
                  </a:cubicBezTo>
                  <a:lnTo>
                    <a:pt x="0" y="115253"/>
                  </a:lnTo>
                  <a:cubicBezTo>
                    <a:pt x="0" y="142875"/>
                    <a:pt x="21908" y="164782"/>
                    <a:pt x="49530" y="164782"/>
                  </a:cubicBezTo>
                  <a:lnTo>
                    <a:pt x="131445" y="164782"/>
                  </a:lnTo>
                  <a:lnTo>
                    <a:pt x="131445"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 name="Google Shape;1171;p44"/>
            <p:cNvSpPr/>
            <p:nvPr/>
          </p:nvSpPr>
          <p:spPr>
            <a:xfrm>
              <a:off x="2180291" y="3637539"/>
              <a:ext cx="69839" cy="122282"/>
            </a:xfrm>
            <a:custGeom>
              <a:rect b="b" l="l" r="r" t="t"/>
              <a:pathLst>
                <a:path extrusionOk="0" h="231814" w="132397">
                  <a:moveTo>
                    <a:pt x="121920" y="1342"/>
                  </a:moveTo>
                  <a:cubicBezTo>
                    <a:pt x="116205" y="-1515"/>
                    <a:pt x="108585" y="390"/>
                    <a:pt x="103823" y="5153"/>
                  </a:cubicBezTo>
                  <a:cubicBezTo>
                    <a:pt x="85725" y="23250"/>
                    <a:pt x="60960" y="33728"/>
                    <a:pt x="36195" y="33728"/>
                  </a:cubicBezTo>
                  <a:lnTo>
                    <a:pt x="0" y="33728"/>
                  </a:lnTo>
                  <a:lnTo>
                    <a:pt x="0" y="198510"/>
                  </a:lnTo>
                  <a:lnTo>
                    <a:pt x="36195" y="198510"/>
                  </a:lnTo>
                  <a:cubicBezTo>
                    <a:pt x="60960" y="198510"/>
                    <a:pt x="85725" y="208988"/>
                    <a:pt x="103823" y="227085"/>
                  </a:cubicBezTo>
                  <a:cubicBezTo>
                    <a:pt x="108585" y="231848"/>
                    <a:pt x="115253" y="232800"/>
                    <a:pt x="121920" y="230895"/>
                  </a:cubicBezTo>
                  <a:cubicBezTo>
                    <a:pt x="127635" y="228038"/>
                    <a:pt x="132398" y="222323"/>
                    <a:pt x="132398" y="215655"/>
                  </a:cubicBezTo>
                  <a:lnTo>
                    <a:pt x="132398" y="18488"/>
                  </a:lnTo>
                  <a:cubicBezTo>
                    <a:pt x="132398" y="9915"/>
                    <a:pt x="128588" y="4200"/>
                    <a:pt x="121920" y="1342"/>
                  </a:cubicBezTo>
                  <a:lnTo>
                    <a:pt x="121920" y="134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 name="Google Shape;1172;p44"/>
            <p:cNvSpPr/>
            <p:nvPr/>
          </p:nvSpPr>
          <p:spPr>
            <a:xfrm>
              <a:off x="2041295" y="3498247"/>
              <a:ext cx="159274" cy="52254"/>
            </a:xfrm>
            <a:custGeom>
              <a:rect b="b" l="l" r="r" t="t"/>
              <a:pathLst>
                <a:path extrusionOk="0" h="99059" w="301942">
                  <a:moveTo>
                    <a:pt x="268605" y="99060"/>
                  </a:moveTo>
                  <a:lnTo>
                    <a:pt x="301942" y="0"/>
                  </a:lnTo>
                  <a:lnTo>
                    <a:pt x="16192" y="0"/>
                  </a:lnTo>
                  <a:cubicBezTo>
                    <a:pt x="6667" y="0"/>
                    <a:pt x="0" y="7620"/>
                    <a:pt x="0" y="16193"/>
                  </a:cubicBezTo>
                  <a:lnTo>
                    <a:pt x="0" y="98107"/>
                  </a:lnTo>
                  <a:lnTo>
                    <a:pt x="268605" y="98107"/>
                  </a:lnTo>
                  <a:close/>
                  <a:moveTo>
                    <a:pt x="214313" y="33338"/>
                  </a:moveTo>
                  <a:cubicBezTo>
                    <a:pt x="223838" y="33338"/>
                    <a:pt x="230505" y="40957"/>
                    <a:pt x="230505" y="49530"/>
                  </a:cubicBezTo>
                  <a:cubicBezTo>
                    <a:pt x="230505" y="59055"/>
                    <a:pt x="222885" y="65722"/>
                    <a:pt x="214313" y="65722"/>
                  </a:cubicBezTo>
                  <a:cubicBezTo>
                    <a:pt x="205740" y="65722"/>
                    <a:pt x="198120" y="58103"/>
                    <a:pt x="198120" y="49530"/>
                  </a:cubicBezTo>
                  <a:cubicBezTo>
                    <a:pt x="198120" y="40005"/>
                    <a:pt x="204788" y="33338"/>
                    <a:pt x="214313" y="33338"/>
                  </a:cubicBezTo>
                  <a:lnTo>
                    <a:pt x="214313" y="33338"/>
                  </a:lnTo>
                  <a:close/>
                  <a:moveTo>
                    <a:pt x="148590" y="33338"/>
                  </a:moveTo>
                  <a:cubicBezTo>
                    <a:pt x="158115" y="33338"/>
                    <a:pt x="164782" y="40957"/>
                    <a:pt x="164782" y="49530"/>
                  </a:cubicBezTo>
                  <a:cubicBezTo>
                    <a:pt x="164782" y="59055"/>
                    <a:pt x="157163" y="65722"/>
                    <a:pt x="148590" y="65722"/>
                  </a:cubicBezTo>
                  <a:cubicBezTo>
                    <a:pt x="140017" y="65722"/>
                    <a:pt x="132397" y="58103"/>
                    <a:pt x="132397" y="49530"/>
                  </a:cubicBezTo>
                  <a:cubicBezTo>
                    <a:pt x="131445" y="40005"/>
                    <a:pt x="139065" y="33338"/>
                    <a:pt x="148590" y="33338"/>
                  </a:cubicBezTo>
                  <a:lnTo>
                    <a:pt x="148590" y="33338"/>
                  </a:lnTo>
                  <a:close/>
                  <a:moveTo>
                    <a:pt x="82867" y="33338"/>
                  </a:moveTo>
                  <a:cubicBezTo>
                    <a:pt x="92392" y="33338"/>
                    <a:pt x="99060" y="40957"/>
                    <a:pt x="99060" y="49530"/>
                  </a:cubicBezTo>
                  <a:cubicBezTo>
                    <a:pt x="99060" y="59055"/>
                    <a:pt x="91440" y="65722"/>
                    <a:pt x="82867" y="65722"/>
                  </a:cubicBezTo>
                  <a:cubicBezTo>
                    <a:pt x="74295" y="65722"/>
                    <a:pt x="66675" y="58103"/>
                    <a:pt x="66675" y="49530"/>
                  </a:cubicBezTo>
                  <a:cubicBezTo>
                    <a:pt x="65722" y="40005"/>
                    <a:pt x="73342" y="33338"/>
                    <a:pt x="82867" y="33338"/>
                  </a:cubicBezTo>
                  <a:lnTo>
                    <a:pt x="82867"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 name="Google Shape;1173;p44"/>
            <p:cNvSpPr/>
            <p:nvPr/>
          </p:nvSpPr>
          <p:spPr>
            <a:xfrm>
              <a:off x="2040792" y="3498247"/>
              <a:ext cx="296442" cy="208514"/>
            </a:xfrm>
            <a:custGeom>
              <a:rect b="b" l="l" r="r" t="t"/>
              <a:pathLst>
                <a:path extrusionOk="0" h="395287" w="561975">
                  <a:moveTo>
                    <a:pt x="545783" y="0"/>
                  </a:moveTo>
                  <a:lnTo>
                    <a:pt x="337185" y="0"/>
                  </a:lnTo>
                  <a:lnTo>
                    <a:pt x="297180" y="120015"/>
                  </a:lnTo>
                  <a:cubicBezTo>
                    <a:pt x="295275" y="126682"/>
                    <a:pt x="288608" y="131445"/>
                    <a:pt x="281940" y="131445"/>
                  </a:cubicBezTo>
                  <a:lnTo>
                    <a:pt x="0" y="131445"/>
                  </a:lnTo>
                  <a:lnTo>
                    <a:pt x="0" y="378143"/>
                  </a:lnTo>
                  <a:cubicBezTo>
                    <a:pt x="0" y="387668"/>
                    <a:pt x="7620" y="394335"/>
                    <a:pt x="16192" y="394335"/>
                  </a:cubicBezTo>
                  <a:lnTo>
                    <a:pt x="66675" y="394335"/>
                  </a:lnTo>
                  <a:lnTo>
                    <a:pt x="66675" y="344805"/>
                  </a:lnTo>
                  <a:cubicBezTo>
                    <a:pt x="66675" y="299085"/>
                    <a:pt x="103822" y="262890"/>
                    <a:pt x="148590" y="262890"/>
                  </a:cubicBezTo>
                  <a:lnTo>
                    <a:pt x="300038" y="262890"/>
                  </a:lnTo>
                  <a:cubicBezTo>
                    <a:pt x="316230" y="262890"/>
                    <a:pt x="332422" y="256222"/>
                    <a:pt x="344805" y="244793"/>
                  </a:cubicBezTo>
                  <a:cubicBezTo>
                    <a:pt x="360045" y="229553"/>
                    <a:pt x="381000" y="226695"/>
                    <a:pt x="399097" y="234315"/>
                  </a:cubicBezTo>
                  <a:cubicBezTo>
                    <a:pt x="417195" y="241935"/>
                    <a:pt x="429578" y="260032"/>
                    <a:pt x="429578" y="280035"/>
                  </a:cubicBezTo>
                  <a:lnTo>
                    <a:pt x="429578" y="313372"/>
                  </a:lnTo>
                  <a:cubicBezTo>
                    <a:pt x="429578" y="309563"/>
                    <a:pt x="431483" y="304800"/>
                    <a:pt x="434340" y="301943"/>
                  </a:cubicBezTo>
                  <a:lnTo>
                    <a:pt x="467678" y="268605"/>
                  </a:lnTo>
                  <a:cubicBezTo>
                    <a:pt x="474345" y="261938"/>
                    <a:pt x="484822" y="261938"/>
                    <a:pt x="490538" y="268605"/>
                  </a:cubicBezTo>
                  <a:cubicBezTo>
                    <a:pt x="497205" y="275272"/>
                    <a:pt x="497205" y="285750"/>
                    <a:pt x="490538" y="291465"/>
                  </a:cubicBezTo>
                  <a:lnTo>
                    <a:pt x="457200" y="324803"/>
                  </a:lnTo>
                  <a:cubicBezTo>
                    <a:pt x="450533" y="331470"/>
                    <a:pt x="440055" y="331470"/>
                    <a:pt x="434340" y="324803"/>
                  </a:cubicBezTo>
                  <a:cubicBezTo>
                    <a:pt x="431483" y="321945"/>
                    <a:pt x="429578" y="317182"/>
                    <a:pt x="429578" y="313372"/>
                  </a:cubicBezTo>
                  <a:lnTo>
                    <a:pt x="429578" y="395288"/>
                  </a:lnTo>
                  <a:lnTo>
                    <a:pt x="545783" y="395288"/>
                  </a:lnTo>
                  <a:cubicBezTo>
                    <a:pt x="555308" y="395288"/>
                    <a:pt x="561975" y="387668"/>
                    <a:pt x="561975" y="379095"/>
                  </a:cubicBezTo>
                  <a:lnTo>
                    <a:pt x="561975" y="17145"/>
                  </a:lnTo>
                  <a:cubicBezTo>
                    <a:pt x="561975" y="7620"/>
                    <a:pt x="554355" y="0"/>
                    <a:pt x="545783" y="0"/>
                  </a:cubicBezTo>
                  <a:lnTo>
                    <a:pt x="545783" y="0"/>
                  </a:lnTo>
                  <a:close/>
                  <a:moveTo>
                    <a:pt x="445770" y="197168"/>
                  </a:moveTo>
                  <a:lnTo>
                    <a:pt x="116205" y="197168"/>
                  </a:lnTo>
                  <a:cubicBezTo>
                    <a:pt x="106680" y="197168"/>
                    <a:pt x="100013" y="189547"/>
                    <a:pt x="100013" y="180975"/>
                  </a:cubicBezTo>
                  <a:cubicBezTo>
                    <a:pt x="100013" y="171450"/>
                    <a:pt x="107633" y="164782"/>
                    <a:pt x="116205" y="164782"/>
                  </a:cubicBezTo>
                  <a:lnTo>
                    <a:pt x="445770" y="164782"/>
                  </a:lnTo>
                  <a:cubicBezTo>
                    <a:pt x="455295" y="164782"/>
                    <a:pt x="461963" y="172403"/>
                    <a:pt x="461963" y="180975"/>
                  </a:cubicBezTo>
                  <a:cubicBezTo>
                    <a:pt x="461963" y="190500"/>
                    <a:pt x="454342" y="197168"/>
                    <a:pt x="445770" y="197168"/>
                  </a:cubicBezTo>
                  <a:lnTo>
                    <a:pt x="445770" y="19716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 name="Google Shape;1174;p44"/>
            <p:cNvSpPr/>
            <p:nvPr/>
          </p:nvSpPr>
          <p:spPr>
            <a:xfrm>
              <a:off x="2267289" y="3724240"/>
              <a:ext cx="34919" cy="34919"/>
            </a:xfrm>
            <a:custGeom>
              <a:rect b="b" l="l" r="r" t="t"/>
              <a:pathLst>
                <a:path extrusionOk="0" h="66198" w="66198">
                  <a:moveTo>
                    <a:pt x="38338" y="61198"/>
                  </a:moveTo>
                  <a:lnTo>
                    <a:pt x="5001" y="27860"/>
                  </a:lnTo>
                  <a:cubicBezTo>
                    <a:pt x="-1667" y="21193"/>
                    <a:pt x="-1667" y="10716"/>
                    <a:pt x="5001" y="5000"/>
                  </a:cubicBezTo>
                  <a:cubicBezTo>
                    <a:pt x="11668" y="-1667"/>
                    <a:pt x="22146" y="-1667"/>
                    <a:pt x="27861" y="5000"/>
                  </a:cubicBezTo>
                  <a:lnTo>
                    <a:pt x="61198" y="38338"/>
                  </a:lnTo>
                  <a:cubicBezTo>
                    <a:pt x="67866" y="45006"/>
                    <a:pt x="67866" y="55483"/>
                    <a:pt x="61198" y="61198"/>
                  </a:cubicBezTo>
                  <a:cubicBezTo>
                    <a:pt x="55483" y="67866"/>
                    <a:pt x="45006" y="67866"/>
                    <a:pt x="38338" y="61198"/>
                  </a:cubicBezTo>
                  <a:lnTo>
                    <a:pt x="38338" y="6119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 name="Google Shape;1175;p44"/>
            <p:cNvSpPr/>
            <p:nvPr/>
          </p:nvSpPr>
          <p:spPr>
            <a:xfrm>
              <a:off x="2110793" y="3759618"/>
              <a:ext cx="51751" cy="35673"/>
            </a:xfrm>
            <a:custGeom>
              <a:rect b="b" l="l" r="r" t="t"/>
              <a:pathLst>
                <a:path extrusionOk="0" h="67627" w="98107">
                  <a:moveTo>
                    <a:pt x="0" y="0"/>
                  </a:moveTo>
                  <a:lnTo>
                    <a:pt x="0" y="51435"/>
                  </a:lnTo>
                  <a:cubicBezTo>
                    <a:pt x="0" y="60960"/>
                    <a:pt x="7620" y="67628"/>
                    <a:pt x="16193" y="67628"/>
                  </a:cubicBezTo>
                  <a:lnTo>
                    <a:pt x="81915" y="67628"/>
                  </a:lnTo>
                  <a:cubicBezTo>
                    <a:pt x="91440" y="67628"/>
                    <a:pt x="98108" y="60008"/>
                    <a:pt x="98108" y="51435"/>
                  </a:cubicBezTo>
                  <a:lnTo>
                    <a:pt x="98108" y="0"/>
                  </a:ln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6" name="Google Shape;1176;p44"/>
          <p:cNvGrpSpPr/>
          <p:nvPr/>
        </p:nvGrpSpPr>
        <p:grpSpPr>
          <a:xfrm>
            <a:off x="2730733" y="3508822"/>
            <a:ext cx="297608" cy="278856"/>
            <a:chOff x="2730733" y="3508822"/>
            <a:chExt cx="297608" cy="278856"/>
          </a:xfrm>
        </p:grpSpPr>
        <p:sp>
          <p:nvSpPr>
            <p:cNvPr id="1177" name="Google Shape;1177;p44"/>
            <p:cNvSpPr/>
            <p:nvPr/>
          </p:nvSpPr>
          <p:spPr>
            <a:xfrm>
              <a:off x="2782605" y="3683070"/>
              <a:ext cx="17083" cy="48234"/>
            </a:xfrm>
            <a:custGeom>
              <a:rect b="b" l="l" r="r" t="t"/>
              <a:pathLst>
                <a:path extrusionOk="0" h="91439" w="32385">
                  <a:moveTo>
                    <a:pt x="32385" y="91440"/>
                  </a:moveTo>
                  <a:lnTo>
                    <a:pt x="32385" y="0"/>
                  </a:lnTo>
                  <a:lnTo>
                    <a:pt x="0" y="0"/>
                  </a:lnTo>
                  <a:cubicBezTo>
                    <a:pt x="2858" y="42863"/>
                    <a:pt x="16193" y="77152"/>
                    <a:pt x="32385" y="91440"/>
                  </a:cubicBezTo>
                  <a:lnTo>
                    <a:pt x="32385" y="9144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8" name="Google Shape;1178;p44"/>
            <p:cNvSpPr/>
            <p:nvPr/>
          </p:nvSpPr>
          <p:spPr>
            <a:xfrm>
              <a:off x="2817354" y="3596954"/>
              <a:ext cx="68835" cy="68835"/>
            </a:xfrm>
            <a:custGeom>
              <a:rect b="b" l="l" r="r" t="t"/>
              <a:pathLst>
                <a:path extrusionOk="0" h="130492" w="130492">
                  <a:moveTo>
                    <a:pt x="0" y="953"/>
                  </a:moveTo>
                  <a:cubicBezTo>
                    <a:pt x="35242" y="13335"/>
                    <a:pt x="60960" y="63817"/>
                    <a:pt x="64770" y="130492"/>
                  </a:cubicBezTo>
                  <a:lnTo>
                    <a:pt x="130492" y="130492"/>
                  </a:lnTo>
                  <a:cubicBezTo>
                    <a:pt x="122872" y="61913"/>
                    <a:pt x="68580" y="7620"/>
                    <a:pt x="0" y="0"/>
                  </a:cubicBezTo>
                  <a:lnTo>
                    <a:pt x="0" y="95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 name="Google Shape;1179;p44"/>
            <p:cNvSpPr/>
            <p:nvPr/>
          </p:nvSpPr>
          <p:spPr>
            <a:xfrm>
              <a:off x="2782605" y="3617601"/>
              <a:ext cx="17083" cy="48234"/>
            </a:xfrm>
            <a:custGeom>
              <a:rect b="b" l="l" r="r" t="t"/>
              <a:pathLst>
                <a:path extrusionOk="0" h="91439" w="32385">
                  <a:moveTo>
                    <a:pt x="0" y="91440"/>
                  </a:moveTo>
                  <a:lnTo>
                    <a:pt x="32385" y="91440"/>
                  </a:lnTo>
                  <a:lnTo>
                    <a:pt x="32385" y="0"/>
                  </a:lnTo>
                  <a:cubicBezTo>
                    <a:pt x="16193" y="14288"/>
                    <a:pt x="2858" y="48577"/>
                    <a:pt x="0" y="91440"/>
                  </a:cubicBezTo>
                  <a:lnTo>
                    <a:pt x="0" y="9144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0" name="Google Shape;1180;p44"/>
            <p:cNvSpPr/>
            <p:nvPr/>
          </p:nvSpPr>
          <p:spPr>
            <a:xfrm>
              <a:off x="2816850" y="3683070"/>
              <a:ext cx="17083" cy="48234"/>
            </a:xfrm>
            <a:custGeom>
              <a:rect b="b" l="l" r="r" t="t"/>
              <a:pathLst>
                <a:path extrusionOk="0" h="91439" w="32384">
                  <a:moveTo>
                    <a:pt x="32385" y="0"/>
                  </a:moveTo>
                  <a:lnTo>
                    <a:pt x="0" y="0"/>
                  </a:lnTo>
                  <a:lnTo>
                    <a:pt x="0" y="91440"/>
                  </a:lnTo>
                  <a:cubicBezTo>
                    <a:pt x="16192" y="77152"/>
                    <a:pt x="29528" y="42863"/>
                    <a:pt x="32385" y="0"/>
                  </a:cubicBezTo>
                  <a:lnTo>
                    <a:pt x="32385"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1" name="Google Shape;1181;p44"/>
            <p:cNvSpPr/>
            <p:nvPr/>
          </p:nvSpPr>
          <p:spPr>
            <a:xfrm>
              <a:off x="2817354" y="3617601"/>
              <a:ext cx="17083" cy="48234"/>
            </a:xfrm>
            <a:custGeom>
              <a:rect b="b" l="l" r="r" t="t"/>
              <a:pathLst>
                <a:path extrusionOk="0" h="91439" w="32384">
                  <a:moveTo>
                    <a:pt x="0" y="0"/>
                  </a:moveTo>
                  <a:lnTo>
                    <a:pt x="0" y="91440"/>
                  </a:lnTo>
                  <a:lnTo>
                    <a:pt x="32385" y="91440"/>
                  </a:lnTo>
                  <a:cubicBezTo>
                    <a:pt x="28575" y="48577"/>
                    <a:pt x="15240" y="14288"/>
                    <a:pt x="0"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2" name="Google Shape;1182;p44"/>
            <p:cNvSpPr/>
            <p:nvPr/>
          </p:nvSpPr>
          <p:spPr>
            <a:xfrm>
              <a:off x="2817354" y="3683070"/>
              <a:ext cx="68835" cy="69337"/>
            </a:xfrm>
            <a:custGeom>
              <a:rect b="b" l="l" r="r" t="t"/>
              <a:pathLst>
                <a:path extrusionOk="0" h="131444" w="130492">
                  <a:moveTo>
                    <a:pt x="64770" y="0"/>
                  </a:moveTo>
                  <a:cubicBezTo>
                    <a:pt x="60960" y="66675"/>
                    <a:pt x="35242" y="117157"/>
                    <a:pt x="0" y="129540"/>
                  </a:cubicBezTo>
                  <a:lnTo>
                    <a:pt x="0" y="131445"/>
                  </a:lnTo>
                  <a:cubicBezTo>
                    <a:pt x="21907" y="128588"/>
                    <a:pt x="43815" y="121920"/>
                    <a:pt x="61913" y="109538"/>
                  </a:cubicBezTo>
                  <a:cubicBezTo>
                    <a:pt x="100965" y="84772"/>
                    <a:pt x="125730" y="44767"/>
                    <a:pt x="130492" y="0"/>
                  </a:cubicBezTo>
                  <a:lnTo>
                    <a:pt x="6477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3" name="Google Shape;1183;p44"/>
            <p:cNvSpPr/>
            <p:nvPr/>
          </p:nvSpPr>
          <p:spPr>
            <a:xfrm>
              <a:off x="2730733" y="3596954"/>
              <a:ext cx="68835" cy="68835"/>
            </a:xfrm>
            <a:custGeom>
              <a:rect b="b" l="l" r="r" t="t"/>
              <a:pathLst>
                <a:path extrusionOk="0" h="130492" w="130492">
                  <a:moveTo>
                    <a:pt x="65722" y="130492"/>
                  </a:moveTo>
                  <a:cubicBezTo>
                    <a:pt x="69532" y="63817"/>
                    <a:pt x="95250" y="13335"/>
                    <a:pt x="130493" y="953"/>
                  </a:cubicBezTo>
                  <a:lnTo>
                    <a:pt x="130493" y="0"/>
                  </a:lnTo>
                  <a:cubicBezTo>
                    <a:pt x="61913" y="7620"/>
                    <a:pt x="7620" y="61913"/>
                    <a:pt x="0" y="130492"/>
                  </a:cubicBezTo>
                  <a:lnTo>
                    <a:pt x="65722" y="13049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4" name="Google Shape;1184;p44"/>
            <p:cNvSpPr/>
            <p:nvPr/>
          </p:nvSpPr>
          <p:spPr>
            <a:xfrm>
              <a:off x="2730733" y="3683070"/>
              <a:ext cx="68835" cy="68835"/>
            </a:xfrm>
            <a:custGeom>
              <a:rect b="b" l="l" r="r" t="t"/>
              <a:pathLst>
                <a:path extrusionOk="0" h="130492" w="130492">
                  <a:moveTo>
                    <a:pt x="130493" y="129540"/>
                  </a:moveTo>
                  <a:cubicBezTo>
                    <a:pt x="95250" y="117157"/>
                    <a:pt x="69532" y="66675"/>
                    <a:pt x="65722" y="0"/>
                  </a:cubicBezTo>
                  <a:lnTo>
                    <a:pt x="0" y="0"/>
                  </a:lnTo>
                  <a:cubicBezTo>
                    <a:pt x="7620" y="68580"/>
                    <a:pt x="61913" y="122872"/>
                    <a:pt x="130493" y="130492"/>
                  </a:cubicBezTo>
                  <a:lnTo>
                    <a:pt x="130493" y="12954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5" name="Google Shape;1185;p44"/>
            <p:cNvSpPr/>
            <p:nvPr/>
          </p:nvSpPr>
          <p:spPr>
            <a:xfrm>
              <a:off x="2800734" y="3508822"/>
              <a:ext cx="227607" cy="278856"/>
            </a:xfrm>
            <a:custGeom>
              <a:rect b="b" l="l" r="r" t="t"/>
              <a:pathLst>
                <a:path extrusionOk="0" h="528637" w="431482">
                  <a:moveTo>
                    <a:pt x="413385" y="65722"/>
                  </a:moveTo>
                  <a:lnTo>
                    <a:pt x="397193" y="65722"/>
                  </a:lnTo>
                  <a:cubicBezTo>
                    <a:pt x="369570" y="65722"/>
                    <a:pt x="347663" y="43815"/>
                    <a:pt x="347663" y="16192"/>
                  </a:cubicBezTo>
                  <a:cubicBezTo>
                    <a:pt x="347663" y="6667"/>
                    <a:pt x="340043" y="0"/>
                    <a:pt x="331470" y="0"/>
                  </a:cubicBezTo>
                  <a:lnTo>
                    <a:pt x="98108" y="0"/>
                  </a:lnTo>
                  <a:cubicBezTo>
                    <a:pt x="88583" y="0"/>
                    <a:pt x="81915" y="7620"/>
                    <a:pt x="81915" y="16192"/>
                  </a:cubicBezTo>
                  <a:cubicBezTo>
                    <a:pt x="81915" y="43815"/>
                    <a:pt x="60008" y="65722"/>
                    <a:pt x="32385" y="65722"/>
                  </a:cubicBezTo>
                  <a:lnTo>
                    <a:pt x="16193" y="65722"/>
                  </a:lnTo>
                  <a:cubicBezTo>
                    <a:pt x="6668" y="65722"/>
                    <a:pt x="0" y="73342"/>
                    <a:pt x="0" y="81915"/>
                  </a:cubicBezTo>
                  <a:lnTo>
                    <a:pt x="0" y="132397"/>
                  </a:lnTo>
                  <a:cubicBezTo>
                    <a:pt x="5715" y="131445"/>
                    <a:pt x="10478" y="131445"/>
                    <a:pt x="16193" y="131445"/>
                  </a:cubicBezTo>
                  <a:cubicBezTo>
                    <a:pt x="33338" y="131445"/>
                    <a:pt x="49530" y="134303"/>
                    <a:pt x="65722" y="138113"/>
                  </a:cubicBezTo>
                  <a:lnTo>
                    <a:pt x="65722" y="138113"/>
                  </a:lnTo>
                  <a:cubicBezTo>
                    <a:pt x="65722" y="131445"/>
                    <a:pt x="69533" y="125730"/>
                    <a:pt x="76200" y="122872"/>
                  </a:cubicBezTo>
                  <a:cubicBezTo>
                    <a:pt x="100013" y="113347"/>
                    <a:pt x="120015" y="95250"/>
                    <a:pt x="133350" y="73342"/>
                  </a:cubicBezTo>
                  <a:cubicBezTo>
                    <a:pt x="136208" y="68580"/>
                    <a:pt x="141922" y="64770"/>
                    <a:pt x="147638" y="64770"/>
                  </a:cubicBezTo>
                  <a:lnTo>
                    <a:pt x="284797" y="64770"/>
                  </a:lnTo>
                  <a:cubicBezTo>
                    <a:pt x="290513" y="64770"/>
                    <a:pt x="296228" y="67628"/>
                    <a:pt x="299085" y="73342"/>
                  </a:cubicBezTo>
                  <a:cubicBezTo>
                    <a:pt x="312420" y="95250"/>
                    <a:pt x="332422" y="113347"/>
                    <a:pt x="356235" y="122872"/>
                  </a:cubicBezTo>
                  <a:cubicBezTo>
                    <a:pt x="362903" y="125730"/>
                    <a:pt x="366713" y="131445"/>
                    <a:pt x="366713" y="138113"/>
                  </a:cubicBezTo>
                  <a:lnTo>
                    <a:pt x="366713" y="237172"/>
                  </a:lnTo>
                  <a:cubicBezTo>
                    <a:pt x="366713" y="331470"/>
                    <a:pt x="308610" y="418147"/>
                    <a:pt x="222885" y="456247"/>
                  </a:cubicBezTo>
                  <a:cubicBezTo>
                    <a:pt x="220980" y="457200"/>
                    <a:pt x="218122" y="458153"/>
                    <a:pt x="216218" y="458153"/>
                  </a:cubicBezTo>
                  <a:cubicBezTo>
                    <a:pt x="214313" y="458153"/>
                    <a:pt x="211455" y="457200"/>
                    <a:pt x="209550" y="456247"/>
                  </a:cubicBezTo>
                  <a:cubicBezTo>
                    <a:pt x="192405" y="448628"/>
                    <a:pt x="175260" y="438150"/>
                    <a:pt x="160020" y="426720"/>
                  </a:cubicBezTo>
                  <a:cubicBezTo>
                    <a:pt x="147638" y="442913"/>
                    <a:pt x="132397" y="456247"/>
                    <a:pt x="114300" y="467678"/>
                  </a:cubicBezTo>
                  <a:cubicBezTo>
                    <a:pt x="112395" y="468630"/>
                    <a:pt x="111443" y="469582"/>
                    <a:pt x="109538" y="470535"/>
                  </a:cubicBezTo>
                  <a:cubicBezTo>
                    <a:pt x="139065" y="496253"/>
                    <a:pt x="173355" y="515303"/>
                    <a:pt x="210503" y="527685"/>
                  </a:cubicBezTo>
                  <a:cubicBezTo>
                    <a:pt x="212408" y="528638"/>
                    <a:pt x="214313" y="528638"/>
                    <a:pt x="215265" y="528638"/>
                  </a:cubicBezTo>
                  <a:cubicBezTo>
                    <a:pt x="217170" y="528638"/>
                    <a:pt x="219075" y="528638"/>
                    <a:pt x="220028" y="527685"/>
                  </a:cubicBezTo>
                  <a:cubicBezTo>
                    <a:pt x="345758" y="485775"/>
                    <a:pt x="431483" y="369570"/>
                    <a:pt x="431483" y="237172"/>
                  </a:cubicBezTo>
                  <a:lnTo>
                    <a:pt x="431483" y="82867"/>
                  </a:lnTo>
                  <a:cubicBezTo>
                    <a:pt x="429578" y="73342"/>
                    <a:pt x="421958" y="65722"/>
                    <a:pt x="413385" y="65722"/>
                  </a:cubicBezTo>
                  <a:lnTo>
                    <a:pt x="413385" y="6572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6" name="Google Shape;1186;p44"/>
            <p:cNvSpPr/>
            <p:nvPr/>
          </p:nvSpPr>
          <p:spPr>
            <a:xfrm>
              <a:off x="2852606" y="3561197"/>
              <a:ext cx="122596" cy="170831"/>
            </a:xfrm>
            <a:custGeom>
              <a:rect b="b" l="l" r="r" t="t"/>
              <a:pathLst>
                <a:path extrusionOk="0" h="323850" w="232409">
                  <a:moveTo>
                    <a:pt x="114300" y="323850"/>
                  </a:moveTo>
                  <a:cubicBezTo>
                    <a:pt x="184785" y="289560"/>
                    <a:pt x="232410" y="217170"/>
                    <a:pt x="232410" y="138113"/>
                  </a:cubicBezTo>
                  <a:lnTo>
                    <a:pt x="232410" y="50482"/>
                  </a:lnTo>
                  <a:cubicBezTo>
                    <a:pt x="209550" y="39053"/>
                    <a:pt x="189547" y="21907"/>
                    <a:pt x="175260" y="0"/>
                  </a:cubicBezTo>
                  <a:lnTo>
                    <a:pt x="57150" y="0"/>
                  </a:lnTo>
                  <a:cubicBezTo>
                    <a:pt x="42863" y="21907"/>
                    <a:pt x="22860" y="39053"/>
                    <a:pt x="0" y="50482"/>
                  </a:cubicBezTo>
                  <a:lnTo>
                    <a:pt x="0" y="53340"/>
                  </a:lnTo>
                  <a:cubicBezTo>
                    <a:pt x="59055" y="83820"/>
                    <a:pt x="99060" y="144780"/>
                    <a:pt x="99060" y="215265"/>
                  </a:cubicBezTo>
                  <a:cubicBezTo>
                    <a:pt x="99060" y="245745"/>
                    <a:pt x="91440" y="274320"/>
                    <a:pt x="78105" y="300038"/>
                  </a:cubicBezTo>
                  <a:cubicBezTo>
                    <a:pt x="88582" y="308610"/>
                    <a:pt x="100965" y="317182"/>
                    <a:pt x="114300" y="323850"/>
                  </a:cubicBezTo>
                  <a:lnTo>
                    <a:pt x="114300" y="32385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87" name="Google Shape;1187;p44"/>
          <p:cNvGrpSpPr/>
          <p:nvPr/>
        </p:nvGrpSpPr>
        <p:grpSpPr>
          <a:xfrm>
            <a:off x="3415639" y="3498247"/>
            <a:ext cx="296686" cy="297346"/>
            <a:chOff x="3415639" y="3498247"/>
            <a:chExt cx="296686" cy="297346"/>
          </a:xfrm>
        </p:grpSpPr>
        <p:sp>
          <p:nvSpPr>
            <p:cNvPr id="1188" name="Google Shape;1188;p44"/>
            <p:cNvSpPr/>
            <p:nvPr/>
          </p:nvSpPr>
          <p:spPr>
            <a:xfrm>
              <a:off x="3415639" y="3671990"/>
              <a:ext cx="99986" cy="17585"/>
            </a:xfrm>
            <a:custGeom>
              <a:rect b="b" l="l" r="r" t="t"/>
              <a:pathLst>
                <a:path extrusionOk="0" h="33337" w="189547">
                  <a:moveTo>
                    <a:pt x="173355" y="33338"/>
                  </a:moveTo>
                  <a:lnTo>
                    <a:pt x="189547" y="0"/>
                  </a:lnTo>
                  <a:lnTo>
                    <a:pt x="16193" y="0"/>
                  </a:lnTo>
                  <a:cubicBezTo>
                    <a:pt x="6668" y="0"/>
                    <a:pt x="0" y="7620"/>
                    <a:pt x="0" y="16193"/>
                  </a:cubicBezTo>
                  <a:lnTo>
                    <a:pt x="0" y="32385"/>
                  </a:lnTo>
                  <a:lnTo>
                    <a:pt x="173355" y="323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9" name="Google Shape;1189;p44"/>
            <p:cNvSpPr/>
            <p:nvPr/>
          </p:nvSpPr>
          <p:spPr>
            <a:xfrm>
              <a:off x="3415639" y="3672494"/>
              <a:ext cx="191976" cy="123098"/>
            </a:xfrm>
            <a:custGeom>
              <a:rect b="b" l="l" r="r" t="t"/>
              <a:pathLst>
                <a:path extrusionOk="0" h="233362" w="363935">
                  <a:moveTo>
                    <a:pt x="347663" y="0"/>
                  </a:moveTo>
                  <a:lnTo>
                    <a:pt x="225743" y="0"/>
                  </a:lnTo>
                  <a:lnTo>
                    <a:pt x="197168" y="57150"/>
                  </a:lnTo>
                  <a:cubicBezTo>
                    <a:pt x="194310" y="62865"/>
                    <a:pt x="188595" y="66675"/>
                    <a:pt x="182880" y="66675"/>
                  </a:cubicBezTo>
                  <a:lnTo>
                    <a:pt x="0" y="66675"/>
                  </a:lnTo>
                  <a:lnTo>
                    <a:pt x="0" y="217170"/>
                  </a:lnTo>
                  <a:cubicBezTo>
                    <a:pt x="0" y="226695"/>
                    <a:pt x="7620" y="233363"/>
                    <a:pt x="16193" y="233363"/>
                  </a:cubicBezTo>
                  <a:lnTo>
                    <a:pt x="347663" y="233363"/>
                  </a:lnTo>
                  <a:cubicBezTo>
                    <a:pt x="357188" y="233363"/>
                    <a:pt x="363855" y="225742"/>
                    <a:pt x="363855" y="217170"/>
                  </a:cubicBezTo>
                  <a:lnTo>
                    <a:pt x="363855" y="17145"/>
                  </a:lnTo>
                  <a:cubicBezTo>
                    <a:pt x="364807" y="6667"/>
                    <a:pt x="357188" y="0"/>
                    <a:pt x="347663" y="0"/>
                  </a:cubicBezTo>
                  <a:lnTo>
                    <a:pt x="347663" y="0"/>
                  </a:lnTo>
                  <a:close/>
                  <a:moveTo>
                    <a:pt x="281940" y="164782"/>
                  </a:moveTo>
                  <a:lnTo>
                    <a:pt x="84772" y="164782"/>
                  </a:lnTo>
                  <a:cubicBezTo>
                    <a:pt x="75247" y="164782"/>
                    <a:pt x="68580" y="157163"/>
                    <a:pt x="68580" y="148590"/>
                  </a:cubicBezTo>
                  <a:cubicBezTo>
                    <a:pt x="68580" y="139065"/>
                    <a:pt x="76200" y="132397"/>
                    <a:pt x="84772" y="132397"/>
                  </a:cubicBezTo>
                  <a:lnTo>
                    <a:pt x="281940" y="132397"/>
                  </a:lnTo>
                  <a:cubicBezTo>
                    <a:pt x="291465" y="132397"/>
                    <a:pt x="298132" y="140017"/>
                    <a:pt x="298132" y="148590"/>
                  </a:cubicBezTo>
                  <a:cubicBezTo>
                    <a:pt x="298132" y="157163"/>
                    <a:pt x="291465" y="164782"/>
                    <a:pt x="281940" y="164782"/>
                  </a:cubicBezTo>
                  <a:lnTo>
                    <a:pt x="281940" y="1647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0" name="Google Shape;1190;p44"/>
            <p:cNvSpPr/>
            <p:nvPr/>
          </p:nvSpPr>
          <p:spPr>
            <a:xfrm>
              <a:off x="3469021" y="3584867"/>
              <a:ext cx="98479" cy="17585"/>
            </a:xfrm>
            <a:custGeom>
              <a:rect b="b" l="l" r="r" t="t"/>
              <a:pathLst>
                <a:path extrusionOk="0" h="33337" w="186690">
                  <a:moveTo>
                    <a:pt x="170497" y="33338"/>
                  </a:moveTo>
                  <a:lnTo>
                    <a:pt x="186690" y="0"/>
                  </a:lnTo>
                  <a:lnTo>
                    <a:pt x="16192" y="0"/>
                  </a:lnTo>
                  <a:cubicBezTo>
                    <a:pt x="6667" y="0"/>
                    <a:pt x="0" y="7620"/>
                    <a:pt x="0" y="16192"/>
                  </a:cubicBezTo>
                  <a:lnTo>
                    <a:pt x="0" y="32385"/>
                  </a:lnTo>
                  <a:lnTo>
                    <a:pt x="170497" y="323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1" name="Google Shape;1191;p44"/>
            <p:cNvSpPr/>
            <p:nvPr/>
          </p:nvSpPr>
          <p:spPr>
            <a:xfrm>
              <a:off x="3521396" y="3498247"/>
              <a:ext cx="98479" cy="17585"/>
            </a:xfrm>
            <a:custGeom>
              <a:rect b="b" l="l" r="r" t="t"/>
              <a:pathLst>
                <a:path extrusionOk="0" h="33337" w="186690">
                  <a:moveTo>
                    <a:pt x="170497" y="33338"/>
                  </a:moveTo>
                  <a:lnTo>
                    <a:pt x="186690" y="0"/>
                  </a:lnTo>
                  <a:lnTo>
                    <a:pt x="16193" y="0"/>
                  </a:lnTo>
                  <a:cubicBezTo>
                    <a:pt x="6668" y="0"/>
                    <a:pt x="0" y="7620"/>
                    <a:pt x="0" y="16193"/>
                  </a:cubicBezTo>
                  <a:lnTo>
                    <a:pt x="0" y="32385"/>
                  </a:lnTo>
                  <a:lnTo>
                    <a:pt x="170497" y="323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2" name="Google Shape;1192;p44"/>
            <p:cNvSpPr/>
            <p:nvPr/>
          </p:nvSpPr>
          <p:spPr>
            <a:xfrm>
              <a:off x="3469021" y="3585370"/>
              <a:ext cx="190929" cy="104508"/>
            </a:xfrm>
            <a:custGeom>
              <a:rect b="b" l="l" r="r" t="t"/>
              <a:pathLst>
                <a:path extrusionOk="0" h="198120" w="361950">
                  <a:moveTo>
                    <a:pt x="345757" y="0"/>
                  </a:moveTo>
                  <a:lnTo>
                    <a:pt x="223838" y="0"/>
                  </a:lnTo>
                  <a:lnTo>
                    <a:pt x="195263" y="57150"/>
                  </a:lnTo>
                  <a:cubicBezTo>
                    <a:pt x="192405" y="62865"/>
                    <a:pt x="186690" y="66675"/>
                    <a:pt x="180975" y="66675"/>
                  </a:cubicBezTo>
                  <a:lnTo>
                    <a:pt x="0" y="66675"/>
                  </a:lnTo>
                  <a:lnTo>
                    <a:pt x="0" y="132398"/>
                  </a:lnTo>
                  <a:lnTo>
                    <a:pt x="246697" y="132398"/>
                  </a:lnTo>
                  <a:cubicBezTo>
                    <a:pt x="274320" y="132398"/>
                    <a:pt x="296228" y="154305"/>
                    <a:pt x="296228" y="181928"/>
                  </a:cubicBezTo>
                  <a:lnTo>
                    <a:pt x="296228" y="198120"/>
                  </a:lnTo>
                  <a:lnTo>
                    <a:pt x="345757" y="198120"/>
                  </a:lnTo>
                  <a:cubicBezTo>
                    <a:pt x="355282" y="198120"/>
                    <a:pt x="361950" y="190500"/>
                    <a:pt x="361950" y="181928"/>
                  </a:cubicBezTo>
                  <a:lnTo>
                    <a:pt x="361950" y="16193"/>
                  </a:lnTo>
                  <a:cubicBezTo>
                    <a:pt x="361950" y="7620"/>
                    <a:pt x="355282" y="0"/>
                    <a:pt x="345757" y="0"/>
                  </a:cubicBezTo>
                  <a:lnTo>
                    <a:pt x="345757"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3" name="Google Shape;1193;p44"/>
            <p:cNvSpPr/>
            <p:nvPr/>
          </p:nvSpPr>
          <p:spPr>
            <a:xfrm>
              <a:off x="3521396" y="3498247"/>
              <a:ext cx="190929" cy="139177"/>
            </a:xfrm>
            <a:custGeom>
              <a:rect b="b" l="l" r="r" t="t"/>
              <a:pathLst>
                <a:path extrusionOk="0" h="263842" w="361950">
                  <a:moveTo>
                    <a:pt x="345757" y="0"/>
                  </a:moveTo>
                  <a:lnTo>
                    <a:pt x="223838" y="0"/>
                  </a:lnTo>
                  <a:lnTo>
                    <a:pt x="195263" y="57150"/>
                  </a:lnTo>
                  <a:cubicBezTo>
                    <a:pt x="192405" y="62865"/>
                    <a:pt x="186690" y="66675"/>
                    <a:pt x="180975" y="66675"/>
                  </a:cubicBezTo>
                  <a:lnTo>
                    <a:pt x="0" y="66675"/>
                  </a:lnTo>
                  <a:lnTo>
                    <a:pt x="0" y="132397"/>
                  </a:lnTo>
                  <a:lnTo>
                    <a:pt x="246697" y="132397"/>
                  </a:lnTo>
                  <a:cubicBezTo>
                    <a:pt x="274320" y="132397"/>
                    <a:pt x="296228" y="154305"/>
                    <a:pt x="296228" y="181928"/>
                  </a:cubicBezTo>
                  <a:lnTo>
                    <a:pt x="296228" y="263843"/>
                  </a:lnTo>
                  <a:lnTo>
                    <a:pt x="345757" y="263843"/>
                  </a:lnTo>
                  <a:cubicBezTo>
                    <a:pt x="355282" y="263843"/>
                    <a:pt x="361950" y="256222"/>
                    <a:pt x="361950" y="247650"/>
                  </a:cubicBezTo>
                  <a:lnTo>
                    <a:pt x="361950" y="17145"/>
                  </a:lnTo>
                  <a:cubicBezTo>
                    <a:pt x="361950" y="7620"/>
                    <a:pt x="354330" y="0"/>
                    <a:pt x="345757" y="0"/>
                  </a:cubicBezTo>
                  <a:lnTo>
                    <a:pt x="345757"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94" name="Google Shape;1194;p44"/>
          <p:cNvGrpSpPr/>
          <p:nvPr/>
        </p:nvGrpSpPr>
        <p:grpSpPr>
          <a:xfrm>
            <a:off x="4166013" y="3498750"/>
            <a:ext cx="208136" cy="296099"/>
            <a:chOff x="4166013" y="3498750"/>
            <a:chExt cx="208136" cy="296099"/>
          </a:xfrm>
        </p:grpSpPr>
        <p:sp>
          <p:nvSpPr>
            <p:cNvPr id="1195" name="Google Shape;1195;p44"/>
            <p:cNvSpPr/>
            <p:nvPr/>
          </p:nvSpPr>
          <p:spPr>
            <a:xfrm>
              <a:off x="4166013" y="3498750"/>
              <a:ext cx="156762" cy="226602"/>
            </a:xfrm>
            <a:custGeom>
              <a:rect b="b" l="l" r="r" t="t"/>
              <a:pathLst>
                <a:path extrusionOk="0" h="429577" w="297180">
                  <a:moveTo>
                    <a:pt x="246698" y="230505"/>
                  </a:moveTo>
                  <a:cubicBezTo>
                    <a:pt x="240982" y="230505"/>
                    <a:pt x="235268" y="231457"/>
                    <a:pt x="230505" y="233363"/>
                  </a:cubicBezTo>
                  <a:lnTo>
                    <a:pt x="230505" y="280035"/>
                  </a:lnTo>
                  <a:cubicBezTo>
                    <a:pt x="230505" y="325755"/>
                    <a:pt x="193357" y="361950"/>
                    <a:pt x="148590" y="361950"/>
                  </a:cubicBezTo>
                  <a:cubicBezTo>
                    <a:pt x="97155" y="361950"/>
                    <a:pt x="66675" y="321945"/>
                    <a:pt x="66675" y="280035"/>
                  </a:cubicBezTo>
                  <a:lnTo>
                    <a:pt x="66675" y="148590"/>
                  </a:lnTo>
                  <a:cubicBezTo>
                    <a:pt x="66675" y="102870"/>
                    <a:pt x="103823" y="66675"/>
                    <a:pt x="148590" y="66675"/>
                  </a:cubicBezTo>
                  <a:cubicBezTo>
                    <a:pt x="177165" y="66675"/>
                    <a:pt x="201930" y="80963"/>
                    <a:pt x="216218" y="102870"/>
                  </a:cubicBezTo>
                  <a:cubicBezTo>
                    <a:pt x="226695" y="100965"/>
                    <a:pt x="236220" y="100013"/>
                    <a:pt x="247650" y="100013"/>
                  </a:cubicBezTo>
                  <a:cubicBezTo>
                    <a:pt x="261938" y="100013"/>
                    <a:pt x="276225" y="101917"/>
                    <a:pt x="289560" y="104775"/>
                  </a:cubicBezTo>
                  <a:cubicBezTo>
                    <a:pt x="270510" y="44767"/>
                    <a:pt x="215265" y="0"/>
                    <a:pt x="148590" y="0"/>
                  </a:cubicBezTo>
                  <a:cubicBezTo>
                    <a:pt x="66675" y="0"/>
                    <a:pt x="0" y="67628"/>
                    <a:pt x="0" y="149542"/>
                  </a:cubicBezTo>
                  <a:lnTo>
                    <a:pt x="0" y="280988"/>
                  </a:lnTo>
                  <a:cubicBezTo>
                    <a:pt x="0" y="357188"/>
                    <a:pt x="59055" y="429578"/>
                    <a:pt x="148590" y="429578"/>
                  </a:cubicBezTo>
                  <a:cubicBezTo>
                    <a:pt x="230505" y="429578"/>
                    <a:pt x="297180" y="363855"/>
                    <a:pt x="297180" y="280988"/>
                  </a:cubicBezTo>
                  <a:cubicBezTo>
                    <a:pt x="296227" y="252413"/>
                    <a:pt x="274320" y="230505"/>
                    <a:pt x="246698" y="230505"/>
                  </a:cubicBezTo>
                  <a:lnTo>
                    <a:pt x="246698" y="23050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6" name="Google Shape;1196;p44"/>
            <p:cNvSpPr/>
            <p:nvPr/>
          </p:nvSpPr>
          <p:spPr>
            <a:xfrm>
              <a:off x="4217884" y="3568248"/>
              <a:ext cx="156265" cy="226602"/>
            </a:xfrm>
            <a:custGeom>
              <a:rect b="b" l="l" r="r" t="t"/>
              <a:pathLst>
                <a:path extrusionOk="0" h="429577" w="296237">
                  <a:moveTo>
                    <a:pt x="148590" y="0"/>
                  </a:moveTo>
                  <a:cubicBezTo>
                    <a:pt x="66675" y="0"/>
                    <a:pt x="0" y="66675"/>
                    <a:pt x="0" y="148590"/>
                  </a:cubicBezTo>
                  <a:cubicBezTo>
                    <a:pt x="0" y="173355"/>
                    <a:pt x="17145" y="198120"/>
                    <a:pt x="49530" y="198120"/>
                  </a:cubicBezTo>
                  <a:cubicBezTo>
                    <a:pt x="55245" y="198120"/>
                    <a:pt x="60960" y="197168"/>
                    <a:pt x="65723" y="195263"/>
                  </a:cubicBezTo>
                  <a:lnTo>
                    <a:pt x="65723" y="148590"/>
                  </a:lnTo>
                  <a:cubicBezTo>
                    <a:pt x="65723" y="102870"/>
                    <a:pt x="102870" y="66675"/>
                    <a:pt x="147638" y="66675"/>
                  </a:cubicBezTo>
                  <a:cubicBezTo>
                    <a:pt x="192405" y="66675"/>
                    <a:pt x="229553" y="103822"/>
                    <a:pt x="229553" y="148590"/>
                  </a:cubicBezTo>
                  <a:lnTo>
                    <a:pt x="229553" y="280035"/>
                  </a:lnTo>
                  <a:cubicBezTo>
                    <a:pt x="229553" y="325755"/>
                    <a:pt x="192405" y="361950"/>
                    <a:pt x="147638" y="361950"/>
                  </a:cubicBezTo>
                  <a:cubicBezTo>
                    <a:pt x="116205" y="361950"/>
                    <a:pt x="93345" y="347663"/>
                    <a:pt x="79057" y="326708"/>
                  </a:cubicBezTo>
                  <a:cubicBezTo>
                    <a:pt x="69532" y="328613"/>
                    <a:pt x="59055" y="329565"/>
                    <a:pt x="48578" y="329565"/>
                  </a:cubicBezTo>
                  <a:cubicBezTo>
                    <a:pt x="34290" y="329565"/>
                    <a:pt x="20003" y="327660"/>
                    <a:pt x="6668" y="324803"/>
                  </a:cubicBezTo>
                  <a:cubicBezTo>
                    <a:pt x="24765" y="381953"/>
                    <a:pt x="76200" y="429578"/>
                    <a:pt x="147638" y="429578"/>
                  </a:cubicBezTo>
                  <a:cubicBezTo>
                    <a:pt x="229553" y="429578"/>
                    <a:pt x="296228" y="361950"/>
                    <a:pt x="296228" y="280035"/>
                  </a:cubicBezTo>
                  <a:cubicBezTo>
                    <a:pt x="296228" y="279083"/>
                    <a:pt x="296228" y="157163"/>
                    <a:pt x="296228" y="148590"/>
                  </a:cubicBezTo>
                  <a:cubicBezTo>
                    <a:pt x="297180" y="66675"/>
                    <a:pt x="230505" y="0"/>
                    <a:pt x="148590" y="0"/>
                  </a:cubicBezTo>
                  <a:lnTo>
                    <a:pt x="14859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97" name="Google Shape;1197;p44"/>
          <p:cNvGrpSpPr/>
          <p:nvPr/>
        </p:nvGrpSpPr>
        <p:grpSpPr>
          <a:xfrm>
            <a:off x="4815666" y="3498247"/>
            <a:ext cx="296442" cy="296826"/>
            <a:chOff x="4815666" y="3498247"/>
            <a:chExt cx="296442" cy="296826"/>
          </a:xfrm>
        </p:grpSpPr>
        <p:sp>
          <p:nvSpPr>
            <p:cNvPr id="1198" name="Google Shape;1198;p44"/>
            <p:cNvSpPr/>
            <p:nvPr/>
          </p:nvSpPr>
          <p:spPr>
            <a:xfrm>
              <a:off x="4815666" y="3498247"/>
              <a:ext cx="158772" cy="52254"/>
            </a:xfrm>
            <a:custGeom>
              <a:rect b="b" l="l" r="r" t="t"/>
              <a:pathLst>
                <a:path extrusionOk="0" h="99059" w="300989">
                  <a:moveTo>
                    <a:pt x="267652" y="99060"/>
                  </a:moveTo>
                  <a:lnTo>
                    <a:pt x="300990" y="0"/>
                  </a:lnTo>
                  <a:lnTo>
                    <a:pt x="16193" y="0"/>
                  </a:lnTo>
                  <a:cubicBezTo>
                    <a:pt x="6668" y="0"/>
                    <a:pt x="0" y="7620"/>
                    <a:pt x="0" y="16193"/>
                  </a:cubicBezTo>
                  <a:lnTo>
                    <a:pt x="0" y="98107"/>
                  </a:lnTo>
                  <a:lnTo>
                    <a:pt x="267652" y="98107"/>
                  </a:lnTo>
                  <a:close/>
                  <a:moveTo>
                    <a:pt x="214313" y="33338"/>
                  </a:moveTo>
                  <a:cubicBezTo>
                    <a:pt x="223838" y="33338"/>
                    <a:pt x="230505" y="40957"/>
                    <a:pt x="230505" y="49530"/>
                  </a:cubicBezTo>
                  <a:cubicBezTo>
                    <a:pt x="230505" y="59055"/>
                    <a:pt x="222885" y="65722"/>
                    <a:pt x="214313" y="65722"/>
                  </a:cubicBezTo>
                  <a:cubicBezTo>
                    <a:pt x="205740" y="65722"/>
                    <a:pt x="198120" y="58103"/>
                    <a:pt x="198120" y="49530"/>
                  </a:cubicBezTo>
                  <a:cubicBezTo>
                    <a:pt x="197168" y="40005"/>
                    <a:pt x="204788" y="33338"/>
                    <a:pt x="214313" y="33338"/>
                  </a:cubicBezTo>
                  <a:lnTo>
                    <a:pt x="214313" y="33338"/>
                  </a:lnTo>
                  <a:close/>
                  <a:moveTo>
                    <a:pt x="148590" y="33338"/>
                  </a:moveTo>
                  <a:cubicBezTo>
                    <a:pt x="158115" y="33338"/>
                    <a:pt x="164782" y="40957"/>
                    <a:pt x="164782" y="49530"/>
                  </a:cubicBezTo>
                  <a:cubicBezTo>
                    <a:pt x="164782" y="59055"/>
                    <a:pt x="157163" y="65722"/>
                    <a:pt x="148590" y="65722"/>
                  </a:cubicBezTo>
                  <a:cubicBezTo>
                    <a:pt x="140018" y="65722"/>
                    <a:pt x="132398" y="58103"/>
                    <a:pt x="132398" y="49530"/>
                  </a:cubicBezTo>
                  <a:cubicBezTo>
                    <a:pt x="131445" y="40005"/>
                    <a:pt x="139065" y="33338"/>
                    <a:pt x="148590" y="33338"/>
                  </a:cubicBezTo>
                  <a:lnTo>
                    <a:pt x="148590" y="33338"/>
                  </a:lnTo>
                  <a:close/>
                  <a:moveTo>
                    <a:pt x="81915" y="33338"/>
                  </a:moveTo>
                  <a:cubicBezTo>
                    <a:pt x="91440" y="33338"/>
                    <a:pt x="98107" y="40957"/>
                    <a:pt x="98107" y="49530"/>
                  </a:cubicBezTo>
                  <a:cubicBezTo>
                    <a:pt x="98107" y="59055"/>
                    <a:pt x="90488" y="65722"/>
                    <a:pt x="81915" y="65722"/>
                  </a:cubicBezTo>
                  <a:cubicBezTo>
                    <a:pt x="73343" y="65722"/>
                    <a:pt x="65723" y="58103"/>
                    <a:pt x="65723" y="49530"/>
                  </a:cubicBezTo>
                  <a:cubicBezTo>
                    <a:pt x="65723" y="40005"/>
                    <a:pt x="73343" y="33338"/>
                    <a:pt x="81915" y="33338"/>
                  </a:cubicBezTo>
                  <a:lnTo>
                    <a:pt x="81915"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9" name="Google Shape;1199;p44"/>
            <p:cNvSpPr/>
            <p:nvPr/>
          </p:nvSpPr>
          <p:spPr>
            <a:xfrm>
              <a:off x="4815666" y="3498247"/>
              <a:ext cx="296442" cy="226602"/>
            </a:xfrm>
            <a:custGeom>
              <a:rect b="b" l="l" r="r" t="t"/>
              <a:pathLst>
                <a:path extrusionOk="0" h="429577" w="561975">
                  <a:moveTo>
                    <a:pt x="545782" y="0"/>
                  </a:moveTo>
                  <a:lnTo>
                    <a:pt x="336232" y="0"/>
                  </a:lnTo>
                  <a:lnTo>
                    <a:pt x="296227" y="120015"/>
                  </a:lnTo>
                  <a:cubicBezTo>
                    <a:pt x="294323" y="126682"/>
                    <a:pt x="287655" y="131445"/>
                    <a:pt x="280988" y="131445"/>
                  </a:cubicBezTo>
                  <a:lnTo>
                    <a:pt x="0" y="131445"/>
                  </a:lnTo>
                  <a:lnTo>
                    <a:pt x="0" y="413385"/>
                  </a:lnTo>
                  <a:cubicBezTo>
                    <a:pt x="0" y="422910"/>
                    <a:pt x="7620" y="429578"/>
                    <a:pt x="16193" y="429578"/>
                  </a:cubicBezTo>
                  <a:lnTo>
                    <a:pt x="71438" y="429578"/>
                  </a:lnTo>
                  <a:cubicBezTo>
                    <a:pt x="67627" y="413385"/>
                    <a:pt x="65723" y="397193"/>
                    <a:pt x="65723" y="380047"/>
                  </a:cubicBezTo>
                  <a:cubicBezTo>
                    <a:pt x="65723" y="261938"/>
                    <a:pt x="161925" y="165735"/>
                    <a:pt x="280035" y="165735"/>
                  </a:cubicBezTo>
                  <a:cubicBezTo>
                    <a:pt x="398145" y="165735"/>
                    <a:pt x="494348" y="261938"/>
                    <a:pt x="494348" y="380047"/>
                  </a:cubicBezTo>
                  <a:cubicBezTo>
                    <a:pt x="494348" y="397193"/>
                    <a:pt x="492443" y="413385"/>
                    <a:pt x="488632" y="429578"/>
                  </a:cubicBezTo>
                  <a:lnTo>
                    <a:pt x="545782" y="429578"/>
                  </a:lnTo>
                  <a:cubicBezTo>
                    <a:pt x="555307" y="429578"/>
                    <a:pt x="561975" y="421957"/>
                    <a:pt x="561975" y="413385"/>
                  </a:cubicBezTo>
                  <a:lnTo>
                    <a:pt x="561975" y="16193"/>
                  </a:lnTo>
                  <a:cubicBezTo>
                    <a:pt x="561975" y="7620"/>
                    <a:pt x="554355" y="0"/>
                    <a:pt x="545782" y="0"/>
                  </a:cubicBezTo>
                  <a:lnTo>
                    <a:pt x="54578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0" name="Google Shape;1200;p44"/>
            <p:cNvSpPr/>
            <p:nvPr/>
          </p:nvSpPr>
          <p:spPr>
            <a:xfrm>
              <a:off x="4868041" y="3604004"/>
              <a:ext cx="191431" cy="187411"/>
            </a:xfrm>
            <a:custGeom>
              <a:rect b="b" l="l" r="r" t="t"/>
              <a:pathLst>
                <a:path extrusionOk="0" h="355282" w="362902">
                  <a:moveTo>
                    <a:pt x="180975" y="0"/>
                  </a:moveTo>
                  <a:cubicBezTo>
                    <a:pt x="80963" y="0"/>
                    <a:pt x="0" y="80963"/>
                    <a:pt x="0" y="180975"/>
                  </a:cubicBezTo>
                  <a:cubicBezTo>
                    <a:pt x="0" y="263843"/>
                    <a:pt x="56197" y="333375"/>
                    <a:pt x="131445" y="355282"/>
                  </a:cubicBezTo>
                  <a:lnTo>
                    <a:pt x="131445" y="284797"/>
                  </a:lnTo>
                  <a:cubicBezTo>
                    <a:pt x="91440" y="265747"/>
                    <a:pt x="65722" y="225743"/>
                    <a:pt x="65722" y="180975"/>
                  </a:cubicBezTo>
                  <a:cubicBezTo>
                    <a:pt x="65722" y="132397"/>
                    <a:pt x="96202" y="89535"/>
                    <a:pt x="142875" y="72390"/>
                  </a:cubicBezTo>
                  <a:cubicBezTo>
                    <a:pt x="147638" y="70485"/>
                    <a:pt x="153352" y="71438"/>
                    <a:pt x="158115" y="74295"/>
                  </a:cubicBezTo>
                  <a:cubicBezTo>
                    <a:pt x="162877" y="77153"/>
                    <a:pt x="164782" y="82868"/>
                    <a:pt x="164782" y="87630"/>
                  </a:cubicBezTo>
                  <a:lnTo>
                    <a:pt x="164782" y="163830"/>
                  </a:lnTo>
                  <a:lnTo>
                    <a:pt x="198120" y="163830"/>
                  </a:lnTo>
                  <a:lnTo>
                    <a:pt x="198120" y="87630"/>
                  </a:lnTo>
                  <a:cubicBezTo>
                    <a:pt x="198120" y="81915"/>
                    <a:pt x="200977" y="77153"/>
                    <a:pt x="204788" y="74295"/>
                  </a:cubicBezTo>
                  <a:cubicBezTo>
                    <a:pt x="209550" y="71438"/>
                    <a:pt x="214313" y="70485"/>
                    <a:pt x="220027" y="72390"/>
                  </a:cubicBezTo>
                  <a:cubicBezTo>
                    <a:pt x="265747" y="88582"/>
                    <a:pt x="297180" y="132397"/>
                    <a:pt x="297180" y="180975"/>
                  </a:cubicBezTo>
                  <a:cubicBezTo>
                    <a:pt x="297180" y="225743"/>
                    <a:pt x="271463" y="265747"/>
                    <a:pt x="231457" y="284797"/>
                  </a:cubicBezTo>
                  <a:lnTo>
                    <a:pt x="231457" y="355282"/>
                  </a:lnTo>
                  <a:cubicBezTo>
                    <a:pt x="307657" y="333375"/>
                    <a:pt x="362902" y="263843"/>
                    <a:pt x="362902" y="180975"/>
                  </a:cubicBezTo>
                  <a:cubicBezTo>
                    <a:pt x="361950" y="80963"/>
                    <a:pt x="280988" y="0"/>
                    <a:pt x="180975" y="0"/>
                  </a:cubicBezTo>
                  <a:lnTo>
                    <a:pt x="180975"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 name="Google Shape;1201;p44"/>
            <p:cNvSpPr/>
            <p:nvPr/>
          </p:nvSpPr>
          <p:spPr>
            <a:xfrm>
              <a:off x="4919912" y="3664940"/>
              <a:ext cx="86923" cy="130133"/>
            </a:xfrm>
            <a:custGeom>
              <a:rect b="b" l="l" r="r" t="t"/>
              <a:pathLst>
                <a:path extrusionOk="0" h="246697" w="164782">
                  <a:moveTo>
                    <a:pt x="99060" y="158115"/>
                  </a:moveTo>
                  <a:cubicBezTo>
                    <a:pt x="99060" y="151447"/>
                    <a:pt x="103822" y="144780"/>
                    <a:pt x="109538" y="142875"/>
                  </a:cubicBezTo>
                  <a:cubicBezTo>
                    <a:pt x="141922" y="131445"/>
                    <a:pt x="164782" y="100013"/>
                    <a:pt x="164782" y="65722"/>
                  </a:cubicBezTo>
                  <a:cubicBezTo>
                    <a:pt x="164782" y="40005"/>
                    <a:pt x="152400" y="15240"/>
                    <a:pt x="131445" y="0"/>
                  </a:cubicBezTo>
                  <a:lnTo>
                    <a:pt x="131445" y="65722"/>
                  </a:lnTo>
                  <a:cubicBezTo>
                    <a:pt x="131445" y="75247"/>
                    <a:pt x="123825" y="81915"/>
                    <a:pt x="115252" y="81915"/>
                  </a:cubicBezTo>
                  <a:lnTo>
                    <a:pt x="49530" y="81915"/>
                  </a:lnTo>
                  <a:cubicBezTo>
                    <a:pt x="40005" y="81915"/>
                    <a:pt x="33338" y="74295"/>
                    <a:pt x="33338" y="65722"/>
                  </a:cubicBezTo>
                  <a:lnTo>
                    <a:pt x="33338" y="0"/>
                  </a:lnTo>
                  <a:cubicBezTo>
                    <a:pt x="13335" y="15240"/>
                    <a:pt x="0" y="39053"/>
                    <a:pt x="0" y="65722"/>
                  </a:cubicBezTo>
                  <a:cubicBezTo>
                    <a:pt x="0" y="100013"/>
                    <a:pt x="21907" y="131445"/>
                    <a:pt x="55245" y="142875"/>
                  </a:cubicBezTo>
                  <a:cubicBezTo>
                    <a:pt x="61913" y="144780"/>
                    <a:pt x="65722" y="151447"/>
                    <a:pt x="65722" y="158115"/>
                  </a:cubicBezTo>
                  <a:lnTo>
                    <a:pt x="65722" y="245745"/>
                  </a:lnTo>
                  <a:cubicBezTo>
                    <a:pt x="71438" y="246697"/>
                    <a:pt x="76200" y="246697"/>
                    <a:pt x="81915" y="246697"/>
                  </a:cubicBezTo>
                  <a:cubicBezTo>
                    <a:pt x="87630" y="246697"/>
                    <a:pt x="93345" y="246697"/>
                    <a:pt x="98107" y="245745"/>
                  </a:cubicBezTo>
                  <a:lnTo>
                    <a:pt x="98107" y="15811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2" name="Google Shape;1202;p44"/>
          <p:cNvGrpSpPr/>
          <p:nvPr/>
        </p:nvGrpSpPr>
        <p:grpSpPr>
          <a:xfrm>
            <a:off x="5511146" y="3498247"/>
            <a:ext cx="225601" cy="296101"/>
            <a:chOff x="5511146" y="3498247"/>
            <a:chExt cx="225601" cy="296101"/>
          </a:xfrm>
        </p:grpSpPr>
        <p:sp>
          <p:nvSpPr>
            <p:cNvPr id="1203" name="Google Shape;1203;p44"/>
            <p:cNvSpPr/>
            <p:nvPr/>
          </p:nvSpPr>
          <p:spPr>
            <a:xfrm>
              <a:off x="5511146" y="3498247"/>
              <a:ext cx="225601" cy="176722"/>
            </a:xfrm>
            <a:custGeom>
              <a:rect b="b" l="l" r="r" t="t"/>
              <a:pathLst>
                <a:path extrusionOk="0" h="335018" w="427679">
                  <a:moveTo>
                    <a:pt x="214313" y="0"/>
                  </a:moveTo>
                  <a:cubicBezTo>
                    <a:pt x="96203" y="0"/>
                    <a:pt x="0" y="96203"/>
                    <a:pt x="0" y="214313"/>
                  </a:cubicBezTo>
                  <a:cubicBezTo>
                    <a:pt x="0" y="254318"/>
                    <a:pt x="11430" y="293370"/>
                    <a:pt x="32385" y="327660"/>
                  </a:cubicBezTo>
                  <a:cubicBezTo>
                    <a:pt x="37148" y="335280"/>
                    <a:pt x="47625" y="337185"/>
                    <a:pt x="55245" y="332422"/>
                  </a:cubicBezTo>
                  <a:cubicBezTo>
                    <a:pt x="62865" y="327660"/>
                    <a:pt x="65723" y="317182"/>
                    <a:pt x="60008" y="309563"/>
                  </a:cubicBezTo>
                  <a:cubicBezTo>
                    <a:pt x="41910" y="280988"/>
                    <a:pt x="32385" y="247650"/>
                    <a:pt x="32385" y="213360"/>
                  </a:cubicBezTo>
                  <a:cubicBezTo>
                    <a:pt x="32385" y="113347"/>
                    <a:pt x="113348" y="32385"/>
                    <a:pt x="213360" y="32385"/>
                  </a:cubicBezTo>
                  <a:cubicBezTo>
                    <a:pt x="313373" y="32385"/>
                    <a:pt x="394335" y="113347"/>
                    <a:pt x="394335" y="213360"/>
                  </a:cubicBezTo>
                  <a:cubicBezTo>
                    <a:pt x="394335" y="241935"/>
                    <a:pt x="387668" y="268605"/>
                    <a:pt x="375285" y="294322"/>
                  </a:cubicBezTo>
                  <a:cubicBezTo>
                    <a:pt x="371475" y="302895"/>
                    <a:pt x="374333" y="312420"/>
                    <a:pt x="382905" y="316230"/>
                  </a:cubicBezTo>
                  <a:cubicBezTo>
                    <a:pt x="390525" y="320040"/>
                    <a:pt x="401003" y="317182"/>
                    <a:pt x="404813" y="308610"/>
                  </a:cubicBezTo>
                  <a:cubicBezTo>
                    <a:pt x="420053" y="279082"/>
                    <a:pt x="427673" y="246697"/>
                    <a:pt x="427673" y="212407"/>
                  </a:cubicBezTo>
                  <a:cubicBezTo>
                    <a:pt x="428625" y="96203"/>
                    <a:pt x="332423" y="0"/>
                    <a:pt x="214313" y="0"/>
                  </a:cubicBezTo>
                  <a:lnTo>
                    <a:pt x="214313"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4" name="Google Shape;1204;p44"/>
            <p:cNvSpPr/>
            <p:nvPr/>
          </p:nvSpPr>
          <p:spPr>
            <a:xfrm>
              <a:off x="5545392" y="3532492"/>
              <a:ext cx="156762" cy="123463"/>
            </a:xfrm>
            <a:custGeom>
              <a:rect b="b" l="l" r="r" t="t"/>
              <a:pathLst>
                <a:path extrusionOk="0" h="234054" w="297179">
                  <a:moveTo>
                    <a:pt x="260032" y="222885"/>
                  </a:moveTo>
                  <a:cubicBezTo>
                    <a:pt x="268605" y="226695"/>
                    <a:pt x="278130" y="223838"/>
                    <a:pt x="281940" y="215265"/>
                  </a:cubicBezTo>
                  <a:cubicBezTo>
                    <a:pt x="292417" y="194310"/>
                    <a:pt x="297180" y="172403"/>
                    <a:pt x="297180" y="148590"/>
                  </a:cubicBezTo>
                  <a:cubicBezTo>
                    <a:pt x="297180" y="66675"/>
                    <a:pt x="230505" y="0"/>
                    <a:pt x="148590" y="0"/>
                  </a:cubicBezTo>
                  <a:cubicBezTo>
                    <a:pt x="66675" y="0"/>
                    <a:pt x="0" y="66675"/>
                    <a:pt x="0" y="148590"/>
                  </a:cubicBezTo>
                  <a:cubicBezTo>
                    <a:pt x="0" y="176213"/>
                    <a:pt x="7620" y="203835"/>
                    <a:pt x="22860" y="226695"/>
                  </a:cubicBezTo>
                  <a:cubicBezTo>
                    <a:pt x="27622" y="234315"/>
                    <a:pt x="38100" y="236220"/>
                    <a:pt x="45720" y="231458"/>
                  </a:cubicBezTo>
                  <a:cubicBezTo>
                    <a:pt x="53340" y="226695"/>
                    <a:pt x="56197" y="216218"/>
                    <a:pt x="50482" y="208598"/>
                  </a:cubicBezTo>
                  <a:cubicBezTo>
                    <a:pt x="39052" y="190500"/>
                    <a:pt x="33338" y="169545"/>
                    <a:pt x="33338" y="147638"/>
                  </a:cubicBezTo>
                  <a:cubicBezTo>
                    <a:pt x="33338" y="83820"/>
                    <a:pt x="84772" y="32385"/>
                    <a:pt x="148590" y="32385"/>
                  </a:cubicBezTo>
                  <a:cubicBezTo>
                    <a:pt x="212407" y="32385"/>
                    <a:pt x="263842" y="83820"/>
                    <a:pt x="263842" y="147638"/>
                  </a:cubicBezTo>
                  <a:cubicBezTo>
                    <a:pt x="263842" y="165735"/>
                    <a:pt x="260032" y="182880"/>
                    <a:pt x="251460" y="199073"/>
                  </a:cubicBezTo>
                  <a:cubicBezTo>
                    <a:pt x="248602" y="208598"/>
                    <a:pt x="251460" y="219075"/>
                    <a:pt x="260032" y="222885"/>
                  </a:cubicBezTo>
                  <a:lnTo>
                    <a:pt x="260032" y="2228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5" name="Google Shape;1205;p44"/>
            <p:cNvSpPr/>
            <p:nvPr/>
          </p:nvSpPr>
          <p:spPr>
            <a:xfrm>
              <a:off x="5529780" y="3568248"/>
              <a:ext cx="189923" cy="226100"/>
            </a:xfrm>
            <a:custGeom>
              <a:rect b="b" l="l" r="r" t="t"/>
              <a:pathLst>
                <a:path extrusionOk="0" h="428625" w="360044">
                  <a:moveTo>
                    <a:pt x="343853" y="396240"/>
                  </a:moveTo>
                  <a:lnTo>
                    <a:pt x="321945" y="396240"/>
                  </a:lnTo>
                  <a:cubicBezTo>
                    <a:pt x="320040" y="391478"/>
                    <a:pt x="209550" y="141922"/>
                    <a:pt x="215265" y="155258"/>
                  </a:cubicBezTo>
                  <a:cubicBezTo>
                    <a:pt x="242888" y="141922"/>
                    <a:pt x="261938" y="114300"/>
                    <a:pt x="261938" y="81915"/>
                  </a:cubicBezTo>
                  <a:cubicBezTo>
                    <a:pt x="261938" y="36195"/>
                    <a:pt x="224790" y="0"/>
                    <a:pt x="180023" y="0"/>
                  </a:cubicBezTo>
                  <a:cubicBezTo>
                    <a:pt x="135255" y="0"/>
                    <a:pt x="98107" y="37147"/>
                    <a:pt x="98107" y="81915"/>
                  </a:cubicBezTo>
                  <a:cubicBezTo>
                    <a:pt x="98107" y="114300"/>
                    <a:pt x="117157" y="141922"/>
                    <a:pt x="144780" y="155258"/>
                  </a:cubicBezTo>
                  <a:cubicBezTo>
                    <a:pt x="141923" y="160972"/>
                    <a:pt x="37148" y="400050"/>
                    <a:pt x="38100" y="396240"/>
                  </a:cubicBezTo>
                  <a:lnTo>
                    <a:pt x="16193" y="396240"/>
                  </a:lnTo>
                  <a:cubicBezTo>
                    <a:pt x="6668" y="396240"/>
                    <a:pt x="0" y="403860"/>
                    <a:pt x="0" y="412433"/>
                  </a:cubicBezTo>
                  <a:cubicBezTo>
                    <a:pt x="0" y="421005"/>
                    <a:pt x="7620" y="428625"/>
                    <a:pt x="16193" y="428625"/>
                  </a:cubicBezTo>
                  <a:lnTo>
                    <a:pt x="81915" y="428625"/>
                  </a:lnTo>
                  <a:cubicBezTo>
                    <a:pt x="91440" y="428625"/>
                    <a:pt x="98107" y="421005"/>
                    <a:pt x="98107" y="412433"/>
                  </a:cubicBezTo>
                  <a:cubicBezTo>
                    <a:pt x="98107" y="403860"/>
                    <a:pt x="90488" y="396240"/>
                    <a:pt x="81915" y="396240"/>
                  </a:cubicBezTo>
                  <a:lnTo>
                    <a:pt x="74295" y="396240"/>
                  </a:lnTo>
                  <a:lnTo>
                    <a:pt x="88582" y="360997"/>
                  </a:lnTo>
                  <a:lnTo>
                    <a:pt x="272415" y="360997"/>
                  </a:lnTo>
                  <a:lnTo>
                    <a:pt x="286703" y="396240"/>
                  </a:lnTo>
                  <a:lnTo>
                    <a:pt x="278130" y="396240"/>
                  </a:lnTo>
                  <a:cubicBezTo>
                    <a:pt x="268605" y="396240"/>
                    <a:pt x="261938" y="403860"/>
                    <a:pt x="261938" y="412433"/>
                  </a:cubicBezTo>
                  <a:cubicBezTo>
                    <a:pt x="261938" y="421005"/>
                    <a:pt x="269557" y="428625"/>
                    <a:pt x="278130" y="428625"/>
                  </a:cubicBezTo>
                  <a:lnTo>
                    <a:pt x="343853" y="428625"/>
                  </a:lnTo>
                  <a:cubicBezTo>
                    <a:pt x="353378" y="428625"/>
                    <a:pt x="360045" y="421005"/>
                    <a:pt x="360045" y="412433"/>
                  </a:cubicBezTo>
                  <a:cubicBezTo>
                    <a:pt x="360045" y="403860"/>
                    <a:pt x="352425" y="396240"/>
                    <a:pt x="343853" y="396240"/>
                  </a:cubicBezTo>
                  <a:lnTo>
                    <a:pt x="343853" y="396240"/>
                  </a:lnTo>
                  <a:close/>
                  <a:moveTo>
                    <a:pt x="179070" y="163830"/>
                  </a:moveTo>
                  <a:cubicBezTo>
                    <a:pt x="180023" y="163830"/>
                    <a:pt x="181928" y="163830"/>
                    <a:pt x="182880" y="163830"/>
                  </a:cubicBezTo>
                  <a:lnTo>
                    <a:pt x="212407" y="230505"/>
                  </a:lnTo>
                  <a:lnTo>
                    <a:pt x="145732" y="230505"/>
                  </a:lnTo>
                  <a:lnTo>
                    <a:pt x="175260" y="163830"/>
                  </a:lnTo>
                  <a:cubicBezTo>
                    <a:pt x="176213" y="163830"/>
                    <a:pt x="178118" y="163830"/>
                    <a:pt x="179070" y="163830"/>
                  </a:cubicBezTo>
                  <a:lnTo>
                    <a:pt x="179070" y="163830"/>
                  </a:lnTo>
                  <a:close/>
                  <a:moveTo>
                    <a:pt x="101918" y="328613"/>
                  </a:moveTo>
                  <a:lnTo>
                    <a:pt x="131445" y="262890"/>
                  </a:lnTo>
                  <a:lnTo>
                    <a:pt x="226695" y="262890"/>
                  </a:lnTo>
                  <a:lnTo>
                    <a:pt x="256223" y="328613"/>
                  </a:lnTo>
                  <a:lnTo>
                    <a:pt x="101918" y="32861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6" name="Google Shape;1206;p44"/>
          <p:cNvGrpSpPr/>
          <p:nvPr/>
        </p:nvGrpSpPr>
        <p:grpSpPr>
          <a:xfrm>
            <a:off x="6114971" y="3498247"/>
            <a:ext cx="296442" cy="296263"/>
            <a:chOff x="6114971" y="3498247"/>
            <a:chExt cx="296442" cy="296263"/>
          </a:xfrm>
        </p:grpSpPr>
        <p:sp>
          <p:nvSpPr>
            <p:cNvPr id="1207" name="Google Shape;1207;p44"/>
            <p:cNvSpPr/>
            <p:nvPr/>
          </p:nvSpPr>
          <p:spPr>
            <a:xfrm>
              <a:off x="6203606" y="3638752"/>
              <a:ext cx="120586" cy="155758"/>
            </a:xfrm>
            <a:custGeom>
              <a:rect b="b" l="l" r="r" t="t"/>
              <a:pathLst>
                <a:path extrusionOk="0" h="295275" w="228600">
                  <a:moveTo>
                    <a:pt x="212408" y="65722"/>
                  </a:moveTo>
                  <a:lnTo>
                    <a:pt x="196215" y="65722"/>
                  </a:lnTo>
                  <a:lnTo>
                    <a:pt x="196215" y="16193"/>
                  </a:lnTo>
                  <a:cubicBezTo>
                    <a:pt x="196215" y="6668"/>
                    <a:pt x="188595" y="0"/>
                    <a:pt x="180023" y="0"/>
                  </a:cubicBezTo>
                  <a:lnTo>
                    <a:pt x="48578" y="0"/>
                  </a:lnTo>
                  <a:cubicBezTo>
                    <a:pt x="39053" y="0"/>
                    <a:pt x="32385" y="7620"/>
                    <a:pt x="32385" y="16193"/>
                  </a:cubicBezTo>
                  <a:lnTo>
                    <a:pt x="32385" y="65722"/>
                  </a:lnTo>
                  <a:lnTo>
                    <a:pt x="16193" y="65722"/>
                  </a:lnTo>
                  <a:cubicBezTo>
                    <a:pt x="6668" y="65722"/>
                    <a:pt x="0" y="73343"/>
                    <a:pt x="0" y="81915"/>
                  </a:cubicBezTo>
                  <a:cubicBezTo>
                    <a:pt x="0" y="91440"/>
                    <a:pt x="7620" y="98108"/>
                    <a:pt x="16193" y="98108"/>
                  </a:cubicBezTo>
                  <a:lnTo>
                    <a:pt x="32385" y="98108"/>
                  </a:lnTo>
                  <a:lnTo>
                    <a:pt x="32385" y="197168"/>
                  </a:lnTo>
                  <a:lnTo>
                    <a:pt x="16193" y="197168"/>
                  </a:lnTo>
                  <a:cubicBezTo>
                    <a:pt x="6668" y="197168"/>
                    <a:pt x="0" y="204788"/>
                    <a:pt x="0" y="213360"/>
                  </a:cubicBezTo>
                  <a:cubicBezTo>
                    <a:pt x="0" y="222885"/>
                    <a:pt x="7620" y="229553"/>
                    <a:pt x="16193" y="229553"/>
                  </a:cubicBezTo>
                  <a:lnTo>
                    <a:pt x="32385" y="229553"/>
                  </a:lnTo>
                  <a:lnTo>
                    <a:pt x="32385" y="279083"/>
                  </a:lnTo>
                  <a:cubicBezTo>
                    <a:pt x="32385" y="288608"/>
                    <a:pt x="40005" y="295275"/>
                    <a:pt x="48578" y="295275"/>
                  </a:cubicBezTo>
                  <a:lnTo>
                    <a:pt x="180023" y="295275"/>
                  </a:lnTo>
                  <a:cubicBezTo>
                    <a:pt x="189548" y="295275"/>
                    <a:pt x="196215" y="287655"/>
                    <a:pt x="196215" y="279083"/>
                  </a:cubicBezTo>
                  <a:lnTo>
                    <a:pt x="196215" y="229553"/>
                  </a:lnTo>
                  <a:lnTo>
                    <a:pt x="212408" y="229553"/>
                  </a:lnTo>
                  <a:cubicBezTo>
                    <a:pt x="221933" y="229553"/>
                    <a:pt x="228600" y="221933"/>
                    <a:pt x="228600" y="213360"/>
                  </a:cubicBezTo>
                  <a:cubicBezTo>
                    <a:pt x="228600" y="203835"/>
                    <a:pt x="220980" y="197168"/>
                    <a:pt x="212408" y="197168"/>
                  </a:cubicBezTo>
                  <a:lnTo>
                    <a:pt x="196215" y="197168"/>
                  </a:lnTo>
                  <a:lnTo>
                    <a:pt x="196215" y="98108"/>
                  </a:lnTo>
                  <a:lnTo>
                    <a:pt x="212408" y="98108"/>
                  </a:lnTo>
                  <a:cubicBezTo>
                    <a:pt x="221933" y="98108"/>
                    <a:pt x="228600" y="90488"/>
                    <a:pt x="228600" y="81915"/>
                  </a:cubicBezTo>
                  <a:cubicBezTo>
                    <a:pt x="228600" y="73343"/>
                    <a:pt x="220980" y="65722"/>
                    <a:pt x="212408" y="65722"/>
                  </a:cubicBezTo>
                  <a:lnTo>
                    <a:pt x="212408" y="65722"/>
                  </a:lnTo>
                  <a:close/>
                  <a:moveTo>
                    <a:pt x="113348" y="230505"/>
                  </a:moveTo>
                  <a:cubicBezTo>
                    <a:pt x="103823" y="230505"/>
                    <a:pt x="97155" y="222885"/>
                    <a:pt x="97155" y="214313"/>
                  </a:cubicBezTo>
                  <a:cubicBezTo>
                    <a:pt x="97155" y="204788"/>
                    <a:pt x="104775" y="198120"/>
                    <a:pt x="113348" y="198120"/>
                  </a:cubicBezTo>
                  <a:cubicBezTo>
                    <a:pt x="121920" y="198120"/>
                    <a:pt x="129540" y="205740"/>
                    <a:pt x="129540" y="214313"/>
                  </a:cubicBezTo>
                  <a:cubicBezTo>
                    <a:pt x="129540" y="222885"/>
                    <a:pt x="122873" y="230505"/>
                    <a:pt x="113348" y="230505"/>
                  </a:cubicBezTo>
                  <a:lnTo>
                    <a:pt x="113348" y="230505"/>
                  </a:lnTo>
                  <a:close/>
                  <a:moveTo>
                    <a:pt x="113348" y="164783"/>
                  </a:moveTo>
                  <a:cubicBezTo>
                    <a:pt x="103823" y="164783"/>
                    <a:pt x="97155" y="157163"/>
                    <a:pt x="97155" y="148590"/>
                  </a:cubicBezTo>
                  <a:cubicBezTo>
                    <a:pt x="97155" y="139065"/>
                    <a:pt x="104775" y="132397"/>
                    <a:pt x="113348" y="132397"/>
                  </a:cubicBezTo>
                  <a:cubicBezTo>
                    <a:pt x="121920" y="132397"/>
                    <a:pt x="129540" y="140018"/>
                    <a:pt x="129540" y="148590"/>
                  </a:cubicBezTo>
                  <a:cubicBezTo>
                    <a:pt x="129540" y="157163"/>
                    <a:pt x="122873" y="164783"/>
                    <a:pt x="113348" y="164783"/>
                  </a:cubicBezTo>
                  <a:lnTo>
                    <a:pt x="113348" y="164783"/>
                  </a:lnTo>
                  <a:close/>
                  <a:moveTo>
                    <a:pt x="113348" y="99060"/>
                  </a:moveTo>
                  <a:cubicBezTo>
                    <a:pt x="103823" y="99060"/>
                    <a:pt x="97155" y="91440"/>
                    <a:pt x="97155" y="82868"/>
                  </a:cubicBezTo>
                  <a:cubicBezTo>
                    <a:pt x="97155" y="73343"/>
                    <a:pt x="104775" y="66675"/>
                    <a:pt x="113348" y="66675"/>
                  </a:cubicBezTo>
                  <a:cubicBezTo>
                    <a:pt x="121920" y="66675"/>
                    <a:pt x="129540" y="74295"/>
                    <a:pt x="129540" y="82868"/>
                  </a:cubicBezTo>
                  <a:cubicBezTo>
                    <a:pt x="129540" y="91440"/>
                    <a:pt x="122873" y="99060"/>
                    <a:pt x="113348" y="99060"/>
                  </a:cubicBezTo>
                  <a:lnTo>
                    <a:pt x="113348" y="9906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8" name="Google Shape;1208;p44"/>
            <p:cNvSpPr/>
            <p:nvPr/>
          </p:nvSpPr>
          <p:spPr>
            <a:xfrm>
              <a:off x="6114971" y="3498247"/>
              <a:ext cx="159274" cy="51751"/>
            </a:xfrm>
            <a:custGeom>
              <a:rect b="b" l="l" r="r" t="t"/>
              <a:pathLst>
                <a:path extrusionOk="0" h="98107" w="301942">
                  <a:moveTo>
                    <a:pt x="301943" y="0"/>
                  </a:moveTo>
                  <a:lnTo>
                    <a:pt x="16193" y="0"/>
                  </a:lnTo>
                  <a:cubicBezTo>
                    <a:pt x="6668" y="0"/>
                    <a:pt x="0" y="7620"/>
                    <a:pt x="0" y="16193"/>
                  </a:cubicBezTo>
                  <a:lnTo>
                    <a:pt x="0" y="98107"/>
                  </a:lnTo>
                  <a:lnTo>
                    <a:pt x="269557" y="98107"/>
                  </a:lnTo>
                  <a:lnTo>
                    <a:pt x="301943" y="0"/>
                  </a:lnTo>
                  <a:close/>
                  <a:moveTo>
                    <a:pt x="83820" y="65722"/>
                  </a:moveTo>
                  <a:cubicBezTo>
                    <a:pt x="74295" y="65722"/>
                    <a:pt x="67627" y="58103"/>
                    <a:pt x="67627" y="49530"/>
                  </a:cubicBezTo>
                  <a:cubicBezTo>
                    <a:pt x="67627" y="40005"/>
                    <a:pt x="75248" y="33338"/>
                    <a:pt x="83820" y="33338"/>
                  </a:cubicBezTo>
                  <a:cubicBezTo>
                    <a:pt x="92393" y="33338"/>
                    <a:pt x="100013" y="40957"/>
                    <a:pt x="100013" y="49530"/>
                  </a:cubicBezTo>
                  <a:cubicBezTo>
                    <a:pt x="100013" y="58103"/>
                    <a:pt x="92393" y="65722"/>
                    <a:pt x="83820" y="65722"/>
                  </a:cubicBezTo>
                  <a:lnTo>
                    <a:pt x="83820" y="65722"/>
                  </a:lnTo>
                  <a:close/>
                  <a:moveTo>
                    <a:pt x="149543" y="65722"/>
                  </a:moveTo>
                  <a:cubicBezTo>
                    <a:pt x="140018" y="65722"/>
                    <a:pt x="133350" y="58103"/>
                    <a:pt x="133350" y="49530"/>
                  </a:cubicBezTo>
                  <a:cubicBezTo>
                    <a:pt x="133350" y="40005"/>
                    <a:pt x="140970" y="33338"/>
                    <a:pt x="149543" y="33338"/>
                  </a:cubicBezTo>
                  <a:cubicBezTo>
                    <a:pt x="158115" y="33338"/>
                    <a:pt x="165735" y="40957"/>
                    <a:pt x="165735" y="49530"/>
                  </a:cubicBezTo>
                  <a:cubicBezTo>
                    <a:pt x="165735" y="58103"/>
                    <a:pt x="158115" y="65722"/>
                    <a:pt x="149543" y="65722"/>
                  </a:cubicBezTo>
                  <a:lnTo>
                    <a:pt x="149543" y="65722"/>
                  </a:lnTo>
                  <a:close/>
                  <a:moveTo>
                    <a:pt x="215265" y="65722"/>
                  </a:moveTo>
                  <a:cubicBezTo>
                    <a:pt x="205740" y="65722"/>
                    <a:pt x="199073" y="58103"/>
                    <a:pt x="199073" y="49530"/>
                  </a:cubicBezTo>
                  <a:cubicBezTo>
                    <a:pt x="199073" y="40005"/>
                    <a:pt x="206693" y="33338"/>
                    <a:pt x="215265" y="33338"/>
                  </a:cubicBezTo>
                  <a:cubicBezTo>
                    <a:pt x="223838" y="33338"/>
                    <a:pt x="231457" y="40957"/>
                    <a:pt x="231457" y="49530"/>
                  </a:cubicBezTo>
                  <a:cubicBezTo>
                    <a:pt x="231457" y="58103"/>
                    <a:pt x="223838" y="65722"/>
                    <a:pt x="215265" y="65722"/>
                  </a:cubicBezTo>
                  <a:lnTo>
                    <a:pt x="215265" y="6572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9" name="Google Shape;1209;p44"/>
            <p:cNvSpPr/>
            <p:nvPr/>
          </p:nvSpPr>
          <p:spPr>
            <a:xfrm>
              <a:off x="6114971" y="3498247"/>
              <a:ext cx="296442" cy="208011"/>
            </a:xfrm>
            <a:custGeom>
              <a:rect b="b" l="l" r="r" t="t"/>
              <a:pathLst>
                <a:path extrusionOk="0" h="394334" w="561975">
                  <a:moveTo>
                    <a:pt x="545782" y="0"/>
                  </a:moveTo>
                  <a:lnTo>
                    <a:pt x="337185" y="0"/>
                  </a:lnTo>
                  <a:lnTo>
                    <a:pt x="297180" y="120015"/>
                  </a:lnTo>
                  <a:cubicBezTo>
                    <a:pt x="295275" y="126682"/>
                    <a:pt x="288607" y="131445"/>
                    <a:pt x="281940" y="131445"/>
                  </a:cubicBezTo>
                  <a:lnTo>
                    <a:pt x="0" y="131445"/>
                  </a:lnTo>
                  <a:lnTo>
                    <a:pt x="0" y="378143"/>
                  </a:lnTo>
                  <a:cubicBezTo>
                    <a:pt x="0" y="387668"/>
                    <a:pt x="7620" y="394335"/>
                    <a:pt x="16193" y="394335"/>
                  </a:cubicBezTo>
                  <a:lnTo>
                    <a:pt x="165735" y="394335"/>
                  </a:lnTo>
                  <a:lnTo>
                    <a:pt x="165735" y="393382"/>
                  </a:lnTo>
                  <a:cubicBezTo>
                    <a:pt x="146685" y="386715"/>
                    <a:pt x="132398" y="368618"/>
                    <a:pt x="132398" y="346710"/>
                  </a:cubicBezTo>
                  <a:cubicBezTo>
                    <a:pt x="132398" y="324803"/>
                    <a:pt x="145732" y="306705"/>
                    <a:pt x="165735" y="300038"/>
                  </a:cubicBezTo>
                  <a:lnTo>
                    <a:pt x="165735" y="280988"/>
                  </a:lnTo>
                  <a:cubicBezTo>
                    <a:pt x="165735" y="253365"/>
                    <a:pt x="187643" y="231457"/>
                    <a:pt x="215265" y="231457"/>
                  </a:cubicBezTo>
                  <a:lnTo>
                    <a:pt x="346710" y="231457"/>
                  </a:lnTo>
                  <a:cubicBezTo>
                    <a:pt x="374332" y="231457"/>
                    <a:pt x="396240" y="253365"/>
                    <a:pt x="396240" y="280988"/>
                  </a:cubicBezTo>
                  <a:lnTo>
                    <a:pt x="396240" y="300038"/>
                  </a:lnTo>
                  <a:cubicBezTo>
                    <a:pt x="415290" y="306705"/>
                    <a:pt x="429577" y="324803"/>
                    <a:pt x="429577" y="346710"/>
                  </a:cubicBezTo>
                  <a:cubicBezTo>
                    <a:pt x="429577" y="368618"/>
                    <a:pt x="416243" y="386715"/>
                    <a:pt x="396240" y="393382"/>
                  </a:cubicBezTo>
                  <a:lnTo>
                    <a:pt x="396240" y="394335"/>
                  </a:lnTo>
                  <a:lnTo>
                    <a:pt x="545782" y="394335"/>
                  </a:lnTo>
                  <a:cubicBezTo>
                    <a:pt x="555307" y="394335"/>
                    <a:pt x="561975" y="386715"/>
                    <a:pt x="561975" y="378143"/>
                  </a:cubicBezTo>
                  <a:lnTo>
                    <a:pt x="561975" y="16193"/>
                  </a:lnTo>
                  <a:cubicBezTo>
                    <a:pt x="561975" y="7620"/>
                    <a:pt x="554355" y="0"/>
                    <a:pt x="545782" y="0"/>
                  </a:cubicBezTo>
                  <a:lnTo>
                    <a:pt x="545782" y="0"/>
                  </a:lnTo>
                  <a:close/>
                  <a:moveTo>
                    <a:pt x="445770" y="197168"/>
                  </a:moveTo>
                  <a:lnTo>
                    <a:pt x="116205" y="197168"/>
                  </a:lnTo>
                  <a:cubicBezTo>
                    <a:pt x="106680" y="197168"/>
                    <a:pt x="100013" y="189547"/>
                    <a:pt x="100013" y="180975"/>
                  </a:cubicBezTo>
                  <a:cubicBezTo>
                    <a:pt x="100013" y="171450"/>
                    <a:pt x="107632" y="164782"/>
                    <a:pt x="116205" y="164782"/>
                  </a:cubicBezTo>
                  <a:lnTo>
                    <a:pt x="445770" y="164782"/>
                  </a:lnTo>
                  <a:cubicBezTo>
                    <a:pt x="455295" y="164782"/>
                    <a:pt x="461963" y="172403"/>
                    <a:pt x="461963" y="180975"/>
                  </a:cubicBezTo>
                  <a:cubicBezTo>
                    <a:pt x="461963" y="190500"/>
                    <a:pt x="454343" y="197168"/>
                    <a:pt x="445770" y="197168"/>
                  </a:cubicBezTo>
                  <a:lnTo>
                    <a:pt x="445770" y="19716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10" name="Google Shape;1210;p44"/>
          <p:cNvGrpSpPr/>
          <p:nvPr/>
        </p:nvGrpSpPr>
        <p:grpSpPr>
          <a:xfrm>
            <a:off x="6813130" y="3497406"/>
            <a:ext cx="298375" cy="297368"/>
            <a:chOff x="6813130" y="3497406"/>
            <a:chExt cx="298375" cy="297368"/>
          </a:xfrm>
        </p:grpSpPr>
        <p:sp>
          <p:nvSpPr>
            <p:cNvPr id="1211" name="Google Shape;1211;p44"/>
            <p:cNvSpPr/>
            <p:nvPr/>
          </p:nvSpPr>
          <p:spPr>
            <a:xfrm>
              <a:off x="6954988" y="3550622"/>
              <a:ext cx="17585" cy="69337"/>
            </a:xfrm>
            <a:custGeom>
              <a:rect b="b" l="l" r="r" t="t"/>
              <a:pathLst>
                <a:path extrusionOk="0" h="131445" w="33337">
                  <a:moveTo>
                    <a:pt x="0" y="0"/>
                  </a:moveTo>
                  <a:lnTo>
                    <a:pt x="33338" y="0"/>
                  </a:lnTo>
                  <a:lnTo>
                    <a:pt x="33338" y="131445"/>
                  </a:lnTo>
                  <a:lnTo>
                    <a:pt x="0" y="13144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44"/>
            <p:cNvSpPr/>
            <p:nvPr/>
          </p:nvSpPr>
          <p:spPr>
            <a:xfrm>
              <a:off x="6920238" y="3585370"/>
              <a:ext cx="17585" cy="34668"/>
            </a:xfrm>
            <a:custGeom>
              <a:rect b="b" l="l" r="r" t="t"/>
              <a:pathLst>
                <a:path extrusionOk="0" h="65722" w="33337">
                  <a:moveTo>
                    <a:pt x="0" y="0"/>
                  </a:moveTo>
                  <a:lnTo>
                    <a:pt x="33338" y="0"/>
                  </a:lnTo>
                  <a:lnTo>
                    <a:pt x="33338" y="65722"/>
                  </a:lnTo>
                  <a:lnTo>
                    <a:pt x="0" y="6572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13" name="Google Shape;1213;p44"/>
            <p:cNvGrpSpPr/>
            <p:nvPr/>
          </p:nvGrpSpPr>
          <p:grpSpPr>
            <a:xfrm>
              <a:off x="6813130" y="3497406"/>
              <a:ext cx="298375" cy="297368"/>
              <a:chOff x="10336291" y="4422933"/>
              <a:chExt cx="564356" cy="562451"/>
            </a:xfrm>
          </p:grpSpPr>
          <p:sp>
            <p:nvSpPr>
              <p:cNvPr id="1214" name="Google Shape;1214;p44"/>
              <p:cNvSpPr/>
              <p:nvPr/>
            </p:nvSpPr>
            <p:spPr>
              <a:xfrm>
                <a:off x="10669904" y="4621529"/>
                <a:ext cx="33337" cy="33337"/>
              </a:xfrm>
              <a:custGeom>
                <a:rect b="b" l="l" r="r" t="t"/>
                <a:pathLst>
                  <a:path extrusionOk="0" h="33337" w="33337">
                    <a:moveTo>
                      <a:pt x="0" y="0"/>
                    </a:moveTo>
                    <a:lnTo>
                      <a:pt x="33337" y="0"/>
                    </a:lnTo>
                    <a:lnTo>
                      <a:pt x="33337" y="33338"/>
                    </a:lnTo>
                    <a:lnTo>
                      <a:pt x="0"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5" name="Google Shape;1215;p44"/>
              <p:cNvSpPr/>
              <p:nvPr/>
            </p:nvSpPr>
            <p:spPr>
              <a:xfrm>
                <a:off x="10336291" y="4422933"/>
                <a:ext cx="564356" cy="562451"/>
              </a:xfrm>
              <a:custGeom>
                <a:rect b="b" l="l" r="r" t="t"/>
                <a:pathLst>
                  <a:path extrusionOk="0" h="562451" w="564356">
                    <a:moveTo>
                      <a:pt x="536496" y="401479"/>
                    </a:moveTo>
                    <a:lnTo>
                      <a:pt x="531733" y="406241"/>
                    </a:lnTo>
                    <a:lnTo>
                      <a:pt x="531733" y="313849"/>
                    </a:lnTo>
                    <a:cubicBezTo>
                      <a:pt x="531733" y="286226"/>
                      <a:pt x="509825" y="264319"/>
                      <a:pt x="482204" y="264319"/>
                    </a:cubicBezTo>
                    <a:lnTo>
                      <a:pt x="445056" y="264319"/>
                    </a:lnTo>
                    <a:cubicBezTo>
                      <a:pt x="455533" y="244316"/>
                      <a:pt x="462200" y="222409"/>
                      <a:pt x="464106" y="198596"/>
                    </a:cubicBezTo>
                    <a:lnTo>
                      <a:pt x="482204" y="198596"/>
                    </a:lnTo>
                    <a:cubicBezTo>
                      <a:pt x="509825" y="198596"/>
                      <a:pt x="531733" y="176689"/>
                      <a:pt x="531733" y="149066"/>
                    </a:cubicBezTo>
                    <a:lnTo>
                      <a:pt x="531733" y="56674"/>
                    </a:lnTo>
                    <a:lnTo>
                      <a:pt x="536496" y="61436"/>
                    </a:lnTo>
                    <a:cubicBezTo>
                      <a:pt x="539354" y="64294"/>
                      <a:pt x="544116" y="66199"/>
                      <a:pt x="547925" y="66199"/>
                    </a:cubicBezTo>
                    <a:cubicBezTo>
                      <a:pt x="551736" y="66199"/>
                      <a:pt x="556498" y="64294"/>
                      <a:pt x="559356" y="61436"/>
                    </a:cubicBezTo>
                    <a:cubicBezTo>
                      <a:pt x="566023" y="54769"/>
                      <a:pt x="566023" y="44291"/>
                      <a:pt x="559356" y="38576"/>
                    </a:cubicBezTo>
                    <a:lnTo>
                      <a:pt x="526019" y="5239"/>
                    </a:lnTo>
                    <a:cubicBezTo>
                      <a:pt x="524113" y="3334"/>
                      <a:pt x="522208" y="2381"/>
                      <a:pt x="520304" y="1429"/>
                    </a:cubicBezTo>
                    <a:cubicBezTo>
                      <a:pt x="516493" y="-476"/>
                      <a:pt x="511731" y="-476"/>
                      <a:pt x="507921" y="1429"/>
                    </a:cubicBezTo>
                    <a:cubicBezTo>
                      <a:pt x="506016" y="2381"/>
                      <a:pt x="504111" y="3334"/>
                      <a:pt x="502206" y="5239"/>
                    </a:cubicBezTo>
                    <a:lnTo>
                      <a:pt x="468868" y="38576"/>
                    </a:lnTo>
                    <a:cubicBezTo>
                      <a:pt x="462200" y="45244"/>
                      <a:pt x="462200" y="55721"/>
                      <a:pt x="468868" y="61436"/>
                    </a:cubicBezTo>
                    <a:cubicBezTo>
                      <a:pt x="475536" y="68104"/>
                      <a:pt x="486013" y="68104"/>
                      <a:pt x="491729" y="61436"/>
                    </a:cubicBezTo>
                    <a:lnTo>
                      <a:pt x="496491" y="56674"/>
                    </a:lnTo>
                    <a:lnTo>
                      <a:pt x="496491" y="149066"/>
                    </a:lnTo>
                    <a:cubicBezTo>
                      <a:pt x="496491" y="158591"/>
                      <a:pt x="488871" y="165259"/>
                      <a:pt x="480298" y="165259"/>
                    </a:cubicBezTo>
                    <a:lnTo>
                      <a:pt x="462200" y="165259"/>
                    </a:lnTo>
                    <a:cubicBezTo>
                      <a:pt x="453629" y="72866"/>
                      <a:pt x="376475" y="476"/>
                      <a:pt x="282179" y="476"/>
                    </a:cubicBezTo>
                    <a:cubicBezTo>
                      <a:pt x="187881" y="476"/>
                      <a:pt x="110729" y="72866"/>
                      <a:pt x="102156" y="165259"/>
                    </a:cubicBezTo>
                    <a:lnTo>
                      <a:pt x="84058" y="165259"/>
                    </a:lnTo>
                    <a:cubicBezTo>
                      <a:pt x="74533" y="165259"/>
                      <a:pt x="67866" y="157639"/>
                      <a:pt x="67866" y="149066"/>
                    </a:cubicBezTo>
                    <a:lnTo>
                      <a:pt x="67866" y="56674"/>
                    </a:lnTo>
                    <a:lnTo>
                      <a:pt x="72629" y="61436"/>
                    </a:lnTo>
                    <a:cubicBezTo>
                      <a:pt x="75486" y="64294"/>
                      <a:pt x="80248" y="66199"/>
                      <a:pt x="84058" y="66199"/>
                    </a:cubicBezTo>
                    <a:cubicBezTo>
                      <a:pt x="87868" y="66199"/>
                      <a:pt x="92631" y="64294"/>
                      <a:pt x="95488" y="61436"/>
                    </a:cubicBezTo>
                    <a:cubicBezTo>
                      <a:pt x="102156" y="54769"/>
                      <a:pt x="102156" y="44291"/>
                      <a:pt x="95488" y="38576"/>
                    </a:cubicBezTo>
                    <a:lnTo>
                      <a:pt x="62150" y="5239"/>
                    </a:lnTo>
                    <a:cubicBezTo>
                      <a:pt x="60246" y="3334"/>
                      <a:pt x="58341" y="2381"/>
                      <a:pt x="56436" y="1429"/>
                    </a:cubicBezTo>
                    <a:cubicBezTo>
                      <a:pt x="52625" y="-476"/>
                      <a:pt x="47863" y="-476"/>
                      <a:pt x="44054" y="1429"/>
                    </a:cubicBezTo>
                    <a:cubicBezTo>
                      <a:pt x="42148" y="2381"/>
                      <a:pt x="40243" y="3334"/>
                      <a:pt x="38338" y="5239"/>
                    </a:cubicBezTo>
                    <a:lnTo>
                      <a:pt x="5000" y="38576"/>
                    </a:lnTo>
                    <a:cubicBezTo>
                      <a:pt x="-1667" y="45244"/>
                      <a:pt x="-1667" y="55721"/>
                      <a:pt x="5000" y="61436"/>
                    </a:cubicBezTo>
                    <a:cubicBezTo>
                      <a:pt x="11668" y="68104"/>
                      <a:pt x="22146" y="68104"/>
                      <a:pt x="27861" y="61436"/>
                    </a:cubicBezTo>
                    <a:lnTo>
                      <a:pt x="32623" y="56674"/>
                    </a:lnTo>
                    <a:lnTo>
                      <a:pt x="32623" y="149066"/>
                    </a:lnTo>
                    <a:cubicBezTo>
                      <a:pt x="32623" y="176689"/>
                      <a:pt x="54531" y="198596"/>
                      <a:pt x="82154" y="198596"/>
                    </a:cubicBezTo>
                    <a:lnTo>
                      <a:pt x="100250" y="198596"/>
                    </a:lnTo>
                    <a:cubicBezTo>
                      <a:pt x="102156" y="222409"/>
                      <a:pt x="108823" y="244316"/>
                      <a:pt x="119300" y="264319"/>
                    </a:cubicBezTo>
                    <a:lnTo>
                      <a:pt x="82154" y="264319"/>
                    </a:lnTo>
                    <a:cubicBezTo>
                      <a:pt x="54531" y="264319"/>
                      <a:pt x="32623" y="286226"/>
                      <a:pt x="32623" y="313849"/>
                    </a:cubicBezTo>
                    <a:lnTo>
                      <a:pt x="32623" y="406241"/>
                    </a:lnTo>
                    <a:lnTo>
                      <a:pt x="27861" y="401479"/>
                    </a:lnTo>
                    <a:cubicBezTo>
                      <a:pt x="21193" y="394811"/>
                      <a:pt x="10716" y="394811"/>
                      <a:pt x="5000" y="401479"/>
                    </a:cubicBezTo>
                    <a:cubicBezTo>
                      <a:pt x="-1667" y="408146"/>
                      <a:pt x="-1667" y="418624"/>
                      <a:pt x="5000" y="424339"/>
                    </a:cubicBezTo>
                    <a:lnTo>
                      <a:pt x="38338" y="457676"/>
                    </a:lnTo>
                    <a:cubicBezTo>
                      <a:pt x="41196" y="460534"/>
                      <a:pt x="45958" y="462439"/>
                      <a:pt x="49768" y="462439"/>
                    </a:cubicBezTo>
                    <a:cubicBezTo>
                      <a:pt x="53579" y="462439"/>
                      <a:pt x="58341" y="460534"/>
                      <a:pt x="61198" y="457676"/>
                    </a:cubicBezTo>
                    <a:lnTo>
                      <a:pt x="94536" y="424339"/>
                    </a:lnTo>
                    <a:cubicBezTo>
                      <a:pt x="101204" y="417671"/>
                      <a:pt x="101204" y="407194"/>
                      <a:pt x="94536" y="401479"/>
                    </a:cubicBezTo>
                    <a:cubicBezTo>
                      <a:pt x="87868" y="394811"/>
                      <a:pt x="77391" y="394811"/>
                      <a:pt x="71675" y="401479"/>
                    </a:cubicBezTo>
                    <a:lnTo>
                      <a:pt x="66913" y="406241"/>
                    </a:lnTo>
                    <a:lnTo>
                      <a:pt x="66913" y="313849"/>
                    </a:lnTo>
                    <a:cubicBezTo>
                      <a:pt x="66913" y="304324"/>
                      <a:pt x="74533" y="297656"/>
                      <a:pt x="83106" y="297656"/>
                    </a:cubicBezTo>
                    <a:lnTo>
                      <a:pt x="142161" y="297656"/>
                    </a:lnTo>
                    <a:cubicBezTo>
                      <a:pt x="171688" y="333851"/>
                      <a:pt x="215504" y="358616"/>
                      <a:pt x="265033" y="362426"/>
                    </a:cubicBezTo>
                    <a:lnTo>
                      <a:pt x="265033" y="395764"/>
                    </a:lnTo>
                    <a:lnTo>
                      <a:pt x="248841" y="395764"/>
                    </a:lnTo>
                    <a:cubicBezTo>
                      <a:pt x="239316" y="395764"/>
                      <a:pt x="232648" y="403384"/>
                      <a:pt x="232648" y="411956"/>
                    </a:cubicBezTo>
                    <a:lnTo>
                      <a:pt x="232648" y="512921"/>
                    </a:lnTo>
                    <a:cubicBezTo>
                      <a:pt x="232648" y="540544"/>
                      <a:pt x="254556" y="562451"/>
                      <a:pt x="282179" y="562451"/>
                    </a:cubicBezTo>
                    <a:cubicBezTo>
                      <a:pt x="309800" y="562451"/>
                      <a:pt x="331708" y="540544"/>
                      <a:pt x="331708" y="512921"/>
                    </a:cubicBezTo>
                    <a:lnTo>
                      <a:pt x="331708" y="411956"/>
                    </a:lnTo>
                    <a:cubicBezTo>
                      <a:pt x="331708" y="402431"/>
                      <a:pt x="324088" y="395764"/>
                      <a:pt x="315516" y="395764"/>
                    </a:cubicBezTo>
                    <a:lnTo>
                      <a:pt x="299323" y="395764"/>
                    </a:lnTo>
                    <a:lnTo>
                      <a:pt x="299323" y="362426"/>
                    </a:lnTo>
                    <a:cubicBezTo>
                      <a:pt x="348854" y="357664"/>
                      <a:pt x="392668" y="333851"/>
                      <a:pt x="422196" y="297656"/>
                    </a:cubicBezTo>
                    <a:lnTo>
                      <a:pt x="481250" y="297656"/>
                    </a:lnTo>
                    <a:cubicBezTo>
                      <a:pt x="490775" y="297656"/>
                      <a:pt x="497443" y="305276"/>
                      <a:pt x="497443" y="313849"/>
                    </a:cubicBezTo>
                    <a:lnTo>
                      <a:pt x="497443" y="406241"/>
                    </a:lnTo>
                    <a:lnTo>
                      <a:pt x="492681" y="401479"/>
                    </a:lnTo>
                    <a:cubicBezTo>
                      <a:pt x="486013" y="394811"/>
                      <a:pt x="475536" y="394811"/>
                      <a:pt x="469821" y="401479"/>
                    </a:cubicBezTo>
                    <a:cubicBezTo>
                      <a:pt x="463154" y="408146"/>
                      <a:pt x="463154" y="418624"/>
                      <a:pt x="469821" y="424339"/>
                    </a:cubicBezTo>
                    <a:lnTo>
                      <a:pt x="503158" y="457676"/>
                    </a:lnTo>
                    <a:cubicBezTo>
                      <a:pt x="506016" y="460534"/>
                      <a:pt x="510779" y="462439"/>
                      <a:pt x="514588" y="462439"/>
                    </a:cubicBezTo>
                    <a:cubicBezTo>
                      <a:pt x="518398" y="462439"/>
                      <a:pt x="523161" y="460534"/>
                      <a:pt x="526019" y="457676"/>
                    </a:cubicBezTo>
                    <a:lnTo>
                      <a:pt x="559356" y="424339"/>
                    </a:lnTo>
                    <a:cubicBezTo>
                      <a:pt x="566023" y="417671"/>
                      <a:pt x="566023" y="407194"/>
                      <a:pt x="559356" y="401479"/>
                    </a:cubicBezTo>
                    <a:cubicBezTo>
                      <a:pt x="553641" y="394811"/>
                      <a:pt x="543163" y="394811"/>
                      <a:pt x="536496" y="401479"/>
                    </a:cubicBezTo>
                    <a:lnTo>
                      <a:pt x="536496" y="401479"/>
                    </a:lnTo>
                    <a:close/>
                    <a:moveTo>
                      <a:pt x="399336" y="248126"/>
                    </a:moveTo>
                    <a:cubicBezTo>
                      <a:pt x="399336" y="257651"/>
                      <a:pt x="391716" y="264319"/>
                      <a:pt x="383143" y="264319"/>
                    </a:cubicBezTo>
                    <a:lnTo>
                      <a:pt x="185975" y="264319"/>
                    </a:lnTo>
                    <a:cubicBezTo>
                      <a:pt x="176450" y="264319"/>
                      <a:pt x="169783" y="256699"/>
                      <a:pt x="169783" y="248126"/>
                    </a:cubicBezTo>
                    <a:lnTo>
                      <a:pt x="169783" y="149066"/>
                    </a:lnTo>
                    <a:cubicBezTo>
                      <a:pt x="169783" y="139541"/>
                      <a:pt x="177404" y="132874"/>
                      <a:pt x="185975" y="132874"/>
                    </a:cubicBezTo>
                    <a:lnTo>
                      <a:pt x="235506" y="132874"/>
                    </a:lnTo>
                    <a:lnTo>
                      <a:pt x="235506" y="83344"/>
                    </a:lnTo>
                    <a:cubicBezTo>
                      <a:pt x="235506" y="73819"/>
                      <a:pt x="243125" y="67151"/>
                      <a:pt x="251698" y="67151"/>
                    </a:cubicBezTo>
                    <a:lnTo>
                      <a:pt x="317421" y="67151"/>
                    </a:lnTo>
                    <a:cubicBezTo>
                      <a:pt x="326946" y="67151"/>
                      <a:pt x="333613" y="74771"/>
                      <a:pt x="333613" y="83344"/>
                    </a:cubicBezTo>
                    <a:lnTo>
                      <a:pt x="333613" y="165259"/>
                    </a:lnTo>
                    <a:lnTo>
                      <a:pt x="383143" y="165259"/>
                    </a:lnTo>
                    <a:cubicBezTo>
                      <a:pt x="392668" y="165259"/>
                      <a:pt x="399336" y="172879"/>
                      <a:pt x="399336" y="181451"/>
                    </a:cubicBezTo>
                    <a:lnTo>
                      <a:pt x="399336" y="24812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16" name="Google Shape;1216;p44"/>
          <p:cNvGrpSpPr/>
          <p:nvPr/>
        </p:nvGrpSpPr>
        <p:grpSpPr>
          <a:xfrm>
            <a:off x="7514998" y="3498750"/>
            <a:ext cx="260309" cy="295979"/>
            <a:chOff x="7514998" y="3498750"/>
            <a:chExt cx="260309" cy="295979"/>
          </a:xfrm>
        </p:grpSpPr>
        <p:sp>
          <p:nvSpPr>
            <p:cNvPr id="1217" name="Google Shape;1217;p44"/>
            <p:cNvSpPr/>
            <p:nvPr/>
          </p:nvSpPr>
          <p:spPr>
            <a:xfrm>
              <a:off x="7567877" y="3498750"/>
              <a:ext cx="51751" cy="51751"/>
            </a:xfrm>
            <a:custGeom>
              <a:rect b="b" l="l" r="r" t="t"/>
              <a:pathLst>
                <a:path extrusionOk="0" h="98107" w="98107">
                  <a:moveTo>
                    <a:pt x="81915" y="98107"/>
                  </a:moveTo>
                  <a:lnTo>
                    <a:pt x="16192" y="98107"/>
                  </a:lnTo>
                  <a:cubicBezTo>
                    <a:pt x="6667" y="98107"/>
                    <a:pt x="0" y="90488"/>
                    <a:pt x="0" y="81915"/>
                  </a:cubicBezTo>
                  <a:lnTo>
                    <a:pt x="0" y="16192"/>
                  </a:lnTo>
                  <a:cubicBezTo>
                    <a:pt x="0" y="6667"/>
                    <a:pt x="7620" y="0"/>
                    <a:pt x="16192" y="0"/>
                  </a:cubicBezTo>
                  <a:lnTo>
                    <a:pt x="81915" y="0"/>
                  </a:lnTo>
                  <a:cubicBezTo>
                    <a:pt x="91440" y="0"/>
                    <a:pt x="98108" y="7620"/>
                    <a:pt x="98108" y="16192"/>
                  </a:cubicBezTo>
                  <a:lnTo>
                    <a:pt x="98108" y="81915"/>
                  </a:lnTo>
                  <a:cubicBezTo>
                    <a:pt x="98108" y="90488"/>
                    <a:pt x="90488" y="98107"/>
                    <a:pt x="81915" y="98107"/>
                  </a:cubicBezTo>
                  <a:lnTo>
                    <a:pt x="81915" y="9810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8" name="Google Shape;1218;p44"/>
            <p:cNvSpPr/>
            <p:nvPr/>
          </p:nvSpPr>
          <p:spPr>
            <a:xfrm>
              <a:off x="7672123" y="3498750"/>
              <a:ext cx="51751" cy="51751"/>
            </a:xfrm>
            <a:custGeom>
              <a:rect b="b" l="l" r="r" t="t"/>
              <a:pathLst>
                <a:path extrusionOk="0" h="98107" w="98107">
                  <a:moveTo>
                    <a:pt x="81916" y="98107"/>
                  </a:moveTo>
                  <a:lnTo>
                    <a:pt x="16193" y="98107"/>
                  </a:lnTo>
                  <a:cubicBezTo>
                    <a:pt x="6668" y="98107"/>
                    <a:pt x="0" y="90488"/>
                    <a:pt x="0" y="81915"/>
                  </a:cubicBezTo>
                  <a:lnTo>
                    <a:pt x="0" y="16192"/>
                  </a:lnTo>
                  <a:cubicBezTo>
                    <a:pt x="0" y="6667"/>
                    <a:pt x="7620" y="0"/>
                    <a:pt x="16193" y="0"/>
                  </a:cubicBezTo>
                  <a:lnTo>
                    <a:pt x="81916" y="0"/>
                  </a:lnTo>
                  <a:cubicBezTo>
                    <a:pt x="91441" y="0"/>
                    <a:pt x="98108" y="7620"/>
                    <a:pt x="98108" y="16192"/>
                  </a:cubicBezTo>
                  <a:lnTo>
                    <a:pt x="98108" y="81915"/>
                  </a:lnTo>
                  <a:cubicBezTo>
                    <a:pt x="98108" y="90488"/>
                    <a:pt x="90488" y="98107"/>
                    <a:pt x="81916" y="98107"/>
                  </a:cubicBezTo>
                  <a:lnTo>
                    <a:pt x="81916" y="9810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9" name="Google Shape;1219;p44"/>
            <p:cNvSpPr/>
            <p:nvPr/>
          </p:nvSpPr>
          <p:spPr>
            <a:xfrm>
              <a:off x="7569388" y="3604004"/>
              <a:ext cx="153747" cy="153748"/>
            </a:xfrm>
            <a:custGeom>
              <a:rect b="b" l="l" r="r" t="t"/>
              <a:pathLst>
                <a:path extrusionOk="0" h="291465" w="291464">
                  <a:moveTo>
                    <a:pt x="276225" y="129540"/>
                  </a:moveTo>
                  <a:lnTo>
                    <a:pt x="291465" y="129540"/>
                  </a:lnTo>
                  <a:cubicBezTo>
                    <a:pt x="288607" y="100965"/>
                    <a:pt x="277177" y="75247"/>
                    <a:pt x="260032" y="54293"/>
                  </a:cubicBezTo>
                  <a:lnTo>
                    <a:pt x="249555" y="64770"/>
                  </a:lnTo>
                  <a:cubicBezTo>
                    <a:pt x="242888" y="71438"/>
                    <a:pt x="232409" y="71438"/>
                    <a:pt x="226694" y="64770"/>
                  </a:cubicBezTo>
                  <a:cubicBezTo>
                    <a:pt x="220027" y="58103"/>
                    <a:pt x="220027" y="47625"/>
                    <a:pt x="226694" y="41910"/>
                  </a:cubicBezTo>
                  <a:lnTo>
                    <a:pt x="237172" y="31432"/>
                  </a:lnTo>
                  <a:cubicBezTo>
                    <a:pt x="216217" y="14288"/>
                    <a:pt x="190500" y="3810"/>
                    <a:pt x="161925" y="0"/>
                  </a:cubicBezTo>
                  <a:lnTo>
                    <a:pt x="161925" y="15240"/>
                  </a:lnTo>
                  <a:cubicBezTo>
                    <a:pt x="161925" y="24765"/>
                    <a:pt x="154305" y="31432"/>
                    <a:pt x="145732" y="31432"/>
                  </a:cubicBezTo>
                  <a:cubicBezTo>
                    <a:pt x="136207" y="31432"/>
                    <a:pt x="129540" y="23813"/>
                    <a:pt x="129540" y="15240"/>
                  </a:cubicBezTo>
                  <a:lnTo>
                    <a:pt x="129540" y="0"/>
                  </a:lnTo>
                  <a:cubicBezTo>
                    <a:pt x="100965" y="2857"/>
                    <a:pt x="75247" y="14288"/>
                    <a:pt x="54292" y="31432"/>
                  </a:cubicBezTo>
                  <a:lnTo>
                    <a:pt x="64769" y="41910"/>
                  </a:lnTo>
                  <a:cubicBezTo>
                    <a:pt x="71438" y="48578"/>
                    <a:pt x="71438" y="59055"/>
                    <a:pt x="64769" y="64770"/>
                  </a:cubicBezTo>
                  <a:cubicBezTo>
                    <a:pt x="58102" y="71438"/>
                    <a:pt x="47625" y="71438"/>
                    <a:pt x="41909" y="64770"/>
                  </a:cubicBezTo>
                  <a:lnTo>
                    <a:pt x="31432" y="54293"/>
                  </a:lnTo>
                  <a:cubicBezTo>
                    <a:pt x="14288" y="75247"/>
                    <a:pt x="3809" y="100965"/>
                    <a:pt x="0" y="129540"/>
                  </a:cubicBezTo>
                  <a:lnTo>
                    <a:pt x="15240" y="129540"/>
                  </a:lnTo>
                  <a:cubicBezTo>
                    <a:pt x="24765" y="129540"/>
                    <a:pt x="31432" y="137160"/>
                    <a:pt x="31432" y="145732"/>
                  </a:cubicBezTo>
                  <a:cubicBezTo>
                    <a:pt x="31432" y="155257"/>
                    <a:pt x="23813" y="161925"/>
                    <a:pt x="15240" y="161925"/>
                  </a:cubicBezTo>
                  <a:lnTo>
                    <a:pt x="0" y="161925"/>
                  </a:lnTo>
                  <a:cubicBezTo>
                    <a:pt x="2857" y="190500"/>
                    <a:pt x="14288" y="216218"/>
                    <a:pt x="31432" y="237172"/>
                  </a:cubicBezTo>
                  <a:lnTo>
                    <a:pt x="41909" y="226695"/>
                  </a:lnTo>
                  <a:cubicBezTo>
                    <a:pt x="48577" y="220028"/>
                    <a:pt x="59055" y="220028"/>
                    <a:pt x="64769" y="226695"/>
                  </a:cubicBezTo>
                  <a:cubicBezTo>
                    <a:pt x="71438" y="233363"/>
                    <a:pt x="71438" y="243840"/>
                    <a:pt x="64769" y="249555"/>
                  </a:cubicBezTo>
                  <a:lnTo>
                    <a:pt x="54292" y="260032"/>
                  </a:lnTo>
                  <a:cubicBezTo>
                    <a:pt x="75247" y="277178"/>
                    <a:pt x="100965" y="287655"/>
                    <a:pt x="129540" y="291465"/>
                  </a:cubicBezTo>
                  <a:lnTo>
                    <a:pt x="129540" y="276225"/>
                  </a:lnTo>
                  <a:cubicBezTo>
                    <a:pt x="129540" y="266700"/>
                    <a:pt x="137159" y="260032"/>
                    <a:pt x="145732" y="260032"/>
                  </a:cubicBezTo>
                  <a:cubicBezTo>
                    <a:pt x="155257" y="260032"/>
                    <a:pt x="161925" y="267653"/>
                    <a:pt x="161925" y="276225"/>
                  </a:cubicBezTo>
                  <a:lnTo>
                    <a:pt x="161925" y="291465"/>
                  </a:lnTo>
                  <a:cubicBezTo>
                    <a:pt x="190500" y="288607"/>
                    <a:pt x="216217" y="277178"/>
                    <a:pt x="237172" y="260032"/>
                  </a:cubicBezTo>
                  <a:lnTo>
                    <a:pt x="226694" y="249555"/>
                  </a:lnTo>
                  <a:cubicBezTo>
                    <a:pt x="220027" y="242888"/>
                    <a:pt x="220027" y="232410"/>
                    <a:pt x="226694" y="226695"/>
                  </a:cubicBezTo>
                  <a:cubicBezTo>
                    <a:pt x="233363" y="220028"/>
                    <a:pt x="243840" y="220028"/>
                    <a:pt x="249555" y="226695"/>
                  </a:cubicBezTo>
                  <a:lnTo>
                    <a:pt x="260032" y="237172"/>
                  </a:lnTo>
                  <a:cubicBezTo>
                    <a:pt x="277177" y="216218"/>
                    <a:pt x="287655" y="190500"/>
                    <a:pt x="291465" y="161925"/>
                  </a:cubicBezTo>
                  <a:lnTo>
                    <a:pt x="276225" y="161925"/>
                  </a:lnTo>
                  <a:cubicBezTo>
                    <a:pt x="266700" y="161925"/>
                    <a:pt x="260032" y="154305"/>
                    <a:pt x="260032" y="145732"/>
                  </a:cubicBezTo>
                  <a:cubicBezTo>
                    <a:pt x="260032" y="136207"/>
                    <a:pt x="266700" y="129540"/>
                    <a:pt x="276225" y="129540"/>
                  </a:cubicBezTo>
                  <a:lnTo>
                    <a:pt x="276225" y="129540"/>
                  </a:lnTo>
                  <a:close/>
                  <a:moveTo>
                    <a:pt x="177165" y="161925"/>
                  </a:moveTo>
                  <a:lnTo>
                    <a:pt x="143827" y="161925"/>
                  </a:lnTo>
                  <a:cubicBezTo>
                    <a:pt x="134302" y="161925"/>
                    <a:pt x="127634" y="154305"/>
                    <a:pt x="127634" y="145732"/>
                  </a:cubicBezTo>
                  <a:lnTo>
                    <a:pt x="127634" y="80010"/>
                  </a:lnTo>
                  <a:cubicBezTo>
                    <a:pt x="127634" y="70485"/>
                    <a:pt x="135255" y="63818"/>
                    <a:pt x="143827" y="63818"/>
                  </a:cubicBezTo>
                  <a:cubicBezTo>
                    <a:pt x="153352" y="63818"/>
                    <a:pt x="160019" y="71438"/>
                    <a:pt x="160019" y="80010"/>
                  </a:cubicBezTo>
                  <a:lnTo>
                    <a:pt x="160019" y="129540"/>
                  </a:lnTo>
                  <a:lnTo>
                    <a:pt x="176213" y="129540"/>
                  </a:lnTo>
                  <a:cubicBezTo>
                    <a:pt x="185738" y="129540"/>
                    <a:pt x="192405" y="137160"/>
                    <a:pt x="192405" y="145732"/>
                  </a:cubicBezTo>
                  <a:cubicBezTo>
                    <a:pt x="194309" y="155257"/>
                    <a:pt x="186690" y="161925"/>
                    <a:pt x="177165" y="161925"/>
                  </a:cubicBezTo>
                  <a:lnTo>
                    <a:pt x="177165" y="16192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0" name="Google Shape;1220;p44"/>
            <p:cNvSpPr/>
            <p:nvPr/>
          </p:nvSpPr>
          <p:spPr>
            <a:xfrm>
              <a:off x="7514998" y="3515873"/>
              <a:ext cx="260309" cy="278856"/>
            </a:xfrm>
            <a:custGeom>
              <a:rect b="b" l="l" r="r" t="t"/>
              <a:pathLst>
                <a:path extrusionOk="0" h="528637" w="493476">
                  <a:moveTo>
                    <a:pt x="478155" y="0"/>
                  </a:moveTo>
                  <a:lnTo>
                    <a:pt x="428625" y="0"/>
                  </a:lnTo>
                  <a:lnTo>
                    <a:pt x="428625" y="49530"/>
                  </a:lnTo>
                  <a:cubicBezTo>
                    <a:pt x="428625" y="77153"/>
                    <a:pt x="406717" y="99060"/>
                    <a:pt x="379095" y="99060"/>
                  </a:cubicBezTo>
                  <a:lnTo>
                    <a:pt x="313373" y="99060"/>
                  </a:lnTo>
                  <a:cubicBezTo>
                    <a:pt x="285750" y="99060"/>
                    <a:pt x="263842" y="77153"/>
                    <a:pt x="263842" y="49530"/>
                  </a:cubicBezTo>
                  <a:lnTo>
                    <a:pt x="263842" y="0"/>
                  </a:lnTo>
                  <a:lnTo>
                    <a:pt x="230505" y="0"/>
                  </a:lnTo>
                  <a:lnTo>
                    <a:pt x="230505" y="49530"/>
                  </a:lnTo>
                  <a:cubicBezTo>
                    <a:pt x="230505" y="77153"/>
                    <a:pt x="208598" y="99060"/>
                    <a:pt x="180975" y="99060"/>
                  </a:cubicBezTo>
                  <a:lnTo>
                    <a:pt x="115252" y="99060"/>
                  </a:lnTo>
                  <a:cubicBezTo>
                    <a:pt x="87630" y="99060"/>
                    <a:pt x="65723" y="77153"/>
                    <a:pt x="65723" y="49530"/>
                  </a:cubicBezTo>
                  <a:lnTo>
                    <a:pt x="65723" y="0"/>
                  </a:lnTo>
                  <a:lnTo>
                    <a:pt x="16192" y="0"/>
                  </a:lnTo>
                  <a:cubicBezTo>
                    <a:pt x="6667" y="0"/>
                    <a:pt x="0" y="7620"/>
                    <a:pt x="0" y="16193"/>
                  </a:cubicBezTo>
                  <a:lnTo>
                    <a:pt x="0" y="512445"/>
                  </a:lnTo>
                  <a:cubicBezTo>
                    <a:pt x="0" y="521970"/>
                    <a:pt x="7620" y="528638"/>
                    <a:pt x="16192" y="528638"/>
                  </a:cubicBezTo>
                  <a:lnTo>
                    <a:pt x="477202" y="528638"/>
                  </a:lnTo>
                  <a:cubicBezTo>
                    <a:pt x="486727" y="528638"/>
                    <a:pt x="493395" y="521018"/>
                    <a:pt x="493395" y="512445"/>
                  </a:cubicBezTo>
                  <a:lnTo>
                    <a:pt x="493395" y="16193"/>
                  </a:lnTo>
                  <a:cubicBezTo>
                    <a:pt x="494348" y="6668"/>
                    <a:pt x="486727" y="0"/>
                    <a:pt x="478155" y="0"/>
                  </a:cubicBezTo>
                  <a:lnTo>
                    <a:pt x="478155" y="0"/>
                  </a:lnTo>
                  <a:close/>
                  <a:moveTo>
                    <a:pt x="247650" y="493395"/>
                  </a:moveTo>
                  <a:cubicBezTo>
                    <a:pt x="147638" y="493395"/>
                    <a:pt x="66675" y="411480"/>
                    <a:pt x="66675" y="312420"/>
                  </a:cubicBezTo>
                  <a:cubicBezTo>
                    <a:pt x="66675" y="212407"/>
                    <a:pt x="147638" y="131445"/>
                    <a:pt x="247650" y="131445"/>
                  </a:cubicBezTo>
                  <a:cubicBezTo>
                    <a:pt x="347663" y="131445"/>
                    <a:pt x="428625" y="212407"/>
                    <a:pt x="428625" y="312420"/>
                  </a:cubicBezTo>
                  <a:cubicBezTo>
                    <a:pt x="428625" y="412432"/>
                    <a:pt x="347663" y="493395"/>
                    <a:pt x="247650" y="493395"/>
                  </a:cubicBezTo>
                  <a:lnTo>
                    <a:pt x="247650" y="49339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21" name="Google Shape;1221;p44"/>
          <p:cNvGrpSpPr/>
          <p:nvPr/>
        </p:nvGrpSpPr>
        <p:grpSpPr>
          <a:xfrm>
            <a:off x="1350851" y="4172070"/>
            <a:ext cx="295982" cy="278093"/>
            <a:chOff x="1350851" y="4172070"/>
            <a:chExt cx="295982" cy="278093"/>
          </a:xfrm>
        </p:grpSpPr>
        <p:sp>
          <p:nvSpPr>
            <p:cNvPr id="1222" name="Google Shape;1222;p44"/>
            <p:cNvSpPr/>
            <p:nvPr/>
          </p:nvSpPr>
          <p:spPr>
            <a:xfrm>
              <a:off x="1351354" y="4172070"/>
              <a:ext cx="159274" cy="52254"/>
            </a:xfrm>
            <a:custGeom>
              <a:rect b="b" l="l" r="r" t="t"/>
              <a:pathLst>
                <a:path extrusionOk="0" h="99060" w="301942">
                  <a:moveTo>
                    <a:pt x="268605" y="99060"/>
                  </a:moveTo>
                  <a:lnTo>
                    <a:pt x="301943" y="0"/>
                  </a:lnTo>
                  <a:lnTo>
                    <a:pt x="16193" y="0"/>
                  </a:lnTo>
                  <a:cubicBezTo>
                    <a:pt x="6668" y="0"/>
                    <a:pt x="0" y="7620"/>
                    <a:pt x="0" y="16193"/>
                  </a:cubicBezTo>
                  <a:lnTo>
                    <a:pt x="0" y="98107"/>
                  </a:lnTo>
                  <a:lnTo>
                    <a:pt x="268605" y="98107"/>
                  </a:lnTo>
                  <a:close/>
                  <a:moveTo>
                    <a:pt x="214313" y="33338"/>
                  </a:moveTo>
                  <a:cubicBezTo>
                    <a:pt x="223838" y="33338"/>
                    <a:pt x="230505" y="40957"/>
                    <a:pt x="230505" y="49530"/>
                  </a:cubicBezTo>
                  <a:cubicBezTo>
                    <a:pt x="230505" y="58103"/>
                    <a:pt x="222885" y="65723"/>
                    <a:pt x="214313" y="65723"/>
                  </a:cubicBezTo>
                  <a:cubicBezTo>
                    <a:pt x="205740" y="65723"/>
                    <a:pt x="198120" y="58103"/>
                    <a:pt x="198120" y="49530"/>
                  </a:cubicBezTo>
                  <a:cubicBezTo>
                    <a:pt x="198120" y="40957"/>
                    <a:pt x="204788" y="33338"/>
                    <a:pt x="214313" y="33338"/>
                  </a:cubicBezTo>
                  <a:lnTo>
                    <a:pt x="214313" y="33338"/>
                  </a:lnTo>
                  <a:close/>
                  <a:moveTo>
                    <a:pt x="148590" y="33338"/>
                  </a:moveTo>
                  <a:cubicBezTo>
                    <a:pt x="158115" y="33338"/>
                    <a:pt x="164783" y="40957"/>
                    <a:pt x="164783" y="49530"/>
                  </a:cubicBezTo>
                  <a:cubicBezTo>
                    <a:pt x="164783" y="58103"/>
                    <a:pt x="157163" y="65723"/>
                    <a:pt x="148590" y="65723"/>
                  </a:cubicBezTo>
                  <a:cubicBezTo>
                    <a:pt x="140018" y="65723"/>
                    <a:pt x="132398" y="58103"/>
                    <a:pt x="132398" y="49530"/>
                  </a:cubicBezTo>
                  <a:cubicBezTo>
                    <a:pt x="132398" y="40957"/>
                    <a:pt x="139065" y="33338"/>
                    <a:pt x="148590" y="33338"/>
                  </a:cubicBezTo>
                  <a:lnTo>
                    <a:pt x="148590" y="33338"/>
                  </a:lnTo>
                  <a:close/>
                  <a:moveTo>
                    <a:pt x="82868" y="33338"/>
                  </a:moveTo>
                  <a:cubicBezTo>
                    <a:pt x="92393" y="33338"/>
                    <a:pt x="99060" y="40957"/>
                    <a:pt x="99060" y="49530"/>
                  </a:cubicBezTo>
                  <a:cubicBezTo>
                    <a:pt x="99060" y="58103"/>
                    <a:pt x="91440" y="65723"/>
                    <a:pt x="82868" y="65723"/>
                  </a:cubicBezTo>
                  <a:cubicBezTo>
                    <a:pt x="73343" y="65723"/>
                    <a:pt x="66675" y="58103"/>
                    <a:pt x="66675" y="49530"/>
                  </a:cubicBezTo>
                  <a:cubicBezTo>
                    <a:pt x="66675" y="40957"/>
                    <a:pt x="73343" y="33338"/>
                    <a:pt x="82868" y="33338"/>
                  </a:cubicBezTo>
                  <a:lnTo>
                    <a:pt x="82868"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3" name="Google Shape;1223;p44"/>
            <p:cNvSpPr/>
            <p:nvPr/>
          </p:nvSpPr>
          <p:spPr>
            <a:xfrm>
              <a:off x="1350851" y="4172070"/>
              <a:ext cx="295982" cy="208012"/>
            </a:xfrm>
            <a:custGeom>
              <a:rect b="b" l="l" r="r" t="t"/>
              <a:pathLst>
                <a:path extrusionOk="0" h="394335" w="561103">
                  <a:moveTo>
                    <a:pt x="545783" y="0"/>
                  </a:moveTo>
                  <a:lnTo>
                    <a:pt x="337185" y="0"/>
                  </a:lnTo>
                  <a:lnTo>
                    <a:pt x="297180" y="120015"/>
                  </a:lnTo>
                  <a:cubicBezTo>
                    <a:pt x="295275" y="126682"/>
                    <a:pt x="288608" y="131445"/>
                    <a:pt x="281940" y="131445"/>
                  </a:cubicBezTo>
                  <a:lnTo>
                    <a:pt x="0" y="131445"/>
                  </a:lnTo>
                  <a:lnTo>
                    <a:pt x="0" y="378143"/>
                  </a:lnTo>
                  <a:cubicBezTo>
                    <a:pt x="0" y="387668"/>
                    <a:pt x="7620" y="394335"/>
                    <a:pt x="16193" y="394335"/>
                  </a:cubicBezTo>
                  <a:lnTo>
                    <a:pt x="33338" y="394335"/>
                  </a:lnTo>
                  <a:lnTo>
                    <a:pt x="33338" y="213360"/>
                  </a:lnTo>
                  <a:cubicBezTo>
                    <a:pt x="33338" y="185738"/>
                    <a:pt x="55245" y="163830"/>
                    <a:pt x="82868" y="163830"/>
                  </a:cubicBezTo>
                  <a:lnTo>
                    <a:pt x="478155" y="163830"/>
                  </a:lnTo>
                  <a:cubicBezTo>
                    <a:pt x="505778" y="163830"/>
                    <a:pt x="527685" y="185738"/>
                    <a:pt x="527685" y="213360"/>
                  </a:cubicBezTo>
                  <a:lnTo>
                    <a:pt x="527685" y="394335"/>
                  </a:lnTo>
                  <a:lnTo>
                    <a:pt x="544830" y="394335"/>
                  </a:lnTo>
                  <a:cubicBezTo>
                    <a:pt x="554355" y="394335"/>
                    <a:pt x="561023" y="386715"/>
                    <a:pt x="561023" y="378143"/>
                  </a:cubicBezTo>
                  <a:lnTo>
                    <a:pt x="561023" y="16193"/>
                  </a:lnTo>
                  <a:cubicBezTo>
                    <a:pt x="561975" y="7620"/>
                    <a:pt x="554355" y="0"/>
                    <a:pt x="545783" y="0"/>
                  </a:cubicBezTo>
                  <a:lnTo>
                    <a:pt x="545783"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4" name="Google Shape;1224;p44"/>
            <p:cNvSpPr/>
            <p:nvPr/>
          </p:nvSpPr>
          <p:spPr>
            <a:xfrm>
              <a:off x="1507472" y="4320130"/>
              <a:ext cx="40195" cy="17585"/>
            </a:xfrm>
            <a:custGeom>
              <a:rect b="b" l="l" r="r" t="t"/>
              <a:pathLst>
                <a:path extrusionOk="0" h="33337" w="76199">
                  <a:moveTo>
                    <a:pt x="953" y="33338"/>
                  </a:moveTo>
                  <a:lnTo>
                    <a:pt x="76200" y="33338"/>
                  </a:lnTo>
                  <a:lnTo>
                    <a:pt x="42862" y="0"/>
                  </a:lnTo>
                  <a:lnTo>
                    <a:pt x="0" y="0"/>
                  </a:lnTo>
                  <a:lnTo>
                    <a:pt x="0"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5" name="Google Shape;1225;p44"/>
            <p:cNvSpPr/>
            <p:nvPr/>
          </p:nvSpPr>
          <p:spPr>
            <a:xfrm>
              <a:off x="1507976" y="4354879"/>
              <a:ext cx="39693" cy="39693"/>
            </a:xfrm>
            <a:custGeom>
              <a:rect b="b" l="l" r="r" t="t"/>
              <a:pathLst>
                <a:path extrusionOk="0" h="75247" w="75247">
                  <a:moveTo>
                    <a:pt x="0" y="0"/>
                  </a:moveTo>
                  <a:lnTo>
                    <a:pt x="0" y="75248"/>
                  </a:lnTo>
                  <a:lnTo>
                    <a:pt x="75247" y="0"/>
                  </a:ln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6" name="Google Shape;1226;p44"/>
            <p:cNvSpPr/>
            <p:nvPr/>
          </p:nvSpPr>
          <p:spPr>
            <a:xfrm>
              <a:off x="1451068" y="4355383"/>
              <a:ext cx="39693" cy="39693"/>
            </a:xfrm>
            <a:custGeom>
              <a:rect b="b" l="l" r="r" t="t"/>
              <a:pathLst>
                <a:path extrusionOk="0" h="75247" w="75247">
                  <a:moveTo>
                    <a:pt x="75248" y="75247"/>
                  </a:moveTo>
                  <a:lnTo>
                    <a:pt x="75248" y="0"/>
                  </a:lnTo>
                  <a:lnTo>
                    <a:pt x="0" y="0"/>
                  </a:lnTo>
                  <a:lnTo>
                    <a:pt x="75248" y="752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7" name="Google Shape;1227;p44"/>
            <p:cNvSpPr/>
            <p:nvPr/>
          </p:nvSpPr>
          <p:spPr>
            <a:xfrm>
              <a:off x="1450564" y="4320130"/>
              <a:ext cx="40195" cy="17585"/>
            </a:xfrm>
            <a:custGeom>
              <a:rect b="b" l="l" r="r" t="t"/>
              <a:pathLst>
                <a:path extrusionOk="0" h="33337" w="76200">
                  <a:moveTo>
                    <a:pt x="76200" y="33338"/>
                  </a:moveTo>
                  <a:lnTo>
                    <a:pt x="76200" y="0"/>
                  </a:lnTo>
                  <a:lnTo>
                    <a:pt x="33338" y="0"/>
                  </a:lnTo>
                  <a:lnTo>
                    <a:pt x="0" y="33338"/>
                  </a:lnTo>
                  <a:lnTo>
                    <a:pt x="76200"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8" name="Google Shape;1228;p44"/>
            <p:cNvSpPr/>
            <p:nvPr/>
          </p:nvSpPr>
          <p:spPr>
            <a:xfrm>
              <a:off x="1386606" y="4276820"/>
              <a:ext cx="225597" cy="173343"/>
            </a:xfrm>
            <a:custGeom>
              <a:rect b="b" l="l" r="r" t="t"/>
              <a:pathLst>
                <a:path extrusionOk="0" h="328612" w="427672">
                  <a:moveTo>
                    <a:pt x="410528" y="0"/>
                  </a:moveTo>
                  <a:lnTo>
                    <a:pt x="16193" y="0"/>
                  </a:lnTo>
                  <a:cubicBezTo>
                    <a:pt x="6668" y="0"/>
                    <a:pt x="0" y="7620"/>
                    <a:pt x="0" y="16193"/>
                  </a:cubicBezTo>
                  <a:lnTo>
                    <a:pt x="0" y="312420"/>
                  </a:lnTo>
                  <a:cubicBezTo>
                    <a:pt x="0" y="321945"/>
                    <a:pt x="7620" y="328613"/>
                    <a:pt x="16193" y="328613"/>
                  </a:cubicBezTo>
                  <a:lnTo>
                    <a:pt x="411480" y="328613"/>
                  </a:lnTo>
                  <a:cubicBezTo>
                    <a:pt x="421005" y="328613"/>
                    <a:pt x="427673" y="320993"/>
                    <a:pt x="427673" y="312420"/>
                  </a:cubicBezTo>
                  <a:lnTo>
                    <a:pt x="427673" y="16193"/>
                  </a:lnTo>
                  <a:cubicBezTo>
                    <a:pt x="427673" y="7620"/>
                    <a:pt x="420053" y="0"/>
                    <a:pt x="410528" y="0"/>
                  </a:cubicBezTo>
                  <a:lnTo>
                    <a:pt x="410528" y="0"/>
                  </a:lnTo>
                  <a:close/>
                  <a:moveTo>
                    <a:pt x="356235" y="142875"/>
                  </a:moveTo>
                  <a:lnTo>
                    <a:pt x="224790" y="274320"/>
                  </a:lnTo>
                  <a:cubicBezTo>
                    <a:pt x="221933" y="277178"/>
                    <a:pt x="217170" y="279083"/>
                    <a:pt x="213360" y="279083"/>
                  </a:cubicBezTo>
                  <a:cubicBezTo>
                    <a:pt x="209550" y="279083"/>
                    <a:pt x="204788" y="277178"/>
                    <a:pt x="201930" y="274320"/>
                  </a:cubicBezTo>
                  <a:lnTo>
                    <a:pt x="70485" y="142875"/>
                  </a:lnTo>
                  <a:cubicBezTo>
                    <a:pt x="63818" y="136208"/>
                    <a:pt x="63818" y="125730"/>
                    <a:pt x="70485" y="120015"/>
                  </a:cubicBezTo>
                  <a:lnTo>
                    <a:pt x="136208" y="54293"/>
                  </a:lnTo>
                  <a:cubicBezTo>
                    <a:pt x="139065" y="51435"/>
                    <a:pt x="143828" y="49530"/>
                    <a:pt x="147638" y="49530"/>
                  </a:cubicBezTo>
                  <a:lnTo>
                    <a:pt x="279083" y="49530"/>
                  </a:lnTo>
                  <a:cubicBezTo>
                    <a:pt x="283845" y="49530"/>
                    <a:pt x="287655" y="51435"/>
                    <a:pt x="290513" y="54293"/>
                  </a:cubicBezTo>
                  <a:lnTo>
                    <a:pt x="356235" y="120015"/>
                  </a:lnTo>
                  <a:cubicBezTo>
                    <a:pt x="362903" y="126683"/>
                    <a:pt x="362903" y="137160"/>
                    <a:pt x="356235" y="142875"/>
                  </a:cubicBezTo>
                  <a:lnTo>
                    <a:pt x="356235" y="14287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29" name="Google Shape;1229;p44"/>
          <p:cNvGrpSpPr/>
          <p:nvPr/>
        </p:nvGrpSpPr>
        <p:grpSpPr>
          <a:xfrm>
            <a:off x="7494854" y="4163006"/>
            <a:ext cx="296062" cy="296562"/>
            <a:chOff x="7494854" y="4163006"/>
            <a:chExt cx="296062" cy="296562"/>
          </a:xfrm>
        </p:grpSpPr>
        <p:sp>
          <p:nvSpPr>
            <p:cNvPr id="1230" name="Google Shape;1230;p44"/>
            <p:cNvSpPr/>
            <p:nvPr/>
          </p:nvSpPr>
          <p:spPr>
            <a:xfrm>
              <a:off x="7548236" y="4163006"/>
              <a:ext cx="242680" cy="242680"/>
            </a:xfrm>
            <a:custGeom>
              <a:rect b="b" l="l" r="r" t="t"/>
              <a:pathLst>
                <a:path extrusionOk="0" h="460057" w="460057">
                  <a:moveTo>
                    <a:pt x="345758" y="164782"/>
                  </a:moveTo>
                  <a:cubicBezTo>
                    <a:pt x="318135" y="164782"/>
                    <a:pt x="296227" y="142875"/>
                    <a:pt x="296227" y="115252"/>
                  </a:cubicBezTo>
                  <a:lnTo>
                    <a:pt x="296227" y="0"/>
                  </a:lnTo>
                  <a:lnTo>
                    <a:pt x="16193" y="0"/>
                  </a:lnTo>
                  <a:cubicBezTo>
                    <a:pt x="6668" y="0"/>
                    <a:pt x="0" y="7620"/>
                    <a:pt x="0" y="16193"/>
                  </a:cubicBezTo>
                  <a:lnTo>
                    <a:pt x="0" y="443865"/>
                  </a:lnTo>
                  <a:cubicBezTo>
                    <a:pt x="0" y="453390"/>
                    <a:pt x="7620" y="460057"/>
                    <a:pt x="16193" y="460057"/>
                  </a:cubicBezTo>
                  <a:lnTo>
                    <a:pt x="443865" y="460057"/>
                  </a:lnTo>
                  <a:cubicBezTo>
                    <a:pt x="453390" y="460057"/>
                    <a:pt x="460058" y="452438"/>
                    <a:pt x="460058" y="443865"/>
                  </a:cubicBezTo>
                  <a:lnTo>
                    <a:pt x="460058" y="163830"/>
                  </a:lnTo>
                  <a:lnTo>
                    <a:pt x="345758" y="163830"/>
                  </a:lnTo>
                  <a:close/>
                  <a:moveTo>
                    <a:pt x="81915" y="131445"/>
                  </a:moveTo>
                  <a:lnTo>
                    <a:pt x="246698" y="131445"/>
                  </a:lnTo>
                  <a:cubicBezTo>
                    <a:pt x="256223" y="131445"/>
                    <a:pt x="262890" y="139065"/>
                    <a:pt x="262890" y="147638"/>
                  </a:cubicBezTo>
                  <a:cubicBezTo>
                    <a:pt x="262890" y="156210"/>
                    <a:pt x="255270" y="163830"/>
                    <a:pt x="246698" y="163830"/>
                  </a:cubicBezTo>
                  <a:lnTo>
                    <a:pt x="81915" y="163830"/>
                  </a:lnTo>
                  <a:cubicBezTo>
                    <a:pt x="72390" y="163830"/>
                    <a:pt x="65723" y="156210"/>
                    <a:pt x="65723" y="147638"/>
                  </a:cubicBezTo>
                  <a:cubicBezTo>
                    <a:pt x="65723" y="139065"/>
                    <a:pt x="73343" y="131445"/>
                    <a:pt x="81915" y="131445"/>
                  </a:cubicBezTo>
                  <a:lnTo>
                    <a:pt x="81915" y="131445"/>
                  </a:lnTo>
                  <a:close/>
                  <a:moveTo>
                    <a:pt x="197168" y="329565"/>
                  </a:moveTo>
                  <a:cubicBezTo>
                    <a:pt x="197168" y="339090"/>
                    <a:pt x="189548" y="345757"/>
                    <a:pt x="180975" y="345757"/>
                  </a:cubicBezTo>
                  <a:cubicBezTo>
                    <a:pt x="172402" y="345757"/>
                    <a:pt x="164783" y="338138"/>
                    <a:pt x="164783" y="329565"/>
                  </a:cubicBezTo>
                  <a:lnTo>
                    <a:pt x="164783" y="320040"/>
                  </a:lnTo>
                  <a:lnTo>
                    <a:pt x="94298" y="390525"/>
                  </a:lnTo>
                  <a:cubicBezTo>
                    <a:pt x="87631" y="397193"/>
                    <a:pt x="77152" y="397193"/>
                    <a:pt x="71438" y="390525"/>
                  </a:cubicBezTo>
                  <a:cubicBezTo>
                    <a:pt x="64770" y="383857"/>
                    <a:pt x="64770" y="373380"/>
                    <a:pt x="71438" y="367665"/>
                  </a:cubicBezTo>
                  <a:lnTo>
                    <a:pt x="141923" y="297180"/>
                  </a:lnTo>
                  <a:lnTo>
                    <a:pt x="132398" y="297180"/>
                  </a:lnTo>
                  <a:cubicBezTo>
                    <a:pt x="122873" y="297180"/>
                    <a:pt x="116206" y="289560"/>
                    <a:pt x="116206" y="280988"/>
                  </a:cubicBezTo>
                  <a:cubicBezTo>
                    <a:pt x="116206" y="272415"/>
                    <a:pt x="123825" y="264795"/>
                    <a:pt x="132398" y="264795"/>
                  </a:cubicBezTo>
                  <a:lnTo>
                    <a:pt x="181927" y="264795"/>
                  </a:lnTo>
                  <a:cubicBezTo>
                    <a:pt x="191452" y="264795"/>
                    <a:pt x="198120" y="272415"/>
                    <a:pt x="198120" y="280988"/>
                  </a:cubicBezTo>
                  <a:lnTo>
                    <a:pt x="198120" y="329565"/>
                  </a:lnTo>
                  <a:close/>
                  <a:moveTo>
                    <a:pt x="379095" y="361950"/>
                  </a:moveTo>
                  <a:lnTo>
                    <a:pt x="280035" y="361950"/>
                  </a:lnTo>
                  <a:cubicBezTo>
                    <a:pt x="270510" y="361950"/>
                    <a:pt x="263843" y="354330"/>
                    <a:pt x="263843" y="345757"/>
                  </a:cubicBezTo>
                  <a:cubicBezTo>
                    <a:pt x="263843" y="337185"/>
                    <a:pt x="271463" y="329565"/>
                    <a:pt x="280035" y="329565"/>
                  </a:cubicBezTo>
                  <a:lnTo>
                    <a:pt x="379095" y="329565"/>
                  </a:lnTo>
                  <a:cubicBezTo>
                    <a:pt x="388620" y="329565"/>
                    <a:pt x="395288" y="337185"/>
                    <a:pt x="395288" y="345757"/>
                  </a:cubicBezTo>
                  <a:cubicBezTo>
                    <a:pt x="395288" y="354330"/>
                    <a:pt x="387668" y="361950"/>
                    <a:pt x="379095" y="361950"/>
                  </a:cubicBezTo>
                  <a:lnTo>
                    <a:pt x="379095" y="361950"/>
                  </a:lnTo>
                  <a:close/>
                  <a:moveTo>
                    <a:pt x="379095" y="296227"/>
                  </a:moveTo>
                  <a:lnTo>
                    <a:pt x="280035" y="296227"/>
                  </a:lnTo>
                  <a:cubicBezTo>
                    <a:pt x="270510" y="296227"/>
                    <a:pt x="263843" y="288607"/>
                    <a:pt x="263843" y="280035"/>
                  </a:cubicBezTo>
                  <a:cubicBezTo>
                    <a:pt x="263843" y="271463"/>
                    <a:pt x="271463" y="263843"/>
                    <a:pt x="280035" y="263843"/>
                  </a:cubicBezTo>
                  <a:lnTo>
                    <a:pt x="379095" y="263843"/>
                  </a:lnTo>
                  <a:cubicBezTo>
                    <a:pt x="388620" y="263843"/>
                    <a:pt x="395288" y="271463"/>
                    <a:pt x="395288" y="280035"/>
                  </a:cubicBezTo>
                  <a:cubicBezTo>
                    <a:pt x="395288" y="288607"/>
                    <a:pt x="387668" y="296227"/>
                    <a:pt x="379095" y="296227"/>
                  </a:cubicBezTo>
                  <a:lnTo>
                    <a:pt x="379095" y="296227"/>
                  </a:lnTo>
                  <a:close/>
                  <a:moveTo>
                    <a:pt x="379095" y="230505"/>
                  </a:moveTo>
                  <a:lnTo>
                    <a:pt x="82868" y="230505"/>
                  </a:lnTo>
                  <a:cubicBezTo>
                    <a:pt x="73343" y="230505"/>
                    <a:pt x="66675" y="222885"/>
                    <a:pt x="66675" y="214313"/>
                  </a:cubicBezTo>
                  <a:cubicBezTo>
                    <a:pt x="66675" y="205740"/>
                    <a:pt x="74295" y="198120"/>
                    <a:pt x="82868" y="198120"/>
                  </a:cubicBezTo>
                  <a:lnTo>
                    <a:pt x="379095" y="198120"/>
                  </a:lnTo>
                  <a:cubicBezTo>
                    <a:pt x="388620" y="198120"/>
                    <a:pt x="395288" y="205740"/>
                    <a:pt x="395288" y="214313"/>
                  </a:cubicBezTo>
                  <a:cubicBezTo>
                    <a:pt x="395288" y="222885"/>
                    <a:pt x="387668" y="230505"/>
                    <a:pt x="379095" y="230505"/>
                  </a:cubicBezTo>
                  <a:lnTo>
                    <a:pt x="379095" y="23050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1" name="Google Shape;1231;p44"/>
            <p:cNvSpPr/>
            <p:nvPr/>
          </p:nvSpPr>
          <p:spPr>
            <a:xfrm>
              <a:off x="7722484" y="4168042"/>
              <a:ext cx="64313" cy="64312"/>
            </a:xfrm>
            <a:custGeom>
              <a:rect b="b" l="l" r="r" t="t"/>
              <a:pathLst>
                <a:path extrusionOk="0" h="121919" w="121920">
                  <a:moveTo>
                    <a:pt x="16193" y="121920"/>
                  </a:moveTo>
                  <a:lnTo>
                    <a:pt x="121920" y="121920"/>
                  </a:lnTo>
                  <a:lnTo>
                    <a:pt x="0" y="0"/>
                  </a:lnTo>
                  <a:lnTo>
                    <a:pt x="0" y="105727"/>
                  </a:lnTo>
                  <a:cubicBezTo>
                    <a:pt x="0" y="115252"/>
                    <a:pt x="6668" y="121920"/>
                    <a:pt x="16193" y="121920"/>
                  </a:cubicBezTo>
                  <a:lnTo>
                    <a:pt x="16193" y="12192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2" name="Google Shape;1232;p44"/>
            <p:cNvSpPr/>
            <p:nvPr/>
          </p:nvSpPr>
          <p:spPr>
            <a:xfrm>
              <a:off x="7494854" y="4215381"/>
              <a:ext cx="244187" cy="244187"/>
            </a:xfrm>
            <a:custGeom>
              <a:rect b="b" l="l" r="r" t="t"/>
              <a:pathLst>
                <a:path extrusionOk="0" h="462914" w="462914">
                  <a:moveTo>
                    <a:pt x="117158" y="395288"/>
                  </a:moveTo>
                  <a:cubicBezTo>
                    <a:pt x="89535" y="395288"/>
                    <a:pt x="67627" y="373380"/>
                    <a:pt x="67627" y="345757"/>
                  </a:cubicBezTo>
                  <a:lnTo>
                    <a:pt x="67627" y="0"/>
                  </a:lnTo>
                  <a:lnTo>
                    <a:pt x="16192" y="0"/>
                  </a:lnTo>
                  <a:cubicBezTo>
                    <a:pt x="6667" y="0"/>
                    <a:pt x="0" y="7620"/>
                    <a:pt x="0" y="16192"/>
                  </a:cubicBezTo>
                  <a:lnTo>
                    <a:pt x="0" y="446722"/>
                  </a:lnTo>
                  <a:cubicBezTo>
                    <a:pt x="0" y="456247"/>
                    <a:pt x="7620" y="462915"/>
                    <a:pt x="16192" y="462915"/>
                  </a:cubicBezTo>
                  <a:lnTo>
                    <a:pt x="446723" y="462915"/>
                  </a:lnTo>
                  <a:cubicBezTo>
                    <a:pt x="456248" y="462915"/>
                    <a:pt x="462915" y="455295"/>
                    <a:pt x="462915" y="446722"/>
                  </a:cubicBezTo>
                  <a:lnTo>
                    <a:pt x="462915" y="395288"/>
                  </a:lnTo>
                  <a:lnTo>
                    <a:pt x="117158" y="39528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3" name="Google Shape;1233;p44"/>
          <p:cNvGrpSpPr/>
          <p:nvPr/>
        </p:nvGrpSpPr>
        <p:grpSpPr>
          <a:xfrm>
            <a:off x="6830395" y="4163006"/>
            <a:ext cx="263565" cy="297103"/>
            <a:chOff x="6830395" y="4163006"/>
            <a:chExt cx="263565" cy="297103"/>
          </a:xfrm>
        </p:grpSpPr>
        <p:sp>
          <p:nvSpPr>
            <p:cNvPr id="1234" name="Google Shape;1234;p44"/>
            <p:cNvSpPr/>
            <p:nvPr/>
          </p:nvSpPr>
          <p:spPr>
            <a:xfrm>
              <a:off x="6936354" y="4284878"/>
              <a:ext cx="17083" cy="47732"/>
            </a:xfrm>
            <a:custGeom>
              <a:rect b="b" l="l" r="r" t="t"/>
              <a:pathLst>
                <a:path extrusionOk="0" h="90487" w="32385">
                  <a:moveTo>
                    <a:pt x="32385" y="90488"/>
                  </a:moveTo>
                  <a:lnTo>
                    <a:pt x="32385" y="0"/>
                  </a:lnTo>
                  <a:lnTo>
                    <a:pt x="0" y="0"/>
                  </a:lnTo>
                  <a:cubicBezTo>
                    <a:pt x="3810" y="42863"/>
                    <a:pt x="17145" y="76200"/>
                    <a:pt x="32385" y="90488"/>
                  </a:cubicBezTo>
                  <a:lnTo>
                    <a:pt x="32385" y="9048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5" name="Google Shape;1235;p44"/>
            <p:cNvSpPr/>
            <p:nvPr/>
          </p:nvSpPr>
          <p:spPr>
            <a:xfrm>
              <a:off x="6971103" y="4284878"/>
              <a:ext cx="17083" cy="47732"/>
            </a:xfrm>
            <a:custGeom>
              <a:rect b="b" l="l" r="r" t="t"/>
              <a:pathLst>
                <a:path extrusionOk="0" h="90487" w="32385">
                  <a:moveTo>
                    <a:pt x="0" y="0"/>
                  </a:moveTo>
                  <a:lnTo>
                    <a:pt x="0" y="90488"/>
                  </a:lnTo>
                  <a:cubicBezTo>
                    <a:pt x="15240" y="76200"/>
                    <a:pt x="29527" y="41910"/>
                    <a:pt x="32385"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6" name="Google Shape;1236;p44"/>
            <p:cNvSpPr/>
            <p:nvPr/>
          </p:nvSpPr>
          <p:spPr>
            <a:xfrm>
              <a:off x="6971103" y="4219409"/>
              <a:ext cx="17083" cy="47732"/>
            </a:xfrm>
            <a:custGeom>
              <a:rect b="b" l="l" r="r" t="t"/>
              <a:pathLst>
                <a:path extrusionOk="0" h="90487" w="32385">
                  <a:moveTo>
                    <a:pt x="0" y="0"/>
                  </a:moveTo>
                  <a:lnTo>
                    <a:pt x="0" y="90488"/>
                  </a:lnTo>
                  <a:lnTo>
                    <a:pt x="32385" y="90488"/>
                  </a:lnTo>
                  <a:cubicBezTo>
                    <a:pt x="29527" y="48577"/>
                    <a:pt x="15240" y="14288"/>
                    <a:pt x="0" y="0"/>
                  </a:cubicBez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7" name="Google Shape;1237;p44"/>
            <p:cNvSpPr/>
            <p:nvPr/>
          </p:nvSpPr>
          <p:spPr>
            <a:xfrm>
              <a:off x="6936354" y="4219409"/>
              <a:ext cx="17083" cy="47732"/>
            </a:xfrm>
            <a:custGeom>
              <a:rect b="b" l="l" r="r" t="t"/>
              <a:pathLst>
                <a:path extrusionOk="0" h="90487" w="32385">
                  <a:moveTo>
                    <a:pt x="32385" y="90488"/>
                  </a:moveTo>
                  <a:lnTo>
                    <a:pt x="32385" y="0"/>
                  </a:lnTo>
                  <a:cubicBezTo>
                    <a:pt x="17145" y="14288"/>
                    <a:pt x="2858" y="48577"/>
                    <a:pt x="0" y="90488"/>
                  </a:cubicBezTo>
                  <a:lnTo>
                    <a:pt x="32385" y="9048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8" name="Google Shape;1238;p44"/>
            <p:cNvSpPr/>
            <p:nvPr/>
          </p:nvSpPr>
          <p:spPr>
            <a:xfrm>
              <a:off x="6995779" y="4224949"/>
              <a:ext cx="26629" cy="42205"/>
            </a:xfrm>
            <a:custGeom>
              <a:rect b="b" l="l" r="r" t="t"/>
              <a:pathLst>
                <a:path extrusionOk="0" h="80010" w="50481">
                  <a:moveTo>
                    <a:pt x="18098" y="80010"/>
                  </a:moveTo>
                  <a:lnTo>
                    <a:pt x="50482" y="80010"/>
                  </a:lnTo>
                  <a:cubicBezTo>
                    <a:pt x="45719" y="46673"/>
                    <a:pt x="26669" y="18098"/>
                    <a:pt x="0" y="0"/>
                  </a:cubicBezTo>
                  <a:cubicBezTo>
                    <a:pt x="10477" y="21907"/>
                    <a:pt x="16192" y="49530"/>
                    <a:pt x="18098" y="80010"/>
                  </a:cubicBezTo>
                  <a:lnTo>
                    <a:pt x="18098" y="8001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9" name="Google Shape;1239;p44"/>
            <p:cNvSpPr/>
            <p:nvPr/>
          </p:nvSpPr>
          <p:spPr>
            <a:xfrm>
              <a:off x="6849230" y="4163006"/>
              <a:ext cx="226100" cy="226100"/>
            </a:xfrm>
            <a:custGeom>
              <a:rect b="b" l="l" r="r" t="t"/>
              <a:pathLst>
                <a:path extrusionOk="0" h="428625" w="428625">
                  <a:moveTo>
                    <a:pt x="214313" y="0"/>
                  </a:moveTo>
                  <a:cubicBezTo>
                    <a:pt x="96202" y="0"/>
                    <a:pt x="0" y="96202"/>
                    <a:pt x="0" y="214313"/>
                  </a:cubicBezTo>
                  <a:cubicBezTo>
                    <a:pt x="0" y="334327"/>
                    <a:pt x="97155" y="428625"/>
                    <a:pt x="214313" y="428625"/>
                  </a:cubicBezTo>
                  <a:cubicBezTo>
                    <a:pt x="330517" y="428625"/>
                    <a:pt x="428625" y="334327"/>
                    <a:pt x="428625" y="214313"/>
                  </a:cubicBezTo>
                  <a:cubicBezTo>
                    <a:pt x="427672" y="96202"/>
                    <a:pt x="332422" y="0"/>
                    <a:pt x="214313" y="0"/>
                  </a:cubicBezTo>
                  <a:lnTo>
                    <a:pt x="214313" y="0"/>
                  </a:lnTo>
                  <a:close/>
                  <a:moveTo>
                    <a:pt x="214313" y="361950"/>
                  </a:moveTo>
                  <a:cubicBezTo>
                    <a:pt x="132397" y="361950"/>
                    <a:pt x="65722" y="295275"/>
                    <a:pt x="65722" y="213360"/>
                  </a:cubicBezTo>
                  <a:cubicBezTo>
                    <a:pt x="65722" y="131445"/>
                    <a:pt x="132397" y="64770"/>
                    <a:pt x="214313" y="64770"/>
                  </a:cubicBezTo>
                  <a:cubicBezTo>
                    <a:pt x="296227" y="64770"/>
                    <a:pt x="362902" y="131445"/>
                    <a:pt x="362902" y="213360"/>
                  </a:cubicBezTo>
                  <a:cubicBezTo>
                    <a:pt x="361950" y="295275"/>
                    <a:pt x="296227" y="361950"/>
                    <a:pt x="214313" y="361950"/>
                  </a:cubicBezTo>
                  <a:lnTo>
                    <a:pt x="214313" y="36195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0" name="Google Shape;1240;p44"/>
            <p:cNvSpPr/>
            <p:nvPr/>
          </p:nvSpPr>
          <p:spPr>
            <a:xfrm>
              <a:off x="6995779" y="4284878"/>
              <a:ext cx="26629" cy="42205"/>
            </a:xfrm>
            <a:custGeom>
              <a:rect b="b" l="l" r="r" t="t"/>
              <a:pathLst>
                <a:path extrusionOk="0" h="80009" w="50481">
                  <a:moveTo>
                    <a:pt x="18098" y="0"/>
                  </a:moveTo>
                  <a:cubicBezTo>
                    <a:pt x="16192" y="30480"/>
                    <a:pt x="9525" y="58102"/>
                    <a:pt x="0" y="80010"/>
                  </a:cubicBezTo>
                  <a:cubicBezTo>
                    <a:pt x="26669" y="61913"/>
                    <a:pt x="45719" y="33338"/>
                    <a:pt x="50482" y="0"/>
                  </a:cubicBezTo>
                  <a:lnTo>
                    <a:pt x="18098"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1" name="Google Shape;1241;p44"/>
            <p:cNvSpPr/>
            <p:nvPr/>
          </p:nvSpPr>
          <p:spPr>
            <a:xfrm>
              <a:off x="6902109" y="4224949"/>
              <a:ext cx="26629" cy="42205"/>
            </a:xfrm>
            <a:custGeom>
              <a:rect b="b" l="l" r="r" t="t"/>
              <a:pathLst>
                <a:path extrusionOk="0" h="80010" w="50481">
                  <a:moveTo>
                    <a:pt x="32384" y="80010"/>
                  </a:moveTo>
                  <a:cubicBezTo>
                    <a:pt x="34290" y="49530"/>
                    <a:pt x="40957" y="21907"/>
                    <a:pt x="50482" y="0"/>
                  </a:cubicBezTo>
                  <a:cubicBezTo>
                    <a:pt x="23813" y="18098"/>
                    <a:pt x="4763" y="46673"/>
                    <a:pt x="0" y="80010"/>
                  </a:cubicBezTo>
                  <a:lnTo>
                    <a:pt x="32384" y="8001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42" name="Google Shape;1242;p44"/>
            <p:cNvGrpSpPr/>
            <p:nvPr/>
          </p:nvGrpSpPr>
          <p:grpSpPr>
            <a:xfrm>
              <a:off x="6830395" y="4284764"/>
              <a:ext cx="263565" cy="175344"/>
              <a:chOff x="10368946" y="5912167"/>
              <a:chExt cx="498515" cy="331651"/>
            </a:xfrm>
          </p:grpSpPr>
          <p:sp>
            <p:nvSpPr>
              <p:cNvPr id="1243" name="Google Shape;1243;p44"/>
              <p:cNvSpPr/>
              <p:nvPr/>
            </p:nvSpPr>
            <p:spPr>
              <a:xfrm>
                <a:off x="10504169" y="5912167"/>
                <a:ext cx="50481" cy="80009"/>
              </a:xfrm>
              <a:custGeom>
                <a:rect b="b" l="l" r="r" t="t"/>
                <a:pathLst>
                  <a:path extrusionOk="0" h="80009" w="50481">
                    <a:moveTo>
                      <a:pt x="32384" y="0"/>
                    </a:moveTo>
                    <a:lnTo>
                      <a:pt x="0" y="0"/>
                    </a:lnTo>
                    <a:cubicBezTo>
                      <a:pt x="4763" y="33338"/>
                      <a:pt x="23813" y="61913"/>
                      <a:pt x="50482" y="80010"/>
                    </a:cubicBezTo>
                    <a:cubicBezTo>
                      <a:pt x="40957" y="58102"/>
                      <a:pt x="34290" y="30480"/>
                      <a:pt x="32384" y="0"/>
                    </a:cubicBezTo>
                    <a:lnTo>
                      <a:pt x="32384"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4" name="Google Shape;1244;p44"/>
              <p:cNvSpPr/>
              <p:nvPr/>
            </p:nvSpPr>
            <p:spPr>
              <a:xfrm>
                <a:off x="10368946" y="6076949"/>
                <a:ext cx="231425" cy="166869"/>
              </a:xfrm>
              <a:custGeom>
                <a:rect b="b" l="l" r="r" t="t"/>
                <a:pathLst>
                  <a:path extrusionOk="0" h="166869" w="231425">
                    <a:moveTo>
                      <a:pt x="77120" y="0"/>
                    </a:moveTo>
                    <a:lnTo>
                      <a:pt x="4730" y="72390"/>
                    </a:lnTo>
                    <a:cubicBezTo>
                      <a:pt x="-33" y="77152"/>
                      <a:pt x="-985" y="83820"/>
                      <a:pt x="920" y="90488"/>
                    </a:cubicBezTo>
                    <a:cubicBezTo>
                      <a:pt x="3778" y="96202"/>
                      <a:pt x="9492" y="100965"/>
                      <a:pt x="16161" y="100965"/>
                    </a:cubicBezTo>
                    <a:lnTo>
                      <a:pt x="104742" y="100965"/>
                    </a:lnTo>
                    <a:lnTo>
                      <a:pt x="133317" y="158115"/>
                    </a:lnTo>
                    <a:cubicBezTo>
                      <a:pt x="136175" y="162877"/>
                      <a:pt x="140938" y="166688"/>
                      <a:pt x="146653" y="166688"/>
                    </a:cubicBezTo>
                    <a:cubicBezTo>
                      <a:pt x="152367" y="167640"/>
                      <a:pt x="158082" y="164782"/>
                      <a:pt x="160940" y="160020"/>
                    </a:cubicBezTo>
                    <a:lnTo>
                      <a:pt x="231425" y="66675"/>
                    </a:lnTo>
                    <a:cubicBezTo>
                      <a:pt x="175228" y="62865"/>
                      <a:pt x="122840" y="42863"/>
                      <a:pt x="77120" y="0"/>
                    </a:cubicBezTo>
                    <a:lnTo>
                      <a:pt x="7712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5" name="Google Shape;1245;p44"/>
              <p:cNvSpPr/>
              <p:nvPr/>
            </p:nvSpPr>
            <p:spPr>
              <a:xfrm>
                <a:off x="10635614" y="6076949"/>
                <a:ext cx="231847" cy="166687"/>
              </a:xfrm>
              <a:custGeom>
                <a:rect b="b" l="l" r="r" t="t"/>
                <a:pathLst>
                  <a:path extrusionOk="0" h="166687" w="231847">
                    <a:moveTo>
                      <a:pt x="154306" y="0"/>
                    </a:moveTo>
                    <a:cubicBezTo>
                      <a:pt x="110490" y="40957"/>
                      <a:pt x="59056" y="62865"/>
                      <a:pt x="0" y="66675"/>
                    </a:cubicBezTo>
                    <a:lnTo>
                      <a:pt x="70485" y="160020"/>
                    </a:lnTo>
                    <a:cubicBezTo>
                      <a:pt x="74295" y="164782"/>
                      <a:pt x="80010" y="166688"/>
                      <a:pt x="84773" y="166688"/>
                    </a:cubicBezTo>
                    <a:cubicBezTo>
                      <a:pt x="90488" y="165735"/>
                      <a:pt x="95250" y="162877"/>
                      <a:pt x="98108" y="158115"/>
                    </a:cubicBezTo>
                    <a:lnTo>
                      <a:pt x="126683" y="100965"/>
                    </a:lnTo>
                    <a:lnTo>
                      <a:pt x="215265" y="100965"/>
                    </a:lnTo>
                    <a:cubicBezTo>
                      <a:pt x="221933" y="100965"/>
                      <a:pt x="227648" y="97155"/>
                      <a:pt x="230506" y="90488"/>
                    </a:cubicBezTo>
                    <a:cubicBezTo>
                      <a:pt x="233363" y="84773"/>
                      <a:pt x="231458" y="77152"/>
                      <a:pt x="226695" y="72390"/>
                    </a:cubicBezTo>
                    <a:lnTo>
                      <a:pt x="154306"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46" name="Google Shape;1246;p44"/>
          <p:cNvGrpSpPr/>
          <p:nvPr/>
        </p:nvGrpSpPr>
        <p:grpSpPr>
          <a:xfrm>
            <a:off x="6135116" y="4163006"/>
            <a:ext cx="296442" cy="296923"/>
            <a:chOff x="6135116" y="4163006"/>
            <a:chExt cx="296442" cy="296923"/>
          </a:xfrm>
        </p:grpSpPr>
        <p:sp>
          <p:nvSpPr>
            <p:cNvPr id="1247" name="Google Shape;1247;p44"/>
            <p:cNvSpPr/>
            <p:nvPr/>
          </p:nvSpPr>
          <p:spPr>
            <a:xfrm>
              <a:off x="6135619" y="4163006"/>
              <a:ext cx="159274" cy="52254"/>
            </a:xfrm>
            <a:custGeom>
              <a:rect b="b" l="l" r="r" t="t"/>
              <a:pathLst>
                <a:path extrusionOk="0" h="99060" w="301942">
                  <a:moveTo>
                    <a:pt x="268605" y="99060"/>
                  </a:moveTo>
                  <a:lnTo>
                    <a:pt x="301943" y="0"/>
                  </a:lnTo>
                  <a:lnTo>
                    <a:pt x="16193" y="0"/>
                  </a:lnTo>
                  <a:cubicBezTo>
                    <a:pt x="6668" y="0"/>
                    <a:pt x="0" y="7620"/>
                    <a:pt x="0" y="16193"/>
                  </a:cubicBezTo>
                  <a:lnTo>
                    <a:pt x="0" y="98107"/>
                  </a:lnTo>
                  <a:lnTo>
                    <a:pt x="268605" y="98107"/>
                  </a:lnTo>
                  <a:close/>
                  <a:moveTo>
                    <a:pt x="214313" y="33338"/>
                  </a:moveTo>
                  <a:cubicBezTo>
                    <a:pt x="223838" y="33338"/>
                    <a:pt x="230505" y="40957"/>
                    <a:pt x="230505" y="49530"/>
                  </a:cubicBezTo>
                  <a:cubicBezTo>
                    <a:pt x="230505" y="58102"/>
                    <a:pt x="222885" y="65723"/>
                    <a:pt x="214313" y="65723"/>
                  </a:cubicBezTo>
                  <a:cubicBezTo>
                    <a:pt x="205740" y="65723"/>
                    <a:pt x="198120" y="58102"/>
                    <a:pt x="198120" y="49530"/>
                  </a:cubicBezTo>
                  <a:cubicBezTo>
                    <a:pt x="198120" y="40957"/>
                    <a:pt x="204788" y="33338"/>
                    <a:pt x="214313" y="33338"/>
                  </a:cubicBezTo>
                  <a:lnTo>
                    <a:pt x="214313" y="33338"/>
                  </a:lnTo>
                  <a:close/>
                  <a:moveTo>
                    <a:pt x="148590" y="33338"/>
                  </a:moveTo>
                  <a:cubicBezTo>
                    <a:pt x="158115" y="33338"/>
                    <a:pt x="164783" y="40957"/>
                    <a:pt x="164783" y="49530"/>
                  </a:cubicBezTo>
                  <a:cubicBezTo>
                    <a:pt x="164783" y="58102"/>
                    <a:pt x="157163" y="65723"/>
                    <a:pt x="148590" y="65723"/>
                  </a:cubicBezTo>
                  <a:cubicBezTo>
                    <a:pt x="140018" y="65723"/>
                    <a:pt x="132398" y="58102"/>
                    <a:pt x="132398" y="49530"/>
                  </a:cubicBezTo>
                  <a:cubicBezTo>
                    <a:pt x="132398" y="40957"/>
                    <a:pt x="139065" y="33338"/>
                    <a:pt x="148590" y="33338"/>
                  </a:cubicBezTo>
                  <a:lnTo>
                    <a:pt x="148590" y="33338"/>
                  </a:lnTo>
                  <a:close/>
                  <a:moveTo>
                    <a:pt x="82868" y="33338"/>
                  </a:moveTo>
                  <a:cubicBezTo>
                    <a:pt x="92393" y="33338"/>
                    <a:pt x="99060" y="40957"/>
                    <a:pt x="99060" y="49530"/>
                  </a:cubicBezTo>
                  <a:cubicBezTo>
                    <a:pt x="99060" y="58102"/>
                    <a:pt x="91440" y="65723"/>
                    <a:pt x="82868" y="65723"/>
                  </a:cubicBezTo>
                  <a:cubicBezTo>
                    <a:pt x="74295" y="65723"/>
                    <a:pt x="66675" y="58102"/>
                    <a:pt x="66675" y="49530"/>
                  </a:cubicBezTo>
                  <a:cubicBezTo>
                    <a:pt x="66675" y="40957"/>
                    <a:pt x="73343" y="33338"/>
                    <a:pt x="82868" y="33338"/>
                  </a:cubicBezTo>
                  <a:lnTo>
                    <a:pt x="82868"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8" name="Google Shape;1248;p44"/>
            <p:cNvSpPr/>
            <p:nvPr/>
          </p:nvSpPr>
          <p:spPr>
            <a:xfrm>
              <a:off x="6223247" y="4372001"/>
              <a:ext cx="121089" cy="87927"/>
            </a:xfrm>
            <a:custGeom>
              <a:rect b="b" l="l" r="r" t="t"/>
              <a:pathLst>
                <a:path extrusionOk="0" h="166687" w="229552">
                  <a:moveTo>
                    <a:pt x="213360" y="0"/>
                  </a:moveTo>
                  <a:lnTo>
                    <a:pt x="16193" y="0"/>
                  </a:lnTo>
                  <a:cubicBezTo>
                    <a:pt x="6668" y="0"/>
                    <a:pt x="0" y="7620"/>
                    <a:pt x="0" y="16193"/>
                  </a:cubicBezTo>
                  <a:lnTo>
                    <a:pt x="0" y="150495"/>
                  </a:lnTo>
                  <a:cubicBezTo>
                    <a:pt x="0" y="160020"/>
                    <a:pt x="7620" y="166688"/>
                    <a:pt x="16193" y="166688"/>
                  </a:cubicBezTo>
                  <a:lnTo>
                    <a:pt x="213360" y="166688"/>
                  </a:lnTo>
                  <a:cubicBezTo>
                    <a:pt x="222885" y="166688"/>
                    <a:pt x="229552" y="159068"/>
                    <a:pt x="229552" y="150495"/>
                  </a:cubicBezTo>
                  <a:lnTo>
                    <a:pt x="229552" y="16193"/>
                  </a:lnTo>
                  <a:cubicBezTo>
                    <a:pt x="229552" y="7620"/>
                    <a:pt x="221932" y="0"/>
                    <a:pt x="213360" y="0"/>
                  </a:cubicBezTo>
                  <a:lnTo>
                    <a:pt x="213360" y="0"/>
                  </a:lnTo>
                  <a:close/>
                  <a:moveTo>
                    <a:pt x="147638" y="99060"/>
                  </a:moveTo>
                  <a:lnTo>
                    <a:pt x="80963" y="99060"/>
                  </a:lnTo>
                  <a:cubicBezTo>
                    <a:pt x="71438" y="99060"/>
                    <a:pt x="64770" y="91440"/>
                    <a:pt x="64770" y="82868"/>
                  </a:cubicBezTo>
                  <a:cubicBezTo>
                    <a:pt x="64770" y="74295"/>
                    <a:pt x="72390" y="66675"/>
                    <a:pt x="80963" y="66675"/>
                  </a:cubicBezTo>
                  <a:lnTo>
                    <a:pt x="146685" y="66675"/>
                  </a:lnTo>
                  <a:cubicBezTo>
                    <a:pt x="156210" y="66675"/>
                    <a:pt x="162877" y="74295"/>
                    <a:pt x="162877" y="82868"/>
                  </a:cubicBezTo>
                  <a:cubicBezTo>
                    <a:pt x="162877" y="91440"/>
                    <a:pt x="156210" y="99060"/>
                    <a:pt x="147638" y="99060"/>
                  </a:cubicBezTo>
                  <a:lnTo>
                    <a:pt x="147638" y="9906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9" name="Google Shape;1249;p44"/>
            <p:cNvSpPr/>
            <p:nvPr/>
          </p:nvSpPr>
          <p:spPr>
            <a:xfrm>
              <a:off x="6240873" y="4302504"/>
              <a:ext cx="86420" cy="51751"/>
            </a:xfrm>
            <a:custGeom>
              <a:rect b="b" l="l" r="r" t="t"/>
              <a:pathLst>
                <a:path extrusionOk="0" h="98107" w="163830">
                  <a:moveTo>
                    <a:pt x="31432" y="98107"/>
                  </a:moveTo>
                  <a:lnTo>
                    <a:pt x="31432" y="81915"/>
                  </a:lnTo>
                  <a:cubicBezTo>
                    <a:pt x="31432" y="54293"/>
                    <a:pt x="53340" y="32385"/>
                    <a:pt x="80963" y="32385"/>
                  </a:cubicBezTo>
                  <a:cubicBezTo>
                    <a:pt x="108585" y="32385"/>
                    <a:pt x="130493" y="54293"/>
                    <a:pt x="130493" y="81915"/>
                  </a:cubicBezTo>
                  <a:lnTo>
                    <a:pt x="130493" y="98107"/>
                  </a:lnTo>
                  <a:lnTo>
                    <a:pt x="163830" y="98107"/>
                  </a:lnTo>
                  <a:lnTo>
                    <a:pt x="163830" y="81915"/>
                  </a:lnTo>
                  <a:cubicBezTo>
                    <a:pt x="163830" y="36195"/>
                    <a:pt x="126682" y="0"/>
                    <a:pt x="81915" y="0"/>
                  </a:cubicBezTo>
                  <a:cubicBezTo>
                    <a:pt x="37148" y="0"/>
                    <a:pt x="0" y="37147"/>
                    <a:pt x="0" y="81915"/>
                  </a:cubicBezTo>
                  <a:lnTo>
                    <a:pt x="0" y="98107"/>
                  </a:lnTo>
                  <a:lnTo>
                    <a:pt x="31432" y="9810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0" name="Google Shape;1250;p44"/>
            <p:cNvSpPr/>
            <p:nvPr/>
          </p:nvSpPr>
          <p:spPr>
            <a:xfrm>
              <a:off x="6135116" y="4163006"/>
              <a:ext cx="296442" cy="226602"/>
            </a:xfrm>
            <a:custGeom>
              <a:rect b="b" l="l" r="r" t="t"/>
              <a:pathLst>
                <a:path extrusionOk="0" h="429577" w="561975">
                  <a:moveTo>
                    <a:pt x="545782" y="0"/>
                  </a:moveTo>
                  <a:lnTo>
                    <a:pt x="337185" y="0"/>
                  </a:lnTo>
                  <a:lnTo>
                    <a:pt x="297180" y="120015"/>
                  </a:lnTo>
                  <a:cubicBezTo>
                    <a:pt x="295275" y="126682"/>
                    <a:pt x="288607" y="131445"/>
                    <a:pt x="281940" y="131445"/>
                  </a:cubicBezTo>
                  <a:lnTo>
                    <a:pt x="0" y="131445"/>
                  </a:lnTo>
                  <a:lnTo>
                    <a:pt x="0" y="413385"/>
                  </a:lnTo>
                  <a:cubicBezTo>
                    <a:pt x="0" y="422910"/>
                    <a:pt x="7620" y="429577"/>
                    <a:pt x="16193" y="429577"/>
                  </a:cubicBezTo>
                  <a:lnTo>
                    <a:pt x="132398" y="429577"/>
                  </a:lnTo>
                  <a:lnTo>
                    <a:pt x="132398" y="410527"/>
                  </a:lnTo>
                  <a:cubicBezTo>
                    <a:pt x="132398" y="388620"/>
                    <a:pt x="145732" y="370523"/>
                    <a:pt x="165735" y="363855"/>
                  </a:cubicBezTo>
                  <a:lnTo>
                    <a:pt x="165735" y="344805"/>
                  </a:lnTo>
                  <a:cubicBezTo>
                    <a:pt x="165735" y="280988"/>
                    <a:pt x="217170" y="229552"/>
                    <a:pt x="280988" y="229552"/>
                  </a:cubicBezTo>
                  <a:cubicBezTo>
                    <a:pt x="344805" y="229552"/>
                    <a:pt x="396240" y="280988"/>
                    <a:pt x="396240" y="344805"/>
                  </a:cubicBezTo>
                  <a:lnTo>
                    <a:pt x="396240" y="363855"/>
                  </a:lnTo>
                  <a:cubicBezTo>
                    <a:pt x="415290" y="370523"/>
                    <a:pt x="429577" y="388620"/>
                    <a:pt x="429577" y="410527"/>
                  </a:cubicBezTo>
                  <a:lnTo>
                    <a:pt x="429577" y="429577"/>
                  </a:lnTo>
                  <a:lnTo>
                    <a:pt x="545782" y="429577"/>
                  </a:lnTo>
                  <a:cubicBezTo>
                    <a:pt x="555307" y="429577"/>
                    <a:pt x="561975" y="421957"/>
                    <a:pt x="561975" y="413385"/>
                  </a:cubicBezTo>
                  <a:lnTo>
                    <a:pt x="561975" y="16193"/>
                  </a:lnTo>
                  <a:cubicBezTo>
                    <a:pt x="561975" y="7620"/>
                    <a:pt x="554355" y="0"/>
                    <a:pt x="545782" y="0"/>
                  </a:cubicBezTo>
                  <a:lnTo>
                    <a:pt x="545782" y="0"/>
                  </a:lnTo>
                  <a:close/>
                  <a:moveTo>
                    <a:pt x="445770" y="197168"/>
                  </a:moveTo>
                  <a:lnTo>
                    <a:pt x="116205" y="197168"/>
                  </a:lnTo>
                  <a:cubicBezTo>
                    <a:pt x="106680" y="197168"/>
                    <a:pt x="100013" y="189548"/>
                    <a:pt x="100013" y="180975"/>
                  </a:cubicBezTo>
                  <a:cubicBezTo>
                    <a:pt x="100013" y="172402"/>
                    <a:pt x="107632" y="164782"/>
                    <a:pt x="116205" y="164782"/>
                  </a:cubicBezTo>
                  <a:lnTo>
                    <a:pt x="445770" y="164782"/>
                  </a:lnTo>
                  <a:cubicBezTo>
                    <a:pt x="455295" y="164782"/>
                    <a:pt x="461963" y="172402"/>
                    <a:pt x="461963" y="180975"/>
                  </a:cubicBezTo>
                  <a:cubicBezTo>
                    <a:pt x="461963" y="189548"/>
                    <a:pt x="454343" y="197168"/>
                    <a:pt x="445770" y="197168"/>
                  </a:cubicBezTo>
                  <a:lnTo>
                    <a:pt x="445770" y="19716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1" name="Google Shape;1251;p44"/>
          <p:cNvGrpSpPr/>
          <p:nvPr/>
        </p:nvGrpSpPr>
        <p:grpSpPr>
          <a:xfrm>
            <a:off x="5510980" y="4162896"/>
            <a:ext cx="226614" cy="297524"/>
            <a:chOff x="5510980" y="4162896"/>
            <a:chExt cx="226614" cy="297524"/>
          </a:xfrm>
        </p:grpSpPr>
        <p:grpSp>
          <p:nvGrpSpPr>
            <p:cNvPr id="1252" name="Google Shape;1252;p44"/>
            <p:cNvGrpSpPr/>
            <p:nvPr/>
          </p:nvGrpSpPr>
          <p:grpSpPr>
            <a:xfrm>
              <a:off x="5510980" y="4162896"/>
              <a:ext cx="226614" cy="297524"/>
              <a:chOff x="7873364" y="5681662"/>
              <a:chExt cx="428624" cy="562746"/>
            </a:xfrm>
          </p:grpSpPr>
          <p:sp>
            <p:nvSpPr>
              <p:cNvPr id="1253" name="Google Shape;1253;p44"/>
              <p:cNvSpPr/>
              <p:nvPr/>
            </p:nvSpPr>
            <p:spPr>
              <a:xfrm>
                <a:off x="7873364" y="5681662"/>
                <a:ext cx="230505" cy="230505"/>
              </a:xfrm>
              <a:custGeom>
                <a:rect b="b" l="l" r="r" t="t"/>
                <a:pathLst>
                  <a:path extrusionOk="0" h="230505" w="230505">
                    <a:moveTo>
                      <a:pt x="115253" y="0"/>
                    </a:moveTo>
                    <a:cubicBezTo>
                      <a:pt x="51435" y="0"/>
                      <a:pt x="0" y="51435"/>
                      <a:pt x="0" y="115252"/>
                    </a:cubicBezTo>
                    <a:cubicBezTo>
                      <a:pt x="0" y="179070"/>
                      <a:pt x="51435" y="230505"/>
                      <a:pt x="115253" y="230505"/>
                    </a:cubicBezTo>
                    <a:cubicBezTo>
                      <a:pt x="178118" y="230505"/>
                      <a:pt x="230505" y="179070"/>
                      <a:pt x="230505" y="115252"/>
                    </a:cubicBezTo>
                    <a:cubicBezTo>
                      <a:pt x="230505" y="51435"/>
                      <a:pt x="179070" y="0"/>
                      <a:pt x="115253" y="0"/>
                    </a:cubicBezTo>
                    <a:lnTo>
                      <a:pt x="115253" y="0"/>
                    </a:lnTo>
                    <a:close/>
                    <a:moveTo>
                      <a:pt x="148590" y="131445"/>
                    </a:moveTo>
                    <a:lnTo>
                      <a:pt x="132398" y="131445"/>
                    </a:lnTo>
                    <a:lnTo>
                      <a:pt x="132398" y="147638"/>
                    </a:lnTo>
                    <a:cubicBezTo>
                      <a:pt x="132398" y="157163"/>
                      <a:pt x="124778" y="163830"/>
                      <a:pt x="116205" y="163830"/>
                    </a:cubicBezTo>
                    <a:cubicBezTo>
                      <a:pt x="107633" y="163830"/>
                      <a:pt x="100013" y="156210"/>
                      <a:pt x="100013" y="147638"/>
                    </a:cubicBezTo>
                    <a:lnTo>
                      <a:pt x="100013" y="131445"/>
                    </a:lnTo>
                    <a:lnTo>
                      <a:pt x="83820" y="131445"/>
                    </a:lnTo>
                    <a:cubicBezTo>
                      <a:pt x="74295" y="131445"/>
                      <a:pt x="67628" y="123825"/>
                      <a:pt x="67628" y="115252"/>
                    </a:cubicBezTo>
                    <a:cubicBezTo>
                      <a:pt x="67628" y="106680"/>
                      <a:pt x="75248" y="99060"/>
                      <a:pt x="83820" y="99060"/>
                    </a:cubicBezTo>
                    <a:lnTo>
                      <a:pt x="100013" y="99060"/>
                    </a:lnTo>
                    <a:lnTo>
                      <a:pt x="100013" y="82868"/>
                    </a:lnTo>
                    <a:cubicBezTo>
                      <a:pt x="100013" y="73343"/>
                      <a:pt x="107633" y="66675"/>
                      <a:pt x="116205" y="66675"/>
                    </a:cubicBezTo>
                    <a:cubicBezTo>
                      <a:pt x="124778" y="66675"/>
                      <a:pt x="132398" y="74295"/>
                      <a:pt x="132398" y="82868"/>
                    </a:cubicBezTo>
                    <a:lnTo>
                      <a:pt x="132398" y="99060"/>
                    </a:lnTo>
                    <a:lnTo>
                      <a:pt x="148590" y="99060"/>
                    </a:lnTo>
                    <a:cubicBezTo>
                      <a:pt x="158115" y="99060"/>
                      <a:pt x="164783" y="106680"/>
                      <a:pt x="164783" y="115252"/>
                    </a:cubicBezTo>
                    <a:cubicBezTo>
                      <a:pt x="164783" y="123825"/>
                      <a:pt x="157163" y="131445"/>
                      <a:pt x="148590" y="131445"/>
                    </a:cubicBezTo>
                    <a:lnTo>
                      <a:pt x="148590" y="13144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4" name="Google Shape;1254;p44"/>
              <p:cNvSpPr/>
              <p:nvPr/>
            </p:nvSpPr>
            <p:spPr>
              <a:xfrm>
                <a:off x="8004809" y="5813106"/>
                <a:ext cx="297179" cy="431302"/>
              </a:xfrm>
              <a:custGeom>
                <a:rect b="b" l="l" r="r" t="t"/>
                <a:pathLst>
                  <a:path extrusionOk="0" h="431302" w="297179">
                    <a:moveTo>
                      <a:pt x="280035" y="0"/>
                    </a:moveTo>
                    <a:lnTo>
                      <a:pt x="130492" y="0"/>
                    </a:lnTo>
                    <a:cubicBezTo>
                      <a:pt x="122872" y="71438"/>
                      <a:pt x="68580" y="122873"/>
                      <a:pt x="0" y="130493"/>
                    </a:cubicBezTo>
                    <a:lnTo>
                      <a:pt x="0" y="414338"/>
                    </a:lnTo>
                    <a:cubicBezTo>
                      <a:pt x="0" y="420053"/>
                      <a:pt x="2857" y="425768"/>
                      <a:pt x="7620" y="428625"/>
                    </a:cubicBezTo>
                    <a:cubicBezTo>
                      <a:pt x="12382" y="431482"/>
                      <a:pt x="18097" y="431482"/>
                      <a:pt x="23813" y="429578"/>
                    </a:cubicBezTo>
                    <a:lnTo>
                      <a:pt x="148590" y="367665"/>
                    </a:lnTo>
                    <a:lnTo>
                      <a:pt x="273367" y="429578"/>
                    </a:lnTo>
                    <a:cubicBezTo>
                      <a:pt x="278130" y="432435"/>
                      <a:pt x="284797" y="431482"/>
                      <a:pt x="289560" y="428625"/>
                    </a:cubicBezTo>
                    <a:cubicBezTo>
                      <a:pt x="294322" y="425768"/>
                      <a:pt x="297180" y="420053"/>
                      <a:pt x="297180" y="414338"/>
                    </a:cubicBezTo>
                    <a:lnTo>
                      <a:pt x="297180" y="17145"/>
                    </a:lnTo>
                    <a:cubicBezTo>
                      <a:pt x="297180" y="7620"/>
                      <a:pt x="289560" y="0"/>
                      <a:pt x="280035" y="0"/>
                    </a:cubicBezTo>
                    <a:lnTo>
                      <a:pt x="280035" y="0"/>
                    </a:lnTo>
                    <a:close/>
                    <a:moveTo>
                      <a:pt x="222885" y="172403"/>
                    </a:moveTo>
                    <a:lnTo>
                      <a:pt x="198120" y="197168"/>
                    </a:lnTo>
                    <a:lnTo>
                      <a:pt x="203835" y="231457"/>
                    </a:lnTo>
                    <a:cubicBezTo>
                      <a:pt x="204788" y="237173"/>
                      <a:pt x="201930" y="243840"/>
                      <a:pt x="197167" y="247650"/>
                    </a:cubicBezTo>
                    <a:cubicBezTo>
                      <a:pt x="192405" y="251460"/>
                      <a:pt x="185738" y="251460"/>
                      <a:pt x="180022" y="248603"/>
                    </a:cubicBezTo>
                    <a:lnTo>
                      <a:pt x="148590" y="232410"/>
                    </a:lnTo>
                    <a:lnTo>
                      <a:pt x="117157" y="248603"/>
                    </a:lnTo>
                    <a:cubicBezTo>
                      <a:pt x="111442" y="251460"/>
                      <a:pt x="104775" y="250507"/>
                      <a:pt x="100013" y="247650"/>
                    </a:cubicBezTo>
                    <a:cubicBezTo>
                      <a:pt x="95250" y="243840"/>
                      <a:pt x="92392" y="238125"/>
                      <a:pt x="93345" y="231457"/>
                    </a:cubicBezTo>
                    <a:lnTo>
                      <a:pt x="99060" y="197168"/>
                    </a:lnTo>
                    <a:lnTo>
                      <a:pt x="74295" y="172403"/>
                    </a:lnTo>
                    <a:cubicBezTo>
                      <a:pt x="69532" y="167640"/>
                      <a:pt x="68580" y="161925"/>
                      <a:pt x="70485" y="155257"/>
                    </a:cubicBezTo>
                    <a:cubicBezTo>
                      <a:pt x="72390" y="149543"/>
                      <a:pt x="77152" y="144780"/>
                      <a:pt x="83820" y="143828"/>
                    </a:cubicBezTo>
                    <a:lnTo>
                      <a:pt x="118110" y="139065"/>
                    </a:lnTo>
                    <a:lnTo>
                      <a:pt x="133350" y="107632"/>
                    </a:lnTo>
                    <a:cubicBezTo>
                      <a:pt x="139065" y="96203"/>
                      <a:pt x="157163" y="96203"/>
                      <a:pt x="162877" y="107632"/>
                    </a:cubicBezTo>
                    <a:lnTo>
                      <a:pt x="178117" y="139065"/>
                    </a:lnTo>
                    <a:lnTo>
                      <a:pt x="212407" y="143828"/>
                    </a:lnTo>
                    <a:cubicBezTo>
                      <a:pt x="218122" y="144780"/>
                      <a:pt x="223838" y="149543"/>
                      <a:pt x="225742" y="155257"/>
                    </a:cubicBezTo>
                    <a:cubicBezTo>
                      <a:pt x="228600" y="161925"/>
                      <a:pt x="227647" y="168593"/>
                      <a:pt x="222885" y="172403"/>
                    </a:cubicBezTo>
                    <a:lnTo>
                      <a:pt x="222885" y="17240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55" name="Google Shape;1255;p44"/>
            <p:cNvSpPr/>
            <p:nvPr/>
          </p:nvSpPr>
          <p:spPr>
            <a:xfrm>
              <a:off x="5644602" y="4313079"/>
              <a:ext cx="29142" cy="27634"/>
            </a:xfrm>
            <a:custGeom>
              <a:rect b="b" l="l" r="r" t="t"/>
              <a:pathLst>
                <a:path extrusionOk="0" h="52387" w="55245">
                  <a:moveTo>
                    <a:pt x="32385" y="9525"/>
                  </a:moveTo>
                  <a:lnTo>
                    <a:pt x="27623" y="0"/>
                  </a:lnTo>
                  <a:lnTo>
                    <a:pt x="22860" y="9525"/>
                  </a:lnTo>
                  <a:cubicBezTo>
                    <a:pt x="20003" y="14288"/>
                    <a:pt x="16193" y="18098"/>
                    <a:pt x="10478" y="18098"/>
                  </a:cubicBezTo>
                  <a:lnTo>
                    <a:pt x="0" y="20003"/>
                  </a:lnTo>
                  <a:lnTo>
                    <a:pt x="7620" y="27623"/>
                  </a:lnTo>
                  <a:cubicBezTo>
                    <a:pt x="11430" y="31432"/>
                    <a:pt x="13335" y="37148"/>
                    <a:pt x="12383" y="41910"/>
                  </a:cubicBezTo>
                  <a:lnTo>
                    <a:pt x="10478" y="52388"/>
                  </a:lnTo>
                  <a:lnTo>
                    <a:pt x="20003" y="47625"/>
                  </a:lnTo>
                  <a:cubicBezTo>
                    <a:pt x="24765" y="44768"/>
                    <a:pt x="30480" y="44768"/>
                    <a:pt x="35243" y="47625"/>
                  </a:cubicBezTo>
                  <a:lnTo>
                    <a:pt x="44768" y="52388"/>
                  </a:lnTo>
                  <a:lnTo>
                    <a:pt x="42863" y="41910"/>
                  </a:lnTo>
                  <a:cubicBezTo>
                    <a:pt x="41910" y="36195"/>
                    <a:pt x="43815" y="31432"/>
                    <a:pt x="47625" y="27623"/>
                  </a:cubicBezTo>
                  <a:lnTo>
                    <a:pt x="55245" y="20003"/>
                  </a:lnTo>
                  <a:lnTo>
                    <a:pt x="44768" y="18098"/>
                  </a:lnTo>
                  <a:cubicBezTo>
                    <a:pt x="39053" y="17145"/>
                    <a:pt x="35243" y="14288"/>
                    <a:pt x="32385" y="9525"/>
                  </a:cubicBezTo>
                  <a:lnTo>
                    <a:pt x="32385" y="952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6" name="Google Shape;1256;p44"/>
          <p:cNvGrpSpPr/>
          <p:nvPr/>
        </p:nvGrpSpPr>
        <p:grpSpPr>
          <a:xfrm>
            <a:off x="4815666" y="4163006"/>
            <a:ext cx="295592" cy="296502"/>
            <a:chOff x="4815666" y="4163006"/>
            <a:chExt cx="295592" cy="296502"/>
          </a:xfrm>
        </p:grpSpPr>
        <p:sp>
          <p:nvSpPr>
            <p:cNvPr id="1257" name="Google Shape;1257;p44"/>
            <p:cNvSpPr/>
            <p:nvPr/>
          </p:nvSpPr>
          <p:spPr>
            <a:xfrm>
              <a:off x="4816169" y="4163006"/>
              <a:ext cx="159274" cy="52254"/>
            </a:xfrm>
            <a:custGeom>
              <a:rect b="b" l="l" r="r" t="t"/>
              <a:pathLst>
                <a:path extrusionOk="0" h="99060" w="301942">
                  <a:moveTo>
                    <a:pt x="268605" y="99060"/>
                  </a:moveTo>
                  <a:lnTo>
                    <a:pt x="301943" y="0"/>
                  </a:lnTo>
                  <a:lnTo>
                    <a:pt x="16193" y="0"/>
                  </a:lnTo>
                  <a:cubicBezTo>
                    <a:pt x="6668" y="0"/>
                    <a:pt x="0" y="7620"/>
                    <a:pt x="0" y="16193"/>
                  </a:cubicBezTo>
                  <a:lnTo>
                    <a:pt x="0" y="98107"/>
                  </a:lnTo>
                  <a:lnTo>
                    <a:pt x="268605" y="98107"/>
                  </a:lnTo>
                  <a:close/>
                  <a:moveTo>
                    <a:pt x="214313" y="33338"/>
                  </a:moveTo>
                  <a:cubicBezTo>
                    <a:pt x="223838" y="33338"/>
                    <a:pt x="230505" y="40957"/>
                    <a:pt x="230505" y="49530"/>
                  </a:cubicBezTo>
                  <a:cubicBezTo>
                    <a:pt x="230505" y="58102"/>
                    <a:pt x="222885" y="65723"/>
                    <a:pt x="214313" y="65723"/>
                  </a:cubicBezTo>
                  <a:cubicBezTo>
                    <a:pt x="205740" y="65723"/>
                    <a:pt x="198120" y="58102"/>
                    <a:pt x="198120" y="49530"/>
                  </a:cubicBezTo>
                  <a:cubicBezTo>
                    <a:pt x="198120" y="40957"/>
                    <a:pt x="204788" y="33338"/>
                    <a:pt x="214313" y="33338"/>
                  </a:cubicBezTo>
                  <a:lnTo>
                    <a:pt x="214313" y="33338"/>
                  </a:lnTo>
                  <a:close/>
                  <a:moveTo>
                    <a:pt x="148590" y="33338"/>
                  </a:moveTo>
                  <a:cubicBezTo>
                    <a:pt x="158115" y="33338"/>
                    <a:pt x="164783" y="40957"/>
                    <a:pt x="164783" y="49530"/>
                  </a:cubicBezTo>
                  <a:cubicBezTo>
                    <a:pt x="164783" y="58102"/>
                    <a:pt x="157163" y="65723"/>
                    <a:pt x="148590" y="65723"/>
                  </a:cubicBezTo>
                  <a:cubicBezTo>
                    <a:pt x="140018" y="65723"/>
                    <a:pt x="132398" y="58102"/>
                    <a:pt x="132398" y="49530"/>
                  </a:cubicBezTo>
                  <a:cubicBezTo>
                    <a:pt x="132398" y="40957"/>
                    <a:pt x="139065" y="33338"/>
                    <a:pt x="148590" y="33338"/>
                  </a:cubicBezTo>
                  <a:lnTo>
                    <a:pt x="148590" y="33338"/>
                  </a:lnTo>
                  <a:close/>
                  <a:moveTo>
                    <a:pt x="82868" y="33338"/>
                  </a:moveTo>
                  <a:cubicBezTo>
                    <a:pt x="92393" y="33338"/>
                    <a:pt x="99060" y="40957"/>
                    <a:pt x="99060" y="49530"/>
                  </a:cubicBezTo>
                  <a:cubicBezTo>
                    <a:pt x="99060" y="58102"/>
                    <a:pt x="91440" y="65723"/>
                    <a:pt x="82868" y="65723"/>
                  </a:cubicBezTo>
                  <a:cubicBezTo>
                    <a:pt x="74295" y="65723"/>
                    <a:pt x="66675" y="58102"/>
                    <a:pt x="66675" y="49530"/>
                  </a:cubicBezTo>
                  <a:cubicBezTo>
                    <a:pt x="66675" y="40957"/>
                    <a:pt x="73343" y="33338"/>
                    <a:pt x="82868" y="33338"/>
                  </a:cubicBezTo>
                  <a:lnTo>
                    <a:pt x="82868"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8" name="Google Shape;1258;p44"/>
            <p:cNvSpPr/>
            <p:nvPr/>
          </p:nvSpPr>
          <p:spPr>
            <a:xfrm>
              <a:off x="4903293" y="4303511"/>
              <a:ext cx="121591" cy="86923"/>
            </a:xfrm>
            <a:custGeom>
              <a:rect b="b" l="l" r="r" t="t"/>
              <a:pathLst>
                <a:path extrusionOk="0" h="164782" w="230504">
                  <a:moveTo>
                    <a:pt x="230505" y="164782"/>
                  </a:moveTo>
                  <a:lnTo>
                    <a:pt x="230505" y="148590"/>
                  </a:lnTo>
                  <a:cubicBezTo>
                    <a:pt x="230505" y="120967"/>
                    <a:pt x="208597" y="99060"/>
                    <a:pt x="180975" y="99060"/>
                  </a:cubicBezTo>
                  <a:lnTo>
                    <a:pt x="164782" y="99060"/>
                  </a:lnTo>
                  <a:lnTo>
                    <a:pt x="164782" y="49530"/>
                  </a:lnTo>
                  <a:cubicBezTo>
                    <a:pt x="164782" y="21907"/>
                    <a:pt x="142875" y="0"/>
                    <a:pt x="115252" y="0"/>
                  </a:cubicBezTo>
                  <a:cubicBezTo>
                    <a:pt x="87630" y="0"/>
                    <a:pt x="65722" y="21907"/>
                    <a:pt x="65722" y="49530"/>
                  </a:cubicBezTo>
                  <a:lnTo>
                    <a:pt x="65722" y="99060"/>
                  </a:lnTo>
                  <a:lnTo>
                    <a:pt x="49530" y="99060"/>
                  </a:lnTo>
                  <a:cubicBezTo>
                    <a:pt x="21907" y="99060"/>
                    <a:pt x="0" y="120967"/>
                    <a:pt x="0" y="148590"/>
                  </a:cubicBezTo>
                  <a:lnTo>
                    <a:pt x="0" y="164782"/>
                  </a:lnTo>
                  <a:lnTo>
                    <a:pt x="230505" y="1647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9" name="Google Shape;1259;p44"/>
            <p:cNvSpPr/>
            <p:nvPr/>
          </p:nvSpPr>
          <p:spPr>
            <a:xfrm>
              <a:off x="4886171" y="4407254"/>
              <a:ext cx="138674" cy="52254"/>
            </a:xfrm>
            <a:custGeom>
              <a:rect b="b" l="l" r="r" t="t"/>
              <a:pathLst>
                <a:path extrusionOk="0" h="99060" w="262889">
                  <a:moveTo>
                    <a:pt x="32385" y="952"/>
                  </a:moveTo>
                  <a:lnTo>
                    <a:pt x="32385" y="50482"/>
                  </a:lnTo>
                  <a:cubicBezTo>
                    <a:pt x="32385" y="60007"/>
                    <a:pt x="24765" y="66675"/>
                    <a:pt x="16193" y="66675"/>
                  </a:cubicBezTo>
                  <a:cubicBezTo>
                    <a:pt x="6668" y="66675"/>
                    <a:pt x="0" y="74295"/>
                    <a:pt x="0" y="82868"/>
                  </a:cubicBezTo>
                  <a:cubicBezTo>
                    <a:pt x="0" y="91440"/>
                    <a:pt x="7620" y="99060"/>
                    <a:pt x="16193" y="99060"/>
                  </a:cubicBezTo>
                  <a:lnTo>
                    <a:pt x="49530" y="99060"/>
                  </a:lnTo>
                  <a:cubicBezTo>
                    <a:pt x="67627" y="99060"/>
                    <a:pt x="84773" y="93345"/>
                    <a:pt x="99060" y="82868"/>
                  </a:cubicBezTo>
                  <a:lnTo>
                    <a:pt x="99060" y="82868"/>
                  </a:lnTo>
                  <a:cubicBezTo>
                    <a:pt x="99060" y="92393"/>
                    <a:pt x="106680" y="99060"/>
                    <a:pt x="115252" y="99060"/>
                  </a:cubicBezTo>
                  <a:lnTo>
                    <a:pt x="164782" y="99060"/>
                  </a:lnTo>
                  <a:lnTo>
                    <a:pt x="164782" y="49530"/>
                  </a:lnTo>
                  <a:cubicBezTo>
                    <a:pt x="164782" y="40005"/>
                    <a:pt x="172402" y="33338"/>
                    <a:pt x="180975" y="33338"/>
                  </a:cubicBezTo>
                  <a:cubicBezTo>
                    <a:pt x="189548" y="33338"/>
                    <a:pt x="197168" y="40957"/>
                    <a:pt x="197168" y="49530"/>
                  </a:cubicBezTo>
                  <a:lnTo>
                    <a:pt x="197168" y="99060"/>
                  </a:lnTo>
                  <a:lnTo>
                    <a:pt x="213360" y="99060"/>
                  </a:lnTo>
                  <a:cubicBezTo>
                    <a:pt x="240982" y="99060"/>
                    <a:pt x="262890" y="77152"/>
                    <a:pt x="262890" y="49530"/>
                  </a:cubicBezTo>
                  <a:lnTo>
                    <a:pt x="262890" y="0"/>
                  </a:lnTo>
                  <a:lnTo>
                    <a:pt x="32385"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0" name="Google Shape;1260;p44"/>
            <p:cNvSpPr/>
            <p:nvPr/>
          </p:nvSpPr>
          <p:spPr>
            <a:xfrm>
              <a:off x="4815666" y="4163006"/>
              <a:ext cx="295592" cy="226602"/>
            </a:xfrm>
            <a:custGeom>
              <a:rect b="b" l="l" r="r" t="t"/>
              <a:pathLst>
                <a:path extrusionOk="0" h="429577" w="560364">
                  <a:moveTo>
                    <a:pt x="545782" y="0"/>
                  </a:moveTo>
                  <a:lnTo>
                    <a:pt x="337185" y="0"/>
                  </a:lnTo>
                  <a:lnTo>
                    <a:pt x="297180" y="120015"/>
                  </a:lnTo>
                  <a:cubicBezTo>
                    <a:pt x="295275" y="126682"/>
                    <a:pt x="288607" y="131445"/>
                    <a:pt x="281940" y="131445"/>
                  </a:cubicBezTo>
                  <a:lnTo>
                    <a:pt x="0" y="131445"/>
                  </a:lnTo>
                  <a:lnTo>
                    <a:pt x="0" y="413385"/>
                  </a:lnTo>
                  <a:cubicBezTo>
                    <a:pt x="0" y="422910"/>
                    <a:pt x="7620" y="429577"/>
                    <a:pt x="16193" y="429577"/>
                  </a:cubicBezTo>
                  <a:lnTo>
                    <a:pt x="132398" y="429577"/>
                  </a:lnTo>
                  <a:lnTo>
                    <a:pt x="132398" y="413385"/>
                  </a:lnTo>
                  <a:cubicBezTo>
                    <a:pt x="132398" y="374332"/>
                    <a:pt x="160973" y="340043"/>
                    <a:pt x="198120" y="332423"/>
                  </a:cubicBezTo>
                  <a:lnTo>
                    <a:pt x="198120" y="314325"/>
                  </a:lnTo>
                  <a:cubicBezTo>
                    <a:pt x="198120" y="268605"/>
                    <a:pt x="235268" y="232410"/>
                    <a:pt x="280035" y="232410"/>
                  </a:cubicBezTo>
                  <a:cubicBezTo>
                    <a:pt x="324802" y="232410"/>
                    <a:pt x="361950" y="269557"/>
                    <a:pt x="361950" y="314325"/>
                  </a:cubicBezTo>
                  <a:lnTo>
                    <a:pt x="361950" y="332423"/>
                  </a:lnTo>
                  <a:cubicBezTo>
                    <a:pt x="400050" y="340043"/>
                    <a:pt x="427673" y="374332"/>
                    <a:pt x="427673" y="413385"/>
                  </a:cubicBezTo>
                  <a:lnTo>
                    <a:pt x="427673" y="429577"/>
                  </a:lnTo>
                  <a:lnTo>
                    <a:pt x="543877" y="429577"/>
                  </a:lnTo>
                  <a:cubicBezTo>
                    <a:pt x="553402" y="429577"/>
                    <a:pt x="560070" y="421957"/>
                    <a:pt x="560070" y="413385"/>
                  </a:cubicBezTo>
                  <a:lnTo>
                    <a:pt x="560070" y="16193"/>
                  </a:lnTo>
                  <a:cubicBezTo>
                    <a:pt x="561975" y="7620"/>
                    <a:pt x="554355" y="0"/>
                    <a:pt x="545782" y="0"/>
                  </a:cubicBezTo>
                  <a:lnTo>
                    <a:pt x="545782" y="0"/>
                  </a:lnTo>
                  <a:close/>
                  <a:moveTo>
                    <a:pt x="445770" y="200025"/>
                  </a:moveTo>
                  <a:lnTo>
                    <a:pt x="116205" y="200025"/>
                  </a:lnTo>
                  <a:cubicBezTo>
                    <a:pt x="106680" y="200025"/>
                    <a:pt x="100013" y="192405"/>
                    <a:pt x="100013" y="183832"/>
                  </a:cubicBezTo>
                  <a:cubicBezTo>
                    <a:pt x="100013" y="175260"/>
                    <a:pt x="107632" y="167640"/>
                    <a:pt x="116205" y="167640"/>
                  </a:cubicBezTo>
                  <a:lnTo>
                    <a:pt x="445770" y="167640"/>
                  </a:lnTo>
                  <a:cubicBezTo>
                    <a:pt x="455295" y="167640"/>
                    <a:pt x="461963" y="175260"/>
                    <a:pt x="461963" y="183832"/>
                  </a:cubicBezTo>
                  <a:cubicBezTo>
                    <a:pt x="461963" y="192405"/>
                    <a:pt x="454343" y="200025"/>
                    <a:pt x="445770" y="200025"/>
                  </a:cubicBezTo>
                  <a:lnTo>
                    <a:pt x="445770" y="20002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61" name="Google Shape;1261;p44"/>
          <p:cNvGrpSpPr/>
          <p:nvPr/>
        </p:nvGrpSpPr>
        <p:grpSpPr>
          <a:xfrm>
            <a:off x="4120688" y="4163006"/>
            <a:ext cx="295982" cy="296988"/>
            <a:chOff x="4120688" y="4163006"/>
            <a:chExt cx="295982" cy="296988"/>
          </a:xfrm>
        </p:grpSpPr>
        <p:sp>
          <p:nvSpPr>
            <p:cNvPr id="1262" name="Google Shape;1262;p44"/>
            <p:cNvSpPr/>
            <p:nvPr/>
          </p:nvSpPr>
          <p:spPr>
            <a:xfrm>
              <a:off x="4173567" y="4399700"/>
              <a:ext cx="51794" cy="60293"/>
            </a:xfrm>
            <a:custGeom>
              <a:rect b="b" l="l" r="r" t="t"/>
              <a:pathLst>
                <a:path extrusionOk="0" h="114300" w="98187">
                  <a:moveTo>
                    <a:pt x="81915" y="114300"/>
                  </a:moveTo>
                  <a:lnTo>
                    <a:pt x="16193" y="114300"/>
                  </a:lnTo>
                  <a:cubicBezTo>
                    <a:pt x="6668" y="114300"/>
                    <a:pt x="0" y="106680"/>
                    <a:pt x="0" y="98107"/>
                  </a:cubicBezTo>
                  <a:lnTo>
                    <a:pt x="0" y="16193"/>
                  </a:lnTo>
                  <a:cubicBezTo>
                    <a:pt x="0" y="6668"/>
                    <a:pt x="7620" y="0"/>
                    <a:pt x="16193" y="0"/>
                  </a:cubicBezTo>
                  <a:lnTo>
                    <a:pt x="81915" y="0"/>
                  </a:lnTo>
                  <a:cubicBezTo>
                    <a:pt x="91440" y="0"/>
                    <a:pt x="98107" y="7620"/>
                    <a:pt x="98107" y="16193"/>
                  </a:cubicBezTo>
                  <a:lnTo>
                    <a:pt x="98107" y="98107"/>
                  </a:lnTo>
                  <a:cubicBezTo>
                    <a:pt x="99060" y="106680"/>
                    <a:pt x="91440" y="114300"/>
                    <a:pt x="81915" y="114300"/>
                  </a:cubicBezTo>
                  <a:lnTo>
                    <a:pt x="81915" y="11430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3" name="Google Shape;1263;p44"/>
            <p:cNvSpPr/>
            <p:nvPr/>
          </p:nvSpPr>
          <p:spPr>
            <a:xfrm>
              <a:off x="4243064" y="4347325"/>
              <a:ext cx="51794" cy="112547"/>
            </a:xfrm>
            <a:custGeom>
              <a:rect b="b" l="l" r="r" t="t"/>
              <a:pathLst>
                <a:path extrusionOk="0" h="213360" w="98188">
                  <a:moveTo>
                    <a:pt x="82868" y="213360"/>
                  </a:moveTo>
                  <a:lnTo>
                    <a:pt x="16193" y="213360"/>
                  </a:lnTo>
                  <a:cubicBezTo>
                    <a:pt x="6668" y="213360"/>
                    <a:pt x="0" y="205740"/>
                    <a:pt x="0" y="197168"/>
                  </a:cubicBezTo>
                  <a:lnTo>
                    <a:pt x="0" y="16193"/>
                  </a:lnTo>
                  <a:cubicBezTo>
                    <a:pt x="0" y="6668"/>
                    <a:pt x="7620" y="0"/>
                    <a:pt x="16193" y="0"/>
                  </a:cubicBezTo>
                  <a:lnTo>
                    <a:pt x="81915" y="0"/>
                  </a:lnTo>
                  <a:cubicBezTo>
                    <a:pt x="91440" y="0"/>
                    <a:pt x="98107" y="7620"/>
                    <a:pt x="98107" y="16193"/>
                  </a:cubicBezTo>
                  <a:lnTo>
                    <a:pt x="98107" y="197168"/>
                  </a:lnTo>
                  <a:cubicBezTo>
                    <a:pt x="99060" y="205740"/>
                    <a:pt x="91440" y="213360"/>
                    <a:pt x="82868" y="213360"/>
                  </a:cubicBezTo>
                  <a:lnTo>
                    <a:pt x="82868" y="21336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4" name="Google Shape;1264;p44"/>
            <p:cNvSpPr/>
            <p:nvPr/>
          </p:nvSpPr>
          <p:spPr>
            <a:xfrm>
              <a:off x="4313066" y="4382074"/>
              <a:ext cx="51751" cy="77879"/>
            </a:xfrm>
            <a:custGeom>
              <a:rect b="b" l="l" r="r" t="t"/>
              <a:pathLst>
                <a:path extrusionOk="0" h="147637" w="98107">
                  <a:moveTo>
                    <a:pt x="81915" y="147638"/>
                  </a:moveTo>
                  <a:lnTo>
                    <a:pt x="16193" y="147638"/>
                  </a:lnTo>
                  <a:cubicBezTo>
                    <a:pt x="6668" y="147638"/>
                    <a:pt x="0" y="140018"/>
                    <a:pt x="0" y="131445"/>
                  </a:cubicBezTo>
                  <a:lnTo>
                    <a:pt x="0" y="16193"/>
                  </a:lnTo>
                  <a:cubicBezTo>
                    <a:pt x="0" y="6668"/>
                    <a:pt x="7620" y="0"/>
                    <a:pt x="16193" y="0"/>
                  </a:cubicBezTo>
                  <a:lnTo>
                    <a:pt x="81915" y="0"/>
                  </a:lnTo>
                  <a:cubicBezTo>
                    <a:pt x="91440" y="0"/>
                    <a:pt x="98107" y="7620"/>
                    <a:pt x="98107" y="16193"/>
                  </a:cubicBezTo>
                  <a:lnTo>
                    <a:pt x="98107" y="131445"/>
                  </a:lnTo>
                  <a:cubicBezTo>
                    <a:pt x="98107" y="140018"/>
                    <a:pt x="90488" y="147638"/>
                    <a:pt x="81915" y="147638"/>
                  </a:cubicBezTo>
                  <a:lnTo>
                    <a:pt x="81915" y="1476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5" name="Google Shape;1265;p44"/>
            <p:cNvSpPr/>
            <p:nvPr/>
          </p:nvSpPr>
          <p:spPr>
            <a:xfrm>
              <a:off x="4121192" y="4163006"/>
              <a:ext cx="159274" cy="52254"/>
            </a:xfrm>
            <a:custGeom>
              <a:rect b="b" l="l" r="r" t="t"/>
              <a:pathLst>
                <a:path extrusionOk="0" h="99060" w="301942">
                  <a:moveTo>
                    <a:pt x="268605" y="99060"/>
                  </a:moveTo>
                  <a:lnTo>
                    <a:pt x="301943" y="0"/>
                  </a:lnTo>
                  <a:lnTo>
                    <a:pt x="16193" y="0"/>
                  </a:lnTo>
                  <a:cubicBezTo>
                    <a:pt x="6668" y="0"/>
                    <a:pt x="0" y="7620"/>
                    <a:pt x="0" y="16193"/>
                  </a:cubicBezTo>
                  <a:lnTo>
                    <a:pt x="0" y="98107"/>
                  </a:lnTo>
                  <a:lnTo>
                    <a:pt x="268605" y="98107"/>
                  </a:lnTo>
                  <a:close/>
                  <a:moveTo>
                    <a:pt x="214313" y="33338"/>
                  </a:moveTo>
                  <a:cubicBezTo>
                    <a:pt x="223838" y="33338"/>
                    <a:pt x="230505" y="40957"/>
                    <a:pt x="230505" y="49530"/>
                  </a:cubicBezTo>
                  <a:cubicBezTo>
                    <a:pt x="230505" y="58102"/>
                    <a:pt x="222885" y="65723"/>
                    <a:pt x="214313" y="65723"/>
                  </a:cubicBezTo>
                  <a:cubicBezTo>
                    <a:pt x="205740" y="65723"/>
                    <a:pt x="198120" y="58102"/>
                    <a:pt x="198120" y="49530"/>
                  </a:cubicBezTo>
                  <a:cubicBezTo>
                    <a:pt x="198120" y="40957"/>
                    <a:pt x="204788" y="33338"/>
                    <a:pt x="214313" y="33338"/>
                  </a:cubicBezTo>
                  <a:lnTo>
                    <a:pt x="214313" y="33338"/>
                  </a:lnTo>
                  <a:close/>
                  <a:moveTo>
                    <a:pt x="148590" y="33338"/>
                  </a:moveTo>
                  <a:cubicBezTo>
                    <a:pt x="158115" y="33338"/>
                    <a:pt x="164783" y="40957"/>
                    <a:pt x="164783" y="49530"/>
                  </a:cubicBezTo>
                  <a:cubicBezTo>
                    <a:pt x="164783" y="58102"/>
                    <a:pt x="157163" y="65723"/>
                    <a:pt x="148590" y="65723"/>
                  </a:cubicBezTo>
                  <a:cubicBezTo>
                    <a:pt x="140018" y="65723"/>
                    <a:pt x="132398" y="58102"/>
                    <a:pt x="132398" y="49530"/>
                  </a:cubicBezTo>
                  <a:cubicBezTo>
                    <a:pt x="132398" y="40957"/>
                    <a:pt x="139065" y="33338"/>
                    <a:pt x="148590" y="33338"/>
                  </a:cubicBezTo>
                  <a:lnTo>
                    <a:pt x="148590" y="33338"/>
                  </a:lnTo>
                  <a:close/>
                  <a:moveTo>
                    <a:pt x="82868" y="33338"/>
                  </a:moveTo>
                  <a:cubicBezTo>
                    <a:pt x="92393" y="33338"/>
                    <a:pt x="99060" y="40957"/>
                    <a:pt x="99060" y="49530"/>
                  </a:cubicBezTo>
                  <a:cubicBezTo>
                    <a:pt x="99060" y="58102"/>
                    <a:pt x="91440" y="65723"/>
                    <a:pt x="82868" y="65723"/>
                  </a:cubicBezTo>
                  <a:cubicBezTo>
                    <a:pt x="74295" y="65723"/>
                    <a:pt x="66675" y="58102"/>
                    <a:pt x="66675" y="49530"/>
                  </a:cubicBezTo>
                  <a:cubicBezTo>
                    <a:pt x="66675" y="40957"/>
                    <a:pt x="73343" y="33338"/>
                    <a:pt x="82868" y="33338"/>
                  </a:cubicBezTo>
                  <a:lnTo>
                    <a:pt x="82868"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6" name="Google Shape;1266;p44"/>
            <p:cNvSpPr/>
            <p:nvPr/>
          </p:nvSpPr>
          <p:spPr>
            <a:xfrm>
              <a:off x="4191193" y="4319627"/>
              <a:ext cx="17083" cy="17083"/>
            </a:xfrm>
            <a:custGeom>
              <a:rect b="b" l="l" r="r" t="t"/>
              <a:pathLst>
                <a:path extrusionOk="0" h="32385" w="32385">
                  <a:moveTo>
                    <a:pt x="32385" y="16193"/>
                  </a:moveTo>
                  <a:cubicBezTo>
                    <a:pt x="32385" y="25718"/>
                    <a:pt x="24765" y="32385"/>
                    <a:pt x="16193" y="32385"/>
                  </a:cubicBezTo>
                  <a:cubicBezTo>
                    <a:pt x="7620" y="32385"/>
                    <a:pt x="0" y="24765"/>
                    <a:pt x="0" y="16193"/>
                  </a:cubicBezTo>
                  <a:cubicBezTo>
                    <a:pt x="0" y="7620"/>
                    <a:pt x="7620" y="0"/>
                    <a:pt x="16193" y="0"/>
                  </a:cubicBezTo>
                  <a:cubicBezTo>
                    <a:pt x="24765" y="0"/>
                    <a:pt x="32385" y="7620"/>
                    <a:pt x="32385" y="16193"/>
                  </a:cubicBezTo>
                  <a:lnTo>
                    <a:pt x="32385"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7" name="Google Shape;1267;p44"/>
            <p:cNvSpPr/>
            <p:nvPr/>
          </p:nvSpPr>
          <p:spPr>
            <a:xfrm>
              <a:off x="4260690" y="4267755"/>
              <a:ext cx="17083" cy="17083"/>
            </a:xfrm>
            <a:custGeom>
              <a:rect b="b" l="l" r="r" t="t"/>
              <a:pathLst>
                <a:path extrusionOk="0" h="32385" w="32385">
                  <a:moveTo>
                    <a:pt x="32385" y="16193"/>
                  </a:moveTo>
                  <a:cubicBezTo>
                    <a:pt x="32385" y="25718"/>
                    <a:pt x="24765" y="32385"/>
                    <a:pt x="16193" y="32385"/>
                  </a:cubicBezTo>
                  <a:cubicBezTo>
                    <a:pt x="7620" y="32385"/>
                    <a:pt x="0" y="24765"/>
                    <a:pt x="0" y="16193"/>
                  </a:cubicBezTo>
                  <a:cubicBezTo>
                    <a:pt x="0" y="7620"/>
                    <a:pt x="7620" y="0"/>
                    <a:pt x="16193" y="0"/>
                  </a:cubicBezTo>
                  <a:cubicBezTo>
                    <a:pt x="24765" y="0"/>
                    <a:pt x="32385" y="6668"/>
                    <a:pt x="32385" y="16193"/>
                  </a:cubicBezTo>
                  <a:lnTo>
                    <a:pt x="32385"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8" name="Google Shape;1268;p44"/>
            <p:cNvSpPr/>
            <p:nvPr/>
          </p:nvSpPr>
          <p:spPr>
            <a:xfrm>
              <a:off x="4330692" y="4302504"/>
              <a:ext cx="17083" cy="17083"/>
            </a:xfrm>
            <a:custGeom>
              <a:rect b="b" l="l" r="r" t="t"/>
              <a:pathLst>
                <a:path extrusionOk="0" h="32384" w="32384">
                  <a:moveTo>
                    <a:pt x="32385" y="16193"/>
                  </a:moveTo>
                  <a:cubicBezTo>
                    <a:pt x="32385" y="25718"/>
                    <a:pt x="24765" y="32385"/>
                    <a:pt x="16193" y="32385"/>
                  </a:cubicBezTo>
                  <a:cubicBezTo>
                    <a:pt x="7620" y="32385"/>
                    <a:pt x="0" y="24765"/>
                    <a:pt x="0" y="16193"/>
                  </a:cubicBezTo>
                  <a:cubicBezTo>
                    <a:pt x="0" y="7620"/>
                    <a:pt x="7620" y="0"/>
                    <a:pt x="16193" y="0"/>
                  </a:cubicBezTo>
                  <a:cubicBezTo>
                    <a:pt x="24765" y="0"/>
                    <a:pt x="32385" y="6668"/>
                    <a:pt x="32385" y="16193"/>
                  </a:cubicBezTo>
                  <a:lnTo>
                    <a:pt x="32385"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9" name="Google Shape;1269;p44"/>
            <p:cNvSpPr/>
            <p:nvPr/>
          </p:nvSpPr>
          <p:spPr>
            <a:xfrm>
              <a:off x="4120688" y="4163006"/>
              <a:ext cx="295982" cy="242680"/>
            </a:xfrm>
            <a:custGeom>
              <a:rect b="b" l="l" r="r" t="t"/>
              <a:pathLst>
                <a:path extrusionOk="0" h="460057" w="561103">
                  <a:moveTo>
                    <a:pt x="545782" y="0"/>
                  </a:moveTo>
                  <a:lnTo>
                    <a:pt x="337185" y="0"/>
                  </a:lnTo>
                  <a:lnTo>
                    <a:pt x="297180" y="120015"/>
                  </a:lnTo>
                  <a:cubicBezTo>
                    <a:pt x="295275" y="126682"/>
                    <a:pt x="288607" y="131445"/>
                    <a:pt x="281940" y="131445"/>
                  </a:cubicBezTo>
                  <a:lnTo>
                    <a:pt x="0" y="131445"/>
                  </a:lnTo>
                  <a:lnTo>
                    <a:pt x="0" y="443865"/>
                  </a:lnTo>
                  <a:cubicBezTo>
                    <a:pt x="0" y="453390"/>
                    <a:pt x="7620" y="460057"/>
                    <a:pt x="16193" y="460057"/>
                  </a:cubicBezTo>
                  <a:lnTo>
                    <a:pt x="66675" y="460057"/>
                  </a:lnTo>
                  <a:cubicBezTo>
                    <a:pt x="67627" y="433388"/>
                    <a:pt x="89535" y="412432"/>
                    <a:pt x="116205" y="412432"/>
                  </a:cubicBezTo>
                  <a:lnTo>
                    <a:pt x="181927" y="412432"/>
                  </a:lnTo>
                  <a:cubicBezTo>
                    <a:pt x="187643" y="412432"/>
                    <a:pt x="193357" y="413385"/>
                    <a:pt x="198120" y="415290"/>
                  </a:cubicBezTo>
                  <a:lnTo>
                    <a:pt x="198120" y="362902"/>
                  </a:lnTo>
                  <a:cubicBezTo>
                    <a:pt x="198120" y="335280"/>
                    <a:pt x="220027" y="313373"/>
                    <a:pt x="247650" y="313373"/>
                  </a:cubicBezTo>
                  <a:lnTo>
                    <a:pt x="313373" y="313373"/>
                  </a:lnTo>
                  <a:cubicBezTo>
                    <a:pt x="340995" y="313373"/>
                    <a:pt x="362902" y="335280"/>
                    <a:pt x="362902" y="362902"/>
                  </a:cubicBezTo>
                  <a:lnTo>
                    <a:pt x="362902" y="381952"/>
                  </a:lnTo>
                  <a:cubicBezTo>
                    <a:pt x="367665" y="380048"/>
                    <a:pt x="373380" y="379095"/>
                    <a:pt x="379095" y="379095"/>
                  </a:cubicBezTo>
                  <a:lnTo>
                    <a:pt x="444818" y="379095"/>
                  </a:lnTo>
                  <a:cubicBezTo>
                    <a:pt x="472440" y="379095"/>
                    <a:pt x="494348" y="401002"/>
                    <a:pt x="494348" y="428625"/>
                  </a:cubicBezTo>
                  <a:lnTo>
                    <a:pt x="494348" y="459105"/>
                  </a:lnTo>
                  <a:lnTo>
                    <a:pt x="544830" y="459105"/>
                  </a:lnTo>
                  <a:cubicBezTo>
                    <a:pt x="554355" y="459105"/>
                    <a:pt x="561023" y="451485"/>
                    <a:pt x="561023" y="442913"/>
                  </a:cubicBezTo>
                  <a:lnTo>
                    <a:pt x="561023" y="15240"/>
                  </a:lnTo>
                  <a:cubicBezTo>
                    <a:pt x="561975" y="7620"/>
                    <a:pt x="554355" y="0"/>
                    <a:pt x="545782" y="0"/>
                  </a:cubicBezTo>
                  <a:lnTo>
                    <a:pt x="545782" y="0"/>
                  </a:lnTo>
                  <a:close/>
                  <a:moveTo>
                    <a:pt x="412432" y="329565"/>
                  </a:moveTo>
                  <a:cubicBezTo>
                    <a:pt x="384810" y="329565"/>
                    <a:pt x="362902" y="307657"/>
                    <a:pt x="362902" y="280035"/>
                  </a:cubicBezTo>
                  <a:cubicBezTo>
                    <a:pt x="362902" y="278130"/>
                    <a:pt x="362902" y="276225"/>
                    <a:pt x="362902" y="274320"/>
                  </a:cubicBezTo>
                  <a:lnTo>
                    <a:pt x="314325" y="250507"/>
                  </a:lnTo>
                  <a:cubicBezTo>
                    <a:pt x="305752" y="259080"/>
                    <a:pt x="293370" y="264795"/>
                    <a:pt x="280035" y="264795"/>
                  </a:cubicBezTo>
                  <a:cubicBezTo>
                    <a:pt x="269557" y="264795"/>
                    <a:pt x="260985" y="261938"/>
                    <a:pt x="252413" y="256223"/>
                  </a:cubicBezTo>
                  <a:lnTo>
                    <a:pt x="195263" y="299085"/>
                  </a:lnTo>
                  <a:cubicBezTo>
                    <a:pt x="197168" y="303848"/>
                    <a:pt x="197168" y="308610"/>
                    <a:pt x="197168" y="314325"/>
                  </a:cubicBezTo>
                  <a:cubicBezTo>
                    <a:pt x="197168" y="341948"/>
                    <a:pt x="175260" y="363855"/>
                    <a:pt x="147638" y="363855"/>
                  </a:cubicBezTo>
                  <a:cubicBezTo>
                    <a:pt x="120015" y="363855"/>
                    <a:pt x="98107" y="341948"/>
                    <a:pt x="98107" y="314325"/>
                  </a:cubicBezTo>
                  <a:cubicBezTo>
                    <a:pt x="98107" y="286702"/>
                    <a:pt x="120015" y="264795"/>
                    <a:pt x="147638" y="264795"/>
                  </a:cubicBezTo>
                  <a:cubicBezTo>
                    <a:pt x="158115" y="264795"/>
                    <a:pt x="166688" y="267652"/>
                    <a:pt x="175260" y="273368"/>
                  </a:cubicBezTo>
                  <a:lnTo>
                    <a:pt x="232410" y="230505"/>
                  </a:lnTo>
                  <a:cubicBezTo>
                    <a:pt x="230505" y="225743"/>
                    <a:pt x="230505" y="220980"/>
                    <a:pt x="230505" y="215265"/>
                  </a:cubicBezTo>
                  <a:cubicBezTo>
                    <a:pt x="230505" y="187643"/>
                    <a:pt x="252413" y="165735"/>
                    <a:pt x="280035" y="165735"/>
                  </a:cubicBezTo>
                  <a:cubicBezTo>
                    <a:pt x="307657" y="165735"/>
                    <a:pt x="329565" y="187643"/>
                    <a:pt x="329565" y="215265"/>
                  </a:cubicBezTo>
                  <a:cubicBezTo>
                    <a:pt x="329565" y="217170"/>
                    <a:pt x="329565" y="219075"/>
                    <a:pt x="329565" y="220980"/>
                  </a:cubicBezTo>
                  <a:lnTo>
                    <a:pt x="378143" y="244793"/>
                  </a:lnTo>
                  <a:cubicBezTo>
                    <a:pt x="386715" y="236220"/>
                    <a:pt x="399098" y="230505"/>
                    <a:pt x="412432" y="230505"/>
                  </a:cubicBezTo>
                  <a:cubicBezTo>
                    <a:pt x="440055" y="230505"/>
                    <a:pt x="461963" y="252413"/>
                    <a:pt x="461963" y="280035"/>
                  </a:cubicBezTo>
                  <a:cubicBezTo>
                    <a:pt x="461963" y="307657"/>
                    <a:pt x="440055" y="329565"/>
                    <a:pt x="412432" y="329565"/>
                  </a:cubicBezTo>
                  <a:lnTo>
                    <a:pt x="412432" y="32956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70" name="Google Shape;1270;p44"/>
          <p:cNvGrpSpPr/>
          <p:nvPr/>
        </p:nvGrpSpPr>
        <p:grpSpPr>
          <a:xfrm>
            <a:off x="3425711" y="4163400"/>
            <a:ext cx="296926" cy="296248"/>
            <a:chOff x="3425711" y="4163400"/>
            <a:chExt cx="296926" cy="296248"/>
          </a:xfrm>
        </p:grpSpPr>
        <p:grpSp>
          <p:nvGrpSpPr>
            <p:cNvPr id="1271" name="Google Shape;1271;p44"/>
            <p:cNvGrpSpPr/>
            <p:nvPr/>
          </p:nvGrpSpPr>
          <p:grpSpPr>
            <a:xfrm>
              <a:off x="3443757" y="4163400"/>
              <a:ext cx="261865" cy="296248"/>
              <a:chOff x="3963352" y="5682614"/>
              <a:chExt cx="495300" cy="560333"/>
            </a:xfrm>
          </p:grpSpPr>
          <p:sp>
            <p:nvSpPr>
              <p:cNvPr id="1272" name="Google Shape;1272;p44"/>
              <p:cNvSpPr/>
              <p:nvPr/>
            </p:nvSpPr>
            <p:spPr>
              <a:xfrm>
                <a:off x="4063364" y="5850254"/>
                <a:ext cx="293369" cy="293369"/>
              </a:xfrm>
              <a:custGeom>
                <a:rect b="b" l="l" r="r" t="t"/>
                <a:pathLst>
                  <a:path extrusionOk="0" h="293369" w="293369">
                    <a:moveTo>
                      <a:pt x="261938" y="146685"/>
                    </a:moveTo>
                    <a:cubicBezTo>
                      <a:pt x="261938" y="137160"/>
                      <a:pt x="269557" y="130493"/>
                      <a:pt x="278130" y="130493"/>
                    </a:cubicBezTo>
                    <a:lnTo>
                      <a:pt x="293370" y="130493"/>
                    </a:lnTo>
                    <a:cubicBezTo>
                      <a:pt x="285750" y="61913"/>
                      <a:pt x="231457" y="8572"/>
                      <a:pt x="162878" y="0"/>
                    </a:cubicBezTo>
                    <a:lnTo>
                      <a:pt x="162878" y="15240"/>
                    </a:lnTo>
                    <a:cubicBezTo>
                      <a:pt x="162878" y="24765"/>
                      <a:pt x="155257" y="31432"/>
                      <a:pt x="146685" y="31432"/>
                    </a:cubicBezTo>
                    <a:cubicBezTo>
                      <a:pt x="137160" y="31432"/>
                      <a:pt x="130492" y="23813"/>
                      <a:pt x="130492" y="15240"/>
                    </a:cubicBezTo>
                    <a:lnTo>
                      <a:pt x="130492" y="0"/>
                    </a:lnTo>
                    <a:cubicBezTo>
                      <a:pt x="61913" y="7620"/>
                      <a:pt x="8572" y="61913"/>
                      <a:pt x="0" y="130493"/>
                    </a:cubicBezTo>
                    <a:lnTo>
                      <a:pt x="15240" y="130493"/>
                    </a:lnTo>
                    <a:cubicBezTo>
                      <a:pt x="24765" y="130493"/>
                      <a:pt x="31432" y="138113"/>
                      <a:pt x="31432" y="146685"/>
                    </a:cubicBezTo>
                    <a:cubicBezTo>
                      <a:pt x="31432" y="155257"/>
                      <a:pt x="23813" y="162877"/>
                      <a:pt x="15240" y="162877"/>
                    </a:cubicBezTo>
                    <a:lnTo>
                      <a:pt x="0" y="162877"/>
                    </a:lnTo>
                    <a:cubicBezTo>
                      <a:pt x="7620" y="231457"/>
                      <a:pt x="61913" y="284797"/>
                      <a:pt x="130492" y="293370"/>
                    </a:cubicBezTo>
                    <a:lnTo>
                      <a:pt x="130492" y="278130"/>
                    </a:lnTo>
                    <a:cubicBezTo>
                      <a:pt x="130492" y="268605"/>
                      <a:pt x="138113" y="261938"/>
                      <a:pt x="146685" y="261938"/>
                    </a:cubicBezTo>
                    <a:cubicBezTo>
                      <a:pt x="156210" y="261938"/>
                      <a:pt x="162878" y="269557"/>
                      <a:pt x="162878" y="278130"/>
                    </a:cubicBezTo>
                    <a:lnTo>
                      <a:pt x="162878" y="293370"/>
                    </a:lnTo>
                    <a:cubicBezTo>
                      <a:pt x="231457" y="285750"/>
                      <a:pt x="284797" y="231457"/>
                      <a:pt x="293370" y="162877"/>
                    </a:cubicBezTo>
                    <a:lnTo>
                      <a:pt x="278130" y="162877"/>
                    </a:lnTo>
                    <a:cubicBezTo>
                      <a:pt x="269557" y="162877"/>
                      <a:pt x="261938" y="155257"/>
                      <a:pt x="261938" y="146685"/>
                    </a:cubicBezTo>
                    <a:lnTo>
                      <a:pt x="261938" y="146685"/>
                    </a:lnTo>
                    <a:close/>
                    <a:moveTo>
                      <a:pt x="180022" y="162877"/>
                    </a:moveTo>
                    <a:lnTo>
                      <a:pt x="146685" y="162877"/>
                    </a:lnTo>
                    <a:cubicBezTo>
                      <a:pt x="137160" y="162877"/>
                      <a:pt x="130492" y="155257"/>
                      <a:pt x="130492" y="146685"/>
                    </a:cubicBezTo>
                    <a:lnTo>
                      <a:pt x="130492" y="80963"/>
                    </a:lnTo>
                    <a:cubicBezTo>
                      <a:pt x="130492" y="71438"/>
                      <a:pt x="138113" y="64770"/>
                      <a:pt x="146685" y="64770"/>
                    </a:cubicBezTo>
                    <a:cubicBezTo>
                      <a:pt x="156210" y="64770"/>
                      <a:pt x="162878" y="72390"/>
                      <a:pt x="162878" y="80963"/>
                    </a:cubicBezTo>
                    <a:lnTo>
                      <a:pt x="162878" y="130493"/>
                    </a:lnTo>
                    <a:lnTo>
                      <a:pt x="179070" y="130493"/>
                    </a:lnTo>
                    <a:cubicBezTo>
                      <a:pt x="188595" y="130493"/>
                      <a:pt x="195263" y="138113"/>
                      <a:pt x="195263" y="146685"/>
                    </a:cubicBezTo>
                    <a:cubicBezTo>
                      <a:pt x="195263" y="155257"/>
                      <a:pt x="188595" y="162877"/>
                      <a:pt x="180022" y="162877"/>
                    </a:cubicBezTo>
                    <a:lnTo>
                      <a:pt x="180022" y="16287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3" name="Google Shape;1273;p44"/>
              <p:cNvSpPr/>
              <p:nvPr/>
            </p:nvSpPr>
            <p:spPr>
              <a:xfrm>
                <a:off x="3963352" y="5682614"/>
                <a:ext cx="495300" cy="560333"/>
              </a:xfrm>
              <a:custGeom>
                <a:rect b="b" l="l" r="r" t="t"/>
                <a:pathLst>
                  <a:path extrusionOk="0" h="560333" w="495300">
                    <a:moveTo>
                      <a:pt x="262890" y="68580"/>
                    </a:moveTo>
                    <a:lnTo>
                      <a:pt x="262890" y="32385"/>
                    </a:lnTo>
                    <a:lnTo>
                      <a:pt x="312420" y="32385"/>
                    </a:lnTo>
                    <a:cubicBezTo>
                      <a:pt x="321945" y="32385"/>
                      <a:pt x="328613" y="24765"/>
                      <a:pt x="328613" y="16193"/>
                    </a:cubicBezTo>
                    <a:cubicBezTo>
                      <a:pt x="328613" y="7620"/>
                      <a:pt x="320992" y="0"/>
                      <a:pt x="312420" y="0"/>
                    </a:cubicBezTo>
                    <a:lnTo>
                      <a:pt x="180975" y="0"/>
                    </a:lnTo>
                    <a:cubicBezTo>
                      <a:pt x="171450" y="0"/>
                      <a:pt x="164782" y="7620"/>
                      <a:pt x="164782" y="16193"/>
                    </a:cubicBezTo>
                    <a:cubicBezTo>
                      <a:pt x="164782" y="24765"/>
                      <a:pt x="172403" y="32385"/>
                      <a:pt x="180975" y="32385"/>
                    </a:cubicBezTo>
                    <a:lnTo>
                      <a:pt x="230505" y="32385"/>
                    </a:lnTo>
                    <a:lnTo>
                      <a:pt x="230505" y="68580"/>
                    </a:lnTo>
                    <a:cubicBezTo>
                      <a:pt x="98107" y="77153"/>
                      <a:pt x="0" y="187643"/>
                      <a:pt x="0" y="314325"/>
                    </a:cubicBezTo>
                    <a:cubicBezTo>
                      <a:pt x="0" y="372428"/>
                      <a:pt x="20955" y="428625"/>
                      <a:pt x="58103" y="472440"/>
                    </a:cubicBezTo>
                    <a:lnTo>
                      <a:pt x="4763" y="533400"/>
                    </a:lnTo>
                    <a:cubicBezTo>
                      <a:pt x="-953" y="540068"/>
                      <a:pt x="-953" y="550545"/>
                      <a:pt x="6667" y="556260"/>
                    </a:cubicBezTo>
                    <a:cubicBezTo>
                      <a:pt x="13335" y="561975"/>
                      <a:pt x="23813" y="561975"/>
                      <a:pt x="29528" y="554355"/>
                    </a:cubicBezTo>
                    <a:lnTo>
                      <a:pt x="80963" y="495300"/>
                    </a:lnTo>
                    <a:cubicBezTo>
                      <a:pt x="126682" y="537210"/>
                      <a:pt x="184785" y="560070"/>
                      <a:pt x="247650" y="560070"/>
                    </a:cubicBezTo>
                    <a:cubicBezTo>
                      <a:pt x="309563" y="560070"/>
                      <a:pt x="368617" y="537210"/>
                      <a:pt x="414338" y="495300"/>
                    </a:cubicBezTo>
                    <a:lnTo>
                      <a:pt x="465772" y="554355"/>
                    </a:lnTo>
                    <a:cubicBezTo>
                      <a:pt x="471488" y="561023"/>
                      <a:pt x="481965" y="561975"/>
                      <a:pt x="488632" y="556260"/>
                    </a:cubicBezTo>
                    <a:cubicBezTo>
                      <a:pt x="495300" y="550545"/>
                      <a:pt x="496253" y="540068"/>
                      <a:pt x="490538" y="533400"/>
                    </a:cubicBezTo>
                    <a:lnTo>
                      <a:pt x="437197" y="472440"/>
                    </a:lnTo>
                    <a:cubicBezTo>
                      <a:pt x="474345" y="428625"/>
                      <a:pt x="495300" y="372428"/>
                      <a:pt x="495300" y="314325"/>
                    </a:cubicBezTo>
                    <a:cubicBezTo>
                      <a:pt x="493395" y="186690"/>
                      <a:pt x="395288" y="77153"/>
                      <a:pt x="262890" y="68580"/>
                    </a:cubicBezTo>
                    <a:lnTo>
                      <a:pt x="262890" y="68580"/>
                    </a:lnTo>
                    <a:close/>
                    <a:moveTo>
                      <a:pt x="246697" y="495300"/>
                    </a:moveTo>
                    <a:cubicBezTo>
                      <a:pt x="146685" y="495300"/>
                      <a:pt x="65722" y="414338"/>
                      <a:pt x="65722" y="314325"/>
                    </a:cubicBezTo>
                    <a:cubicBezTo>
                      <a:pt x="65722" y="214313"/>
                      <a:pt x="146685" y="133350"/>
                      <a:pt x="246697" y="133350"/>
                    </a:cubicBezTo>
                    <a:cubicBezTo>
                      <a:pt x="346710" y="133350"/>
                      <a:pt x="427672" y="214313"/>
                      <a:pt x="427672" y="314325"/>
                    </a:cubicBezTo>
                    <a:cubicBezTo>
                      <a:pt x="427672" y="414338"/>
                      <a:pt x="346710" y="495300"/>
                      <a:pt x="246697" y="495300"/>
                    </a:cubicBezTo>
                    <a:lnTo>
                      <a:pt x="246697" y="49530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74" name="Google Shape;1274;p44"/>
            <p:cNvSpPr/>
            <p:nvPr/>
          </p:nvSpPr>
          <p:spPr>
            <a:xfrm>
              <a:off x="3425711" y="4180632"/>
              <a:ext cx="86923" cy="86923"/>
            </a:xfrm>
            <a:custGeom>
              <a:rect b="b" l="l" r="r" t="t"/>
              <a:pathLst>
                <a:path extrusionOk="0" h="164782" w="164782">
                  <a:moveTo>
                    <a:pt x="164782" y="25718"/>
                  </a:moveTo>
                  <a:cubicBezTo>
                    <a:pt x="146685" y="9525"/>
                    <a:pt x="123825" y="0"/>
                    <a:pt x="99060" y="0"/>
                  </a:cubicBezTo>
                  <a:cubicBezTo>
                    <a:pt x="44768" y="0"/>
                    <a:pt x="0" y="44768"/>
                    <a:pt x="0" y="99060"/>
                  </a:cubicBezTo>
                  <a:cubicBezTo>
                    <a:pt x="0" y="123825"/>
                    <a:pt x="9525" y="147638"/>
                    <a:pt x="25718" y="164782"/>
                  </a:cubicBezTo>
                  <a:cubicBezTo>
                    <a:pt x="54293" y="101918"/>
                    <a:pt x="99060" y="56198"/>
                    <a:pt x="164782" y="25718"/>
                  </a:cubicBezTo>
                  <a:lnTo>
                    <a:pt x="164782" y="2571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5" name="Google Shape;1275;p44"/>
            <p:cNvSpPr/>
            <p:nvPr/>
          </p:nvSpPr>
          <p:spPr>
            <a:xfrm>
              <a:off x="3635715" y="4181135"/>
              <a:ext cx="86923" cy="86923"/>
            </a:xfrm>
            <a:custGeom>
              <a:rect b="b" l="l" r="r" t="t"/>
              <a:pathLst>
                <a:path extrusionOk="0" h="164782" w="164782">
                  <a:moveTo>
                    <a:pt x="65722" y="0"/>
                  </a:moveTo>
                  <a:cubicBezTo>
                    <a:pt x="40957" y="0"/>
                    <a:pt x="17145" y="9525"/>
                    <a:pt x="0" y="25718"/>
                  </a:cubicBezTo>
                  <a:cubicBezTo>
                    <a:pt x="64770" y="55245"/>
                    <a:pt x="109538" y="101918"/>
                    <a:pt x="139065" y="164783"/>
                  </a:cubicBezTo>
                  <a:cubicBezTo>
                    <a:pt x="155257" y="146685"/>
                    <a:pt x="164782" y="123825"/>
                    <a:pt x="164782" y="99060"/>
                  </a:cubicBezTo>
                  <a:cubicBezTo>
                    <a:pt x="164782" y="43815"/>
                    <a:pt x="120015" y="0"/>
                    <a:pt x="65722" y="0"/>
                  </a:cubicBezTo>
                  <a:lnTo>
                    <a:pt x="6572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76" name="Google Shape;1276;p44"/>
          <p:cNvGrpSpPr/>
          <p:nvPr/>
        </p:nvGrpSpPr>
        <p:grpSpPr>
          <a:xfrm>
            <a:off x="2730733" y="4163006"/>
            <a:ext cx="295982" cy="296179"/>
            <a:chOff x="2730733" y="4163006"/>
            <a:chExt cx="295982" cy="296179"/>
          </a:xfrm>
        </p:grpSpPr>
        <p:sp>
          <p:nvSpPr>
            <p:cNvPr id="1277" name="Google Shape;1277;p44"/>
            <p:cNvSpPr/>
            <p:nvPr/>
          </p:nvSpPr>
          <p:spPr>
            <a:xfrm>
              <a:off x="2731237" y="4163006"/>
              <a:ext cx="159274" cy="52254"/>
            </a:xfrm>
            <a:custGeom>
              <a:rect b="b" l="l" r="r" t="t"/>
              <a:pathLst>
                <a:path extrusionOk="0" h="99060" w="301942">
                  <a:moveTo>
                    <a:pt x="268605" y="99060"/>
                  </a:moveTo>
                  <a:lnTo>
                    <a:pt x="301942" y="0"/>
                  </a:lnTo>
                  <a:lnTo>
                    <a:pt x="16192" y="0"/>
                  </a:lnTo>
                  <a:cubicBezTo>
                    <a:pt x="6667" y="0"/>
                    <a:pt x="0" y="7620"/>
                    <a:pt x="0" y="16193"/>
                  </a:cubicBezTo>
                  <a:lnTo>
                    <a:pt x="0" y="98107"/>
                  </a:lnTo>
                  <a:lnTo>
                    <a:pt x="268605" y="98107"/>
                  </a:lnTo>
                  <a:close/>
                  <a:moveTo>
                    <a:pt x="214313" y="33338"/>
                  </a:moveTo>
                  <a:cubicBezTo>
                    <a:pt x="223838" y="33338"/>
                    <a:pt x="230505" y="40957"/>
                    <a:pt x="230505" y="49530"/>
                  </a:cubicBezTo>
                  <a:cubicBezTo>
                    <a:pt x="230505" y="58102"/>
                    <a:pt x="222885" y="65723"/>
                    <a:pt x="214313" y="65723"/>
                  </a:cubicBezTo>
                  <a:cubicBezTo>
                    <a:pt x="205740" y="65723"/>
                    <a:pt x="198120" y="58102"/>
                    <a:pt x="198120" y="49530"/>
                  </a:cubicBezTo>
                  <a:cubicBezTo>
                    <a:pt x="198120" y="40957"/>
                    <a:pt x="204788" y="33338"/>
                    <a:pt x="214313" y="33338"/>
                  </a:cubicBezTo>
                  <a:lnTo>
                    <a:pt x="214313" y="33338"/>
                  </a:lnTo>
                  <a:close/>
                  <a:moveTo>
                    <a:pt x="148590" y="33338"/>
                  </a:moveTo>
                  <a:cubicBezTo>
                    <a:pt x="158115" y="33338"/>
                    <a:pt x="164782" y="40957"/>
                    <a:pt x="164782" y="49530"/>
                  </a:cubicBezTo>
                  <a:cubicBezTo>
                    <a:pt x="164782" y="58102"/>
                    <a:pt x="157163" y="65723"/>
                    <a:pt x="148590" y="65723"/>
                  </a:cubicBezTo>
                  <a:cubicBezTo>
                    <a:pt x="139065" y="65723"/>
                    <a:pt x="132397" y="58102"/>
                    <a:pt x="132397" y="49530"/>
                  </a:cubicBezTo>
                  <a:cubicBezTo>
                    <a:pt x="132397" y="40957"/>
                    <a:pt x="139065" y="33338"/>
                    <a:pt x="148590" y="33338"/>
                  </a:cubicBezTo>
                  <a:lnTo>
                    <a:pt x="148590" y="33338"/>
                  </a:lnTo>
                  <a:close/>
                  <a:moveTo>
                    <a:pt x="82867" y="33338"/>
                  </a:moveTo>
                  <a:cubicBezTo>
                    <a:pt x="92392" y="33338"/>
                    <a:pt x="99060" y="40957"/>
                    <a:pt x="99060" y="49530"/>
                  </a:cubicBezTo>
                  <a:cubicBezTo>
                    <a:pt x="99060" y="58102"/>
                    <a:pt x="91440" y="65723"/>
                    <a:pt x="82867" y="65723"/>
                  </a:cubicBezTo>
                  <a:cubicBezTo>
                    <a:pt x="73342" y="65723"/>
                    <a:pt x="66675" y="58102"/>
                    <a:pt x="66675" y="49530"/>
                  </a:cubicBezTo>
                  <a:cubicBezTo>
                    <a:pt x="66675" y="40957"/>
                    <a:pt x="73342" y="33338"/>
                    <a:pt x="82867" y="33338"/>
                  </a:cubicBezTo>
                  <a:lnTo>
                    <a:pt x="82867" y="3333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8" name="Google Shape;1278;p44"/>
            <p:cNvSpPr/>
            <p:nvPr/>
          </p:nvSpPr>
          <p:spPr>
            <a:xfrm>
              <a:off x="2730733" y="4163006"/>
              <a:ext cx="295982" cy="208012"/>
            </a:xfrm>
            <a:custGeom>
              <a:rect b="b" l="l" r="r" t="t"/>
              <a:pathLst>
                <a:path extrusionOk="0" h="394335" w="561103">
                  <a:moveTo>
                    <a:pt x="545782" y="0"/>
                  </a:moveTo>
                  <a:lnTo>
                    <a:pt x="337185" y="0"/>
                  </a:lnTo>
                  <a:lnTo>
                    <a:pt x="297180" y="120015"/>
                  </a:lnTo>
                  <a:cubicBezTo>
                    <a:pt x="295275" y="126682"/>
                    <a:pt x="288607" y="131445"/>
                    <a:pt x="281940" y="131445"/>
                  </a:cubicBezTo>
                  <a:lnTo>
                    <a:pt x="0" y="131445"/>
                  </a:lnTo>
                  <a:lnTo>
                    <a:pt x="0" y="378143"/>
                  </a:lnTo>
                  <a:cubicBezTo>
                    <a:pt x="0" y="387668"/>
                    <a:pt x="7620" y="394335"/>
                    <a:pt x="16193" y="394335"/>
                  </a:cubicBezTo>
                  <a:lnTo>
                    <a:pt x="33338" y="394335"/>
                  </a:lnTo>
                  <a:lnTo>
                    <a:pt x="33338" y="213360"/>
                  </a:lnTo>
                  <a:cubicBezTo>
                    <a:pt x="33338" y="185738"/>
                    <a:pt x="55245" y="163830"/>
                    <a:pt x="82868" y="163830"/>
                  </a:cubicBezTo>
                  <a:lnTo>
                    <a:pt x="478155" y="163830"/>
                  </a:lnTo>
                  <a:cubicBezTo>
                    <a:pt x="505778" y="163830"/>
                    <a:pt x="527685" y="185738"/>
                    <a:pt x="527685" y="213360"/>
                  </a:cubicBezTo>
                  <a:lnTo>
                    <a:pt x="527685" y="394335"/>
                  </a:lnTo>
                  <a:lnTo>
                    <a:pt x="544830" y="394335"/>
                  </a:lnTo>
                  <a:cubicBezTo>
                    <a:pt x="554355" y="394335"/>
                    <a:pt x="561022" y="386715"/>
                    <a:pt x="561022" y="378143"/>
                  </a:cubicBezTo>
                  <a:lnTo>
                    <a:pt x="561022" y="16193"/>
                  </a:lnTo>
                  <a:cubicBezTo>
                    <a:pt x="561975" y="7620"/>
                    <a:pt x="554355" y="0"/>
                    <a:pt x="545782" y="0"/>
                  </a:cubicBezTo>
                  <a:lnTo>
                    <a:pt x="54578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9" name="Google Shape;1279;p44"/>
            <p:cNvSpPr/>
            <p:nvPr/>
          </p:nvSpPr>
          <p:spPr>
            <a:xfrm>
              <a:off x="2870736" y="4328649"/>
              <a:ext cx="17083" cy="17125"/>
            </a:xfrm>
            <a:custGeom>
              <a:rect b="b" l="l" r="r" t="t"/>
              <a:pathLst>
                <a:path extrusionOk="0" h="32465" w="32385">
                  <a:moveTo>
                    <a:pt x="32385" y="16273"/>
                  </a:moveTo>
                  <a:cubicBezTo>
                    <a:pt x="32385" y="25798"/>
                    <a:pt x="24765" y="32465"/>
                    <a:pt x="16193" y="32465"/>
                  </a:cubicBezTo>
                  <a:cubicBezTo>
                    <a:pt x="6668" y="32465"/>
                    <a:pt x="0" y="24845"/>
                    <a:pt x="0" y="16273"/>
                  </a:cubicBezTo>
                  <a:cubicBezTo>
                    <a:pt x="0" y="7700"/>
                    <a:pt x="7620" y="81"/>
                    <a:pt x="16193" y="81"/>
                  </a:cubicBezTo>
                  <a:cubicBezTo>
                    <a:pt x="25718" y="-872"/>
                    <a:pt x="32385" y="6748"/>
                    <a:pt x="32385" y="16273"/>
                  </a:cubicBezTo>
                  <a:lnTo>
                    <a:pt x="32385" y="1627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44"/>
            <p:cNvSpPr/>
            <p:nvPr/>
          </p:nvSpPr>
          <p:spPr>
            <a:xfrm>
              <a:off x="2923111" y="4380563"/>
              <a:ext cx="17083" cy="17083"/>
            </a:xfrm>
            <a:custGeom>
              <a:rect b="b" l="l" r="r" t="t"/>
              <a:pathLst>
                <a:path extrusionOk="0" h="32384" w="32384">
                  <a:moveTo>
                    <a:pt x="32385" y="16193"/>
                  </a:moveTo>
                  <a:cubicBezTo>
                    <a:pt x="32385" y="25718"/>
                    <a:pt x="24765" y="32385"/>
                    <a:pt x="16192" y="32385"/>
                  </a:cubicBezTo>
                  <a:cubicBezTo>
                    <a:pt x="6667" y="32385"/>
                    <a:pt x="0" y="24765"/>
                    <a:pt x="0" y="16193"/>
                  </a:cubicBezTo>
                  <a:cubicBezTo>
                    <a:pt x="0" y="7620"/>
                    <a:pt x="7620" y="0"/>
                    <a:pt x="16192" y="0"/>
                  </a:cubicBezTo>
                  <a:cubicBezTo>
                    <a:pt x="24765" y="0"/>
                    <a:pt x="32385" y="7620"/>
                    <a:pt x="32385" y="16193"/>
                  </a:cubicBezTo>
                  <a:lnTo>
                    <a:pt x="32385"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1" name="Google Shape;1281;p44"/>
            <p:cNvSpPr/>
            <p:nvPr/>
          </p:nvSpPr>
          <p:spPr>
            <a:xfrm>
              <a:off x="2818864" y="4380563"/>
              <a:ext cx="17083" cy="17083"/>
            </a:xfrm>
            <a:custGeom>
              <a:rect b="b" l="l" r="r" t="t"/>
              <a:pathLst>
                <a:path extrusionOk="0" h="32384" w="32384">
                  <a:moveTo>
                    <a:pt x="32385" y="16193"/>
                  </a:moveTo>
                  <a:cubicBezTo>
                    <a:pt x="32385" y="25718"/>
                    <a:pt x="24765" y="32385"/>
                    <a:pt x="16193" y="32385"/>
                  </a:cubicBezTo>
                  <a:cubicBezTo>
                    <a:pt x="6668" y="32385"/>
                    <a:pt x="0" y="24765"/>
                    <a:pt x="0" y="16193"/>
                  </a:cubicBezTo>
                  <a:cubicBezTo>
                    <a:pt x="0" y="7620"/>
                    <a:pt x="7620" y="0"/>
                    <a:pt x="16193" y="0"/>
                  </a:cubicBezTo>
                  <a:cubicBezTo>
                    <a:pt x="24765" y="0"/>
                    <a:pt x="32385" y="7620"/>
                    <a:pt x="32385" y="16193"/>
                  </a:cubicBezTo>
                  <a:lnTo>
                    <a:pt x="32385" y="1619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2" name="Google Shape;1282;p44"/>
            <p:cNvSpPr/>
            <p:nvPr/>
          </p:nvSpPr>
          <p:spPr>
            <a:xfrm>
              <a:off x="2765986" y="4267252"/>
              <a:ext cx="225640" cy="191934"/>
            </a:xfrm>
            <a:custGeom>
              <a:rect b="b" l="l" r="r" t="t"/>
              <a:pathLst>
                <a:path extrusionOk="0" h="363855" w="427753">
                  <a:moveTo>
                    <a:pt x="411480" y="0"/>
                  </a:moveTo>
                  <a:lnTo>
                    <a:pt x="16193" y="0"/>
                  </a:lnTo>
                  <a:cubicBezTo>
                    <a:pt x="6668" y="0"/>
                    <a:pt x="0" y="7620"/>
                    <a:pt x="0" y="16193"/>
                  </a:cubicBezTo>
                  <a:lnTo>
                    <a:pt x="0" y="347663"/>
                  </a:lnTo>
                  <a:cubicBezTo>
                    <a:pt x="0" y="357188"/>
                    <a:pt x="7620" y="363855"/>
                    <a:pt x="16193" y="363855"/>
                  </a:cubicBezTo>
                  <a:lnTo>
                    <a:pt x="411480" y="363855"/>
                  </a:lnTo>
                  <a:cubicBezTo>
                    <a:pt x="421005" y="363855"/>
                    <a:pt x="427672" y="356235"/>
                    <a:pt x="427672" y="347663"/>
                  </a:cubicBezTo>
                  <a:lnTo>
                    <a:pt x="427672" y="16193"/>
                  </a:lnTo>
                  <a:cubicBezTo>
                    <a:pt x="428625" y="7620"/>
                    <a:pt x="421005" y="0"/>
                    <a:pt x="411480" y="0"/>
                  </a:cubicBezTo>
                  <a:lnTo>
                    <a:pt x="411480" y="0"/>
                  </a:lnTo>
                  <a:close/>
                  <a:moveTo>
                    <a:pt x="132397" y="277177"/>
                  </a:moveTo>
                  <a:lnTo>
                    <a:pt x="132397" y="296227"/>
                  </a:lnTo>
                  <a:cubicBezTo>
                    <a:pt x="132397" y="305752"/>
                    <a:pt x="124778" y="312420"/>
                    <a:pt x="116205" y="312420"/>
                  </a:cubicBezTo>
                  <a:cubicBezTo>
                    <a:pt x="107632" y="312420"/>
                    <a:pt x="100013" y="304800"/>
                    <a:pt x="100013" y="296227"/>
                  </a:cubicBezTo>
                  <a:lnTo>
                    <a:pt x="100013" y="277177"/>
                  </a:lnTo>
                  <a:cubicBezTo>
                    <a:pt x="80963" y="270510"/>
                    <a:pt x="66675" y="252413"/>
                    <a:pt x="66675" y="230505"/>
                  </a:cubicBezTo>
                  <a:cubicBezTo>
                    <a:pt x="66675" y="208597"/>
                    <a:pt x="80010" y="190500"/>
                    <a:pt x="100013" y="183832"/>
                  </a:cubicBezTo>
                  <a:lnTo>
                    <a:pt x="100013" y="65722"/>
                  </a:lnTo>
                  <a:cubicBezTo>
                    <a:pt x="100013" y="56197"/>
                    <a:pt x="107632" y="49530"/>
                    <a:pt x="116205" y="49530"/>
                  </a:cubicBezTo>
                  <a:cubicBezTo>
                    <a:pt x="124778" y="49530"/>
                    <a:pt x="132397" y="57150"/>
                    <a:pt x="132397" y="65722"/>
                  </a:cubicBezTo>
                  <a:lnTo>
                    <a:pt x="132397" y="183832"/>
                  </a:lnTo>
                  <a:cubicBezTo>
                    <a:pt x="151447" y="190500"/>
                    <a:pt x="165735" y="208597"/>
                    <a:pt x="165735" y="230505"/>
                  </a:cubicBezTo>
                  <a:cubicBezTo>
                    <a:pt x="165735" y="252413"/>
                    <a:pt x="151447" y="270510"/>
                    <a:pt x="132397" y="277177"/>
                  </a:cubicBezTo>
                  <a:lnTo>
                    <a:pt x="132397" y="277177"/>
                  </a:lnTo>
                  <a:close/>
                  <a:moveTo>
                    <a:pt x="230505" y="297180"/>
                  </a:moveTo>
                  <a:cubicBezTo>
                    <a:pt x="230505" y="306705"/>
                    <a:pt x="222885" y="313372"/>
                    <a:pt x="214313" y="313372"/>
                  </a:cubicBezTo>
                  <a:cubicBezTo>
                    <a:pt x="204788" y="313372"/>
                    <a:pt x="198120" y="305752"/>
                    <a:pt x="198120" y="297180"/>
                  </a:cubicBezTo>
                  <a:lnTo>
                    <a:pt x="198120" y="179070"/>
                  </a:lnTo>
                  <a:cubicBezTo>
                    <a:pt x="179070" y="172402"/>
                    <a:pt x="164782" y="154305"/>
                    <a:pt x="164782" y="132397"/>
                  </a:cubicBezTo>
                  <a:cubicBezTo>
                    <a:pt x="164782" y="110490"/>
                    <a:pt x="178118" y="92393"/>
                    <a:pt x="198120" y="85725"/>
                  </a:cubicBezTo>
                  <a:lnTo>
                    <a:pt x="198120" y="66675"/>
                  </a:lnTo>
                  <a:cubicBezTo>
                    <a:pt x="198120" y="57150"/>
                    <a:pt x="205740" y="50482"/>
                    <a:pt x="214313" y="50482"/>
                  </a:cubicBezTo>
                  <a:cubicBezTo>
                    <a:pt x="223838" y="50482"/>
                    <a:pt x="230505" y="58102"/>
                    <a:pt x="230505" y="66675"/>
                  </a:cubicBezTo>
                  <a:lnTo>
                    <a:pt x="230505" y="85725"/>
                  </a:lnTo>
                  <a:cubicBezTo>
                    <a:pt x="249555" y="92393"/>
                    <a:pt x="263843" y="110490"/>
                    <a:pt x="263843" y="132397"/>
                  </a:cubicBezTo>
                  <a:cubicBezTo>
                    <a:pt x="263843" y="154305"/>
                    <a:pt x="250507" y="172402"/>
                    <a:pt x="230505" y="179070"/>
                  </a:cubicBezTo>
                  <a:lnTo>
                    <a:pt x="230505" y="297180"/>
                  </a:lnTo>
                  <a:close/>
                  <a:moveTo>
                    <a:pt x="329565" y="277177"/>
                  </a:moveTo>
                  <a:lnTo>
                    <a:pt x="329565" y="296227"/>
                  </a:lnTo>
                  <a:cubicBezTo>
                    <a:pt x="329565" y="305752"/>
                    <a:pt x="321945" y="312420"/>
                    <a:pt x="313372" y="312420"/>
                  </a:cubicBezTo>
                  <a:cubicBezTo>
                    <a:pt x="304800" y="312420"/>
                    <a:pt x="297180" y="304800"/>
                    <a:pt x="297180" y="296227"/>
                  </a:cubicBezTo>
                  <a:lnTo>
                    <a:pt x="297180" y="277177"/>
                  </a:lnTo>
                  <a:cubicBezTo>
                    <a:pt x="278130" y="270510"/>
                    <a:pt x="263843" y="252413"/>
                    <a:pt x="263843" y="230505"/>
                  </a:cubicBezTo>
                  <a:cubicBezTo>
                    <a:pt x="263843" y="208597"/>
                    <a:pt x="277178" y="190500"/>
                    <a:pt x="297180" y="183832"/>
                  </a:cubicBezTo>
                  <a:lnTo>
                    <a:pt x="297180" y="65722"/>
                  </a:lnTo>
                  <a:cubicBezTo>
                    <a:pt x="297180" y="56197"/>
                    <a:pt x="304800" y="49530"/>
                    <a:pt x="313372" y="49530"/>
                  </a:cubicBezTo>
                  <a:cubicBezTo>
                    <a:pt x="321945" y="49530"/>
                    <a:pt x="329565" y="57150"/>
                    <a:pt x="329565" y="65722"/>
                  </a:cubicBezTo>
                  <a:lnTo>
                    <a:pt x="329565" y="183832"/>
                  </a:lnTo>
                  <a:cubicBezTo>
                    <a:pt x="348615" y="190500"/>
                    <a:pt x="362903" y="208597"/>
                    <a:pt x="362903" y="230505"/>
                  </a:cubicBezTo>
                  <a:cubicBezTo>
                    <a:pt x="362903" y="252413"/>
                    <a:pt x="348615" y="270510"/>
                    <a:pt x="329565" y="277177"/>
                  </a:cubicBezTo>
                  <a:lnTo>
                    <a:pt x="329565" y="27717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83" name="Google Shape;1283;p44"/>
          <p:cNvGrpSpPr/>
          <p:nvPr/>
        </p:nvGrpSpPr>
        <p:grpSpPr>
          <a:xfrm>
            <a:off x="2035756" y="4163006"/>
            <a:ext cx="296603" cy="296712"/>
            <a:chOff x="2035756" y="4163006"/>
            <a:chExt cx="296603" cy="296712"/>
          </a:xfrm>
        </p:grpSpPr>
        <p:sp>
          <p:nvSpPr>
            <p:cNvPr id="1284" name="Google Shape;1284;p44"/>
            <p:cNvSpPr/>
            <p:nvPr/>
          </p:nvSpPr>
          <p:spPr>
            <a:xfrm>
              <a:off x="2105757" y="4163006"/>
              <a:ext cx="226602" cy="191934"/>
            </a:xfrm>
            <a:custGeom>
              <a:rect b="b" l="l" r="r" t="t"/>
              <a:pathLst>
                <a:path extrusionOk="0" h="363855" w="429577">
                  <a:moveTo>
                    <a:pt x="345758" y="98107"/>
                  </a:moveTo>
                  <a:cubicBezTo>
                    <a:pt x="345758" y="72390"/>
                    <a:pt x="356235" y="46673"/>
                    <a:pt x="375285" y="28575"/>
                  </a:cubicBezTo>
                  <a:cubicBezTo>
                    <a:pt x="379095" y="24765"/>
                    <a:pt x="381000" y="19050"/>
                    <a:pt x="380048" y="14288"/>
                  </a:cubicBezTo>
                  <a:cubicBezTo>
                    <a:pt x="379095" y="8573"/>
                    <a:pt x="376238" y="4763"/>
                    <a:pt x="371475" y="1905"/>
                  </a:cubicBezTo>
                  <a:cubicBezTo>
                    <a:pt x="369570" y="952"/>
                    <a:pt x="364808" y="0"/>
                    <a:pt x="362903" y="0"/>
                  </a:cubicBezTo>
                  <a:cubicBezTo>
                    <a:pt x="315278" y="0"/>
                    <a:pt x="271463" y="27623"/>
                    <a:pt x="247650" y="68580"/>
                  </a:cubicBezTo>
                  <a:cubicBezTo>
                    <a:pt x="237173" y="67627"/>
                    <a:pt x="225743" y="66675"/>
                    <a:pt x="214313" y="66675"/>
                  </a:cubicBezTo>
                  <a:cubicBezTo>
                    <a:pt x="96203" y="66675"/>
                    <a:pt x="0" y="133350"/>
                    <a:pt x="0" y="215265"/>
                  </a:cubicBezTo>
                  <a:cubicBezTo>
                    <a:pt x="0" y="279082"/>
                    <a:pt x="71438" y="363855"/>
                    <a:pt x="214313" y="363855"/>
                  </a:cubicBezTo>
                  <a:cubicBezTo>
                    <a:pt x="320040" y="363855"/>
                    <a:pt x="429578" y="306705"/>
                    <a:pt x="429578" y="215265"/>
                  </a:cubicBezTo>
                  <a:cubicBezTo>
                    <a:pt x="429578" y="168593"/>
                    <a:pt x="398145" y="125730"/>
                    <a:pt x="345758" y="98107"/>
                  </a:cubicBezTo>
                  <a:lnTo>
                    <a:pt x="345758" y="98107"/>
                  </a:lnTo>
                  <a:close/>
                  <a:moveTo>
                    <a:pt x="164783" y="231457"/>
                  </a:moveTo>
                  <a:cubicBezTo>
                    <a:pt x="164783" y="240982"/>
                    <a:pt x="157163" y="247650"/>
                    <a:pt x="148590" y="247650"/>
                  </a:cubicBezTo>
                  <a:cubicBezTo>
                    <a:pt x="140018" y="247650"/>
                    <a:pt x="132398" y="240030"/>
                    <a:pt x="132398" y="231457"/>
                  </a:cubicBezTo>
                  <a:lnTo>
                    <a:pt x="132398" y="198120"/>
                  </a:lnTo>
                  <a:cubicBezTo>
                    <a:pt x="132398" y="188595"/>
                    <a:pt x="140018" y="181927"/>
                    <a:pt x="148590" y="181927"/>
                  </a:cubicBezTo>
                  <a:cubicBezTo>
                    <a:pt x="157163" y="181927"/>
                    <a:pt x="164783" y="189548"/>
                    <a:pt x="164783" y="198120"/>
                  </a:cubicBezTo>
                  <a:lnTo>
                    <a:pt x="164783" y="231457"/>
                  </a:lnTo>
                  <a:close/>
                  <a:moveTo>
                    <a:pt x="230505" y="231457"/>
                  </a:moveTo>
                  <a:cubicBezTo>
                    <a:pt x="230505" y="240982"/>
                    <a:pt x="222885" y="247650"/>
                    <a:pt x="214313" y="247650"/>
                  </a:cubicBezTo>
                  <a:cubicBezTo>
                    <a:pt x="205740" y="247650"/>
                    <a:pt x="198120" y="240030"/>
                    <a:pt x="198120" y="231457"/>
                  </a:cubicBezTo>
                  <a:lnTo>
                    <a:pt x="198120" y="198120"/>
                  </a:lnTo>
                  <a:cubicBezTo>
                    <a:pt x="198120" y="188595"/>
                    <a:pt x="205740" y="181927"/>
                    <a:pt x="214313" y="181927"/>
                  </a:cubicBezTo>
                  <a:cubicBezTo>
                    <a:pt x="222885" y="181927"/>
                    <a:pt x="230505" y="189548"/>
                    <a:pt x="230505" y="198120"/>
                  </a:cubicBezTo>
                  <a:lnTo>
                    <a:pt x="230505" y="231457"/>
                  </a:lnTo>
                  <a:close/>
                  <a:moveTo>
                    <a:pt x="297180" y="231457"/>
                  </a:moveTo>
                  <a:cubicBezTo>
                    <a:pt x="297180" y="240982"/>
                    <a:pt x="289560" y="247650"/>
                    <a:pt x="280988" y="247650"/>
                  </a:cubicBezTo>
                  <a:cubicBezTo>
                    <a:pt x="272415" y="247650"/>
                    <a:pt x="264795" y="240030"/>
                    <a:pt x="264795" y="231457"/>
                  </a:cubicBezTo>
                  <a:lnTo>
                    <a:pt x="264795" y="198120"/>
                  </a:lnTo>
                  <a:cubicBezTo>
                    <a:pt x="264795" y="188595"/>
                    <a:pt x="272415" y="181927"/>
                    <a:pt x="280988" y="181927"/>
                  </a:cubicBezTo>
                  <a:cubicBezTo>
                    <a:pt x="289560" y="181927"/>
                    <a:pt x="297180" y="189548"/>
                    <a:pt x="297180" y="198120"/>
                  </a:cubicBezTo>
                  <a:lnTo>
                    <a:pt x="297180" y="23145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5" name="Google Shape;1285;p44"/>
            <p:cNvSpPr/>
            <p:nvPr/>
          </p:nvSpPr>
          <p:spPr>
            <a:xfrm>
              <a:off x="2035756" y="4280345"/>
              <a:ext cx="222582" cy="179372"/>
            </a:xfrm>
            <a:custGeom>
              <a:rect b="b" l="l" r="r" t="t"/>
              <a:pathLst>
                <a:path extrusionOk="0" h="340042" w="421957">
                  <a:moveTo>
                    <a:pt x="346710" y="174307"/>
                  </a:moveTo>
                  <a:cubicBezTo>
                    <a:pt x="229553" y="174307"/>
                    <a:pt x="105728" y="108585"/>
                    <a:pt x="100013" y="0"/>
                  </a:cubicBezTo>
                  <a:cubicBezTo>
                    <a:pt x="39053" y="26670"/>
                    <a:pt x="0" y="73343"/>
                    <a:pt x="0" y="124778"/>
                  </a:cubicBezTo>
                  <a:cubicBezTo>
                    <a:pt x="0" y="170498"/>
                    <a:pt x="31433" y="214313"/>
                    <a:pt x="83820" y="241935"/>
                  </a:cubicBezTo>
                  <a:cubicBezTo>
                    <a:pt x="83820" y="267653"/>
                    <a:pt x="73342" y="293370"/>
                    <a:pt x="54292" y="311468"/>
                  </a:cubicBezTo>
                  <a:cubicBezTo>
                    <a:pt x="43815" y="321945"/>
                    <a:pt x="50483" y="340043"/>
                    <a:pt x="67628" y="340043"/>
                  </a:cubicBezTo>
                  <a:cubicBezTo>
                    <a:pt x="115253" y="340043"/>
                    <a:pt x="159067" y="312420"/>
                    <a:pt x="182880" y="271463"/>
                  </a:cubicBezTo>
                  <a:cubicBezTo>
                    <a:pt x="193358" y="272415"/>
                    <a:pt x="204788" y="273368"/>
                    <a:pt x="216217" y="273368"/>
                  </a:cubicBezTo>
                  <a:cubicBezTo>
                    <a:pt x="313372" y="273368"/>
                    <a:pt x="396240" y="227648"/>
                    <a:pt x="421958" y="165735"/>
                  </a:cubicBezTo>
                  <a:cubicBezTo>
                    <a:pt x="397192" y="171450"/>
                    <a:pt x="372428" y="174307"/>
                    <a:pt x="346710" y="174307"/>
                  </a:cubicBezTo>
                  <a:lnTo>
                    <a:pt x="346710" y="17430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9" name="Shape 1289"/>
        <p:cNvGrpSpPr/>
        <p:nvPr/>
      </p:nvGrpSpPr>
      <p:grpSpPr>
        <a:xfrm>
          <a:off x="0" y="0"/>
          <a:ext cx="0" cy="0"/>
          <a:chOff x="0" y="0"/>
          <a:chExt cx="0" cy="0"/>
        </a:xfrm>
      </p:grpSpPr>
      <p:sp>
        <p:nvSpPr>
          <p:cNvPr id="1290" name="Google Shape;1290;p45"/>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291" name="Google Shape;1291;p45"/>
          <p:cNvSpPr txBox="1"/>
          <p:nvPr>
            <p:ph idx="1" type="body"/>
          </p:nvPr>
        </p:nvSpPr>
        <p:spPr>
          <a:xfrm>
            <a:off x="720000" y="1215750"/>
            <a:ext cx="7704000" cy="338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a:latin typeface="Barlow"/>
                <a:ea typeface="Barlow"/>
                <a:cs typeface="Barlow"/>
                <a:sym typeface="Barlow"/>
              </a:rPr>
              <a:t>Vectors</a:t>
            </a:r>
            <a:endParaRPr b="1">
              <a:latin typeface="Barlow"/>
              <a:ea typeface="Barlow"/>
              <a:cs typeface="Barlow"/>
              <a:sym typeface="Barlow"/>
            </a:endParaRPr>
          </a:p>
          <a:p>
            <a:pPr indent="-304800" lvl="0" marL="457200" rtl="0" algn="l">
              <a:spcBef>
                <a:spcPts val="1000"/>
              </a:spcBef>
              <a:spcAft>
                <a:spcPts val="0"/>
              </a:spcAft>
              <a:buSzPts val="1200"/>
              <a:buFont typeface="Barlow Medium"/>
              <a:buChar char="●"/>
            </a:pPr>
            <a:r>
              <a:rPr lang="en" u="sng">
                <a:hlinkClick r:id="rId3"/>
              </a:rPr>
              <a:t>Flat design ui ux background illustrated</a:t>
            </a:r>
            <a:endParaRPr/>
          </a:p>
          <a:p>
            <a:pPr indent="-304800" lvl="0" marL="457200" rtl="0" algn="l">
              <a:spcBef>
                <a:spcPts val="0"/>
              </a:spcBef>
              <a:spcAft>
                <a:spcPts val="0"/>
              </a:spcAft>
              <a:buSzPts val="1200"/>
              <a:buFont typeface="Barlow Medium"/>
              <a:buChar char="●"/>
            </a:pPr>
            <a:r>
              <a:rPr lang="en" u="sng">
                <a:hlinkClick r:id="rId4"/>
              </a:rPr>
              <a:t>Gradient ui/ux landing page template</a:t>
            </a:r>
            <a:endParaRPr/>
          </a:p>
        </p:txBody>
      </p:sp>
      <p:grpSp>
        <p:nvGrpSpPr>
          <p:cNvPr id="1292" name="Google Shape;1292;p45"/>
          <p:cNvGrpSpPr/>
          <p:nvPr/>
        </p:nvGrpSpPr>
        <p:grpSpPr>
          <a:xfrm>
            <a:off x="2472213" y="2838325"/>
            <a:ext cx="177900" cy="1600200"/>
            <a:chOff x="1817300" y="2631450"/>
            <a:chExt cx="177900" cy="1600200"/>
          </a:xfrm>
        </p:grpSpPr>
        <p:sp>
          <p:nvSpPr>
            <p:cNvPr id="1293" name="Google Shape;1293;p45"/>
            <p:cNvSpPr/>
            <p:nvPr/>
          </p:nvSpPr>
          <p:spPr>
            <a:xfrm>
              <a:off x="1817300" y="2631450"/>
              <a:ext cx="177900" cy="1600200"/>
            </a:xfrm>
            <a:prstGeom prst="roundRect">
              <a:avLst>
                <a:gd fmla="val 50000" name="adj"/>
              </a:avLst>
            </a:prstGeom>
            <a:solidFill>
              <a:schemeClr val="accent3"/>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1294" name="Google Shape;1294;p45"/>
            <p:cNvSpPr/>
            <p:nvPr/>
          </p:nvSpPr>
          <p:spPr>
            <a:xfrm>
              <a:off x="1847175" y="2680375"/>
              <a:ext cx="118200" cy="118200"/>
            </a:xfrm>
            <a:prstGeom prst="ellipse">
              <a:avLst/>
            </a:prstGeom>
            <a:solidFill>
              <a:schemeClr val="accent1"/>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grpSp>
      <p:grpSp>
        <p:nvGrpSpPr>
          <p:cNvPr id="1295" name="Google Shape;1295;p45"/>
          <p:cNvGrpSpPr/>
          <p:nvPr/>
        </p:nvGrpSpPr>
        <p:grpSpPr>
          <a:xfrm>
            <a:off x="3245788" y="3100488"/>
            <a:ext cx="405600" cy="405600"/>
            <a:chOff x="2698475" y="2873125"/>
            <a:chExt cx="405600" cy="405600"/>
          </a:xfrm>
        </p:grpSpPr>
        <p:sp>
          <p:nvSpPr>
            <p:cNvPr id="1296" name="Google Shape;1296;p45"/>
            <p:cNvSpPr/>
            <p:nvPr/>
          </p:nvSpPr>
          <p:spPr>
            <a:xfrm>
              <a:off x="2698475" y="2873125"/>
              <a:ext cx="405600" cy="405600"/>
            </a:xfrm>
            <a:prstGeom prst="ellipse">
              <a:avLst/>
            </a:prstGeom>
            <a:solidFill>
              <a:schemeClr val="dk2"/>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1297" name="Google Shape;1297;p45"/>
            <p:cNvSpPr/>
            <p:nvPr/>
          </p:nvSpPr>
          <p:spPr>
            <a:xfrm rot="5400000">
              <a:off x="2822625" y="2975725"/>
              <a:ext cx="231600" cy="200400"/>
            </a:xfrm>
            <a:prstGeom prst="triangle">
              <a:avLst>
                <a:gd fmla="val 50000" name="adj"/>
              </a:avLst>
            </a:prstGeom>
            <a:solidFill>
              <a:schemeClr val="accent3"/>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grpSp>
      <p:grpSp>
        <p:nvGrpSpPr>
          <p:cNvPr id="1298" name="Google Shape;1298;p45"/>
          <p:cNvGrpSpPr/>
          <p:nvPr/>
        </p:nvGrpSpPr>
        <p:grpSpPr>
          <a:xfrm>
            <a:off x="4147813" y="3410875"/>
            <a:ext cx="1050900" cy="455100"/>
            <a:chOff x="3335675" y="3063450"/>
            <a:chExt cx="1050900" cy="455100"/>
          </a:xfrm>
        </p:grpSpPr>
        <p:sp>
          <p:nvSpPr>
            <p:cNvPr id="1299" name="Google Shape;1299;p45"/>
            <p:cNvSpPr/>
            <p:nvPr/>
          </p:nvSpPr>
          <p:spPr>
            <a:xfrm>
              <a:off x="3335675" y="3063450"/>
              <a:ext cx="1050900" cy="455100"/>
            </a:xfrm>
            <a:prstGeom prst="roundRect">
              <a:avLst>
                <a:gd fmla="val 16667" name="adj"/>
              </a:avLst>
            </a:prstGeom>
            <a:solidFill>
              <a:schemeClr val="lt1"/>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1300" name="Google Shape;1300;p45"/>
            <p:cNvSpPr/>
            <p:nvPr/>
          </p:nvSpPr>
          <p:spPr>
            <a:xfrm>
              <a:off x="3377050" y="3113100"/>
              <a:ext cx="281400" cy="355800"/>
            </a:xfrm>
            <a:prstGeom prst="roundRect">
              <a:avLst>
                <a:gd fmla="val 16667" name="adj"/>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1301" name="Google Shape;1301;p45"/>
            <p:cNvSpPr/>
            <p:nvPr/>
          </p:nvSpPr>
          <p:spPr>
            <a:xfrm>
              <a:off x="3720425" y="3113100"/>
              <a:ext cx="281400" cy="355800"/>
            </a:xfrm>
            <a:prstGeom prst="roundRect">
              <a:avLst>
                <a:gd fmla="val 16667" name="adj"/>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1302" name="Google Shape;1302;p45"/>
            <p:cNvSpPr/>
            <p:nvPr/>
          </p:nvSpPr>
          <p:spPr>
            <a:xfrm>
              <a:off x="4063800" y="3113100"/>
              <a:ext cx="281400" cy="355800"/>
            </a:xfrm>
            <a:prstGeom prst="roundRect">
              <a:avLst>
                <a:gd fmla="val 16667" name="adj"/>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grpSp>
      <p:grpSp>
        <p:nvGrpSpPr>
          <p:cNvPr id="1303" name="Google Shape;1303;p45"/>
          <p:cNvGrpSpPr/>
          <p:nvPr/>
        </p:nvGrpSpPr>
        <p:grpSpPr>
          <a:xfrm>
            <a:off x="5695138" y="3057325"/>
            <a:ext cx="976653" cy="1162200"/>
            <a:chOff x="5371350" y="3210200"/>
            <a:chExt cx="976653" cy="1162200"/>
          </a:xfrm>
        </p:grpSpPr>
        <p:sp>
          <p:nvSpPr>
            <p:cNvPr id="1304" name="Google Shape;1304;p45"/>
            <p:cNvSpPr/>
            <p:nvPr/>
          </p:nvSpPr>
          <p:spPr>
            <a:xfrm>
              <a:off x="5371350" y="3210200"/>
              <a:ext cx="129300" cy="1162200"/>
            </a:xfrm>
            <a:prstGeom prst="roundRect">
              <a:avLst>
                <a:gd fmla="val 50000" name="adj"/>
              </a:avLst>
            </a:prstGeom>
            <a:solidFill>
              <a:schemeClr val="l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1305" name="Google Shape;1305;p45"/>
            <p:cNvSpPr/>
            <p:nvPr/>
          </p:nvSpPr>
          <p:spPr>
            <a:xfrm>
              <a:off x="5653801" y="3210200"/>
              <a:ext cx="129300" cy="1162200"/>
            </a:xfrm>
            <a:prstGeom prst="roundRect">
              <a:avLst>
                <a:gd fmla="val 50000" name="adj"/>
              </a:avLst>
            </a:prstGeom>
            <a:solidFill>
              <a:schemeClr val="l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1306" name="Google Shape;1306;p45"/>
            <p:cNvSpPr/>
            <p:nvPr/>
          </p:nvSpPr>
          <p:spPr>
            <a:xfrm>
              <a:off x="5936252" y="3210200"/>
              <a:ext cx="129300" cy="1162200"/>
            </a:xfrm>
            <a:prstGeom prst="roundRect">
              <a:avLst>
                <a:gd fmla="val 50000" name="adj"/>
              </a:avLst>
            </a:prstGeom>
            <a:solidFill>
              <a:schemeClr val="l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1307" name="Google Shape;1307;p45"/>
            <p:cNvSpPr/>
            <p:nvPr/>
          </p:nvSpPr>
          <p:spPr>
            <a:xfrm>
              <a:off x="6218703" y="3210200"/>
              <a:ext cx="129300" cy="1162200"/>
            </a:xfrm>
            <a:prstGeom prst="roundRect">
              <a:avLst>
                <a:gd fmla="val 50000" name="adj"/>
              </a:avLst>
            </a:prstGeom>
            <a:solidFill>
              <a:schemeClr val="l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1308" name="Google Shape;1308;p45"/>
            <p:cNvSpPr/>
            <p:nvPr/>
          </p:nvSpPr>
          <p:spPr>
            <a:xfrm>
              <a:off x="5371350" y="3799700"/>
              <a:ext cx="129300" cy="572700"/>
            </a:xfrm>
            <a:prstGeom prst="roundRect">
              <a:avLst>
                <a:gd fmla="val 5000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1309" name="Google Shape;1309;p45"/>
            <p:cNvSpPr/>
            <p:nvPr/>
          </p:nvSpPr>
          <p:spPr>
            <a:xfrm>
              <a:off x="5653800" y="3486800"/>
              <a:ext cx="129300" cy="885600"/>
            </a:xfrm>
            <a:prstGeom prst="roundRect">
              <a:avLst>
                <a:gd fmla="val 5000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1310" name="Google Shape;1310;p45"/>
            <p:cNvSpPr/>
            <p:nvPr/>
          </p:nvSpPr>
          <p:spPr>
            <a:xfrm>
              <a:off x="5936250" y="4024700"/>
              <a:ext cx="129300" cy="347700"/>
            </a:xfrm>
            <a:prstGeom prst="roundRect">
              <a:avLst>
                <a:gd fmla="val 5000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1311" name="Google Shape;1311;p45"/>
            <p:cNvSpPr/>
            <p:nvPr/>
          </p:nvSpPr>
          <p:spPr>
            <a:xfrm>
              <a:off x="6218700" y="3619100"/>
              <a:ext cx="129300" cy="753300"/>
            </a:xfrm>
            <a:prstGeom prst="roundRect">
              <a:avLst>
                <a:gd fmla="val 5000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grpSp>
      <p:grpSp>
        <p:nvGrpSpPr>
          <p:cNvPr id="1312" name="Google Shape;1312;p45"/>
          <p:cNvGrpSpPr/>
          <p:nvPr/>
        </p:nvGrpSpPr>
        <p:grpSpPr>
          <a:xfrm>
            <a:off x="3245788" y="3770763"/>
            <a:ext cx="405600" cy="405600"/>
            <a:chOff x="6356075" y="3435625"/>
            <a:chExt cx="405600" cy="405600"/>
          </a:xfrm>
        </p:grpSpPr>
        <p:sp>
          <p:nvSpPr>
            <p:cNvPr id="1313" name="Google Shape;1313;p45"/>
            <p:cNvSpPr/>
            <p:nvPr/>
          </p:nvSpPr>
          <p:spPr>
            <a:xfrm>
              <a:off x="6356075" y="3435625"/>
              <a:ext cx="405600" cy="405600"/>
            </a:xfrm>
            <a:prstGeom prst="ellipse">
              <a:avLst/>
            </a:prstGeom>
            <a:solidFill>
              <a:schemeClr val="dk2"/>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1314" name="Google Shape;1314;p45"/>
            <p:cNvSpPr/>
            <p:nvPr/>
          </p:nvSpPr>
          <p:spPr>
            <a:xfrm rot="5400000">
              <a:off x="6421075" y="3535100"/>
              <a:ext cx="275700" cy="206700"/>
            </a:xfrm>
            <a:prstGeom prst="rightArrow">
              <a:avLst>
                <a:gd fmla="val 50000" name="adj1"/>
                <a:gd fmla="val 50000" name="adj2"/>
              </a:avLst>
            </a:prstGeom>
            <a:solidFill>
              <a:schemeClr val="accent3"/>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8" name="Shape 1318"/>
        <p:cNvGrpSpPr/>
        <p:nvPr/>
      </p:nvGrpSpPr>
      <p:grpSpPr>
        <a:xfrm>
          <a:off x="0" y="0"/>
          <a:ext cx="0" cy="0"/>
          <a:chOff x="0" y="0"/>
          <a:chExt cx="0" cy="0"/>
        </a:xfrm>
      </p:grpSpPr>
      <p:sp>
        <p:nvSpPr>
          <p:cNvPr id="1319" name="Google Shape;1319;p46"/>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a:t>
            </a:r>
            <a:r>
              <a:rPr lang="en"/>
              <a:t>esources</a:t>
            </a:r>
            <a:endParaRPr>
              <a:solidFill>
                <a:srgbClr val="EEBB90"/>
              </a:solidFill>
            </a:endParaRPr>
          </a:p>
        </p:txBody>
      </p:sp>
      <p:sp>
        <p:nvSpPr>
          <p:cNvPr id="1320" name="Google Shape;1320;p46"/>
          <p:cNvSpPr txBox="1"/>
          <p:nvPr>
            <p:ph idx="1" type="body"/>
          </p:nvPr>
        </p:nvSpPr>
        <p:spPr>
          <a:xfrm>
            <a:off x="720000" y="1215750"/>
            <a:ext cx="7704000" cy="338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Did you like the resources on this template? Get them on these websites:</a:t>
            </a:r>
            <a:endParaRPr/>
          </a:p>
          <a:p>
            <a:pPr indent="0" lvl="0" marL="0" rtl="0" algn="l">
              <a:spcBef>
                <a:spcPts val="1000"/>
              </a:spcBef>
              <a:spcAft>
                <a:spcPts val="0"/>
              </a:spcAft>
              <a:buNone/>
            </a:pPr>
            <a:r>
              <a:rPr b="1" lang="en">
                <a:latin typeface="Barlow"/>
                <a:ea typeface="Barlow"/>
                <a:cs typeface="Barlow"/>
                <a:sym typeface="Barlow"/>
              </a:rPr>
              <a:t>Photos</a:t>
            </a:r>
            <a:endParaRPr b="1">
              <a:latin typeface="Barlow"/>
              <a:ea typeface="Barlow"/>
              <a:cs typeface="Barlow"/>
              <a:sym typeface="Barlow"/>
            </a:endParaRPr>
          </a:p>
          <a:p>
            <a:pPr indent="-304800" lvl="0" marL="457200" rtl="0" algn="l">
              <a:spcBef>
                <a:spcPts val="0"/>
              </a:spcBef>
              <a:spcAft>
                <a:spcPts val="0"/>
              </a:spcAft>
              <a:buSzPts val="1200"/>
              <a:buFont typeface="Barlow"/>
              <a:buChar char="●"/>
            </a:pPr>
            <a:r>
              <a:rPr lang="en" u="sng">
                <a:hlinkClick r:id="rId3"/>
              </a:rPr>
              <a:t>Top view woman working as economist</a:t>
            </a:r>
            <a:endParaRPr/>
          </a:p>
          <a:p>
            <a:pPr indent="-304800" lvl="0" marL="457200" rtl="0" algn="l">
              <a:spcBef>
                <a:spcPts val="0"/>
              </a:spcBef>
              <a:spcAft>
                <a:spcPts val="0"/>
              </a:spcAft>
              <a:buSzPts val="1200"/>
              <a:buFont typeface="Barlow"/>
              <a:buChar char="●"/>
            </a:pPr>
            <a:r>
              <a:rPr lang="en" u="sng">
                <a:hlinkClick r:id="rId4"/>
              </a:rPr>
              <a:t>Woman working on laptop high angle</a:t>
            </a:r>
            <a:endParaRPr b="1">
              <a:latin typeface="Barlow"/>
              <a:ea typeface="Barlow"/>
              <a:cs typeface="Barlow"/>
              <a:sym typeface="Barlow"/>
            </a:endParaRPr>
          </a:p>
          <a:p>
            <a:pPr indent="-304800" lvl="0" marL="457200" rtl="0" algn="l">
              <a:spcBef>
                <a:spcPts val="0"/>
              </a:spcBef>
              <a:spcAft>
                <a:spcPts val="0"/>
              </a:spcAft>
              <a:buSzPts val="1200"/>
              <a:buFont typeface="Barlow Medium"/>
              <a:buChar char="●"/>
            </a:pPr>
            <a:r>
              <a:rPr lang="en" u="sng">
                <a:solidFill>
                  <a:schemeClr val="hlink"/>
                </a:solidFill>
                <a:hlinkClick r:id="rId5"/>
              </a:rPr>
              <a:t>Young woman doing shopping online</a:t>
            </a:r>
            <a:endParaRPr/>
          </a:p>
          <a:p>
            <a:pPr indent="0" lvl="0" marL="0" rtl="0" algn="l">
              <a:spcBef>
                <a:spcPts val="1000"/>
              </a:spcBef>
              <a:spcAft>
                <a:spcPts val="0"/>
              </a:spcAft>
              <a:buNone/>
            </a:pPr>
            <a:r>
              <a:rPr b="1" lang="en">
                <a:latin typeface="Barlow"/>
                <a:ea typeface="Barlow"/>
                <a:cs typeface="Barlow"/>
                <a:sym typeface="Barlow"/>
              </a:rPr>
              <a:t>Icon pack</a:t>
            </a:r>
            <a:endParaRPr b="1">
              <a:latin typeface="Barlow"/>
              <a:ea typeface="Barlow"/>
              <a:cs typeface="Barlow"/>
              <a:sym typeface="Barlow"/>
            </a:endParaRPr>
          </a:p>
          <a:p>
            <a:pPr indent="-304800" lvl="0" marL="457200" rtl="0" algn="l">
              <a:spcBef>
                <a:spcPts val="0"/>
              </a:spcBef>
              <a:spcAft>
                <a:spcPts val="0"/>
              </a:spcAft>
              <a:buSzPts val="1200"/>
              <a:buFont typeface="Barlow"/>
              <a:buChar char="●"/>
            </a:pPr>
            <a:r>
              <a:rPr lang="en" u="sng">
                <a:hlinkClick r:id="rId6"/>
              </a:rPr>
              <a:t>Icon Pack: SEO and SEM | Filled</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4" name="Shape 1324"/>
        <p:cNvGrpSpPr/>
        <p:nvPr/>
      </p:nvGrpSpPr>
      <p:grpSpPr>
        <a:xfrm>
          <a:off x="0" y="0"/>
          <a:ext cx="0" cy="0"/>
          <a:chOff x="0" y="0"/>
          <a:chExt cx="0" cy="0"/>
        </a:xfrm>
      </p:grpSpPr>
      <p:sp>
        <p:nvSpPr>
          <p:cNvPr id="1325" name="Google Shape;1325;p4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326" name="Google Shape;1326;p47"/>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0" name="Shape 1330"/>
        <p:cNvGrpSpPr/>
        <p:nvPr/>
      </p:nvGrpSpPr>
      <p:grpSpPr>
        <a:xfrm>
          <a:off x="0" y="0"/>
          <a:ext cx="0" cy="0"/>
          <a:chOff x="0" y="0"/>
          <a:chExt cx="0" cy="0"/>
        </a:xfrm>
      </p:grpSpPr>
      <p:sp>
        <p:nvSpPr>
          <p:cNvPr id="1331" name="Google Shape;1331;p48"/>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332" name="Google Shape;1332;p4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6" name="Shape 1336"/>
        <p:cNvGrpSpPr/>
        <p:nvPr/>
      </p:nvGrpSpPr>
      <p:grpSpPr>
        <a:xfrm>
          <a:off x="0" y="0"/>
          <a:ext cx="0" cy="0"/>
          <a:chOff x="0" y="0"/>
          <a:chExt cx="0" cy="0"/>
        </a:xfrm>
      </p:grpSpPr>
      <p:sp>
        <p:nvSpPr>
          <p:cNvPr id="1337" name="Google Shape;1337;p49"/>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Darker Grotesque Black</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https://fonts.google.com/specimen/Darker+Grotesque</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Barlow Medium</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https://fonts.google.com/specimen/Barlow</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338" name="Google Shape;1338;p49"/>
          <p:cNvSpPr/>
          <p:nvPr/>
        </p:nvSpPr>
        <p:spPr>
          <a:xfrm>
            <a:off x="2052600" y="2947175"/>
            <a:ext cx="791400" cy="754200"/>
          </a:xfrm>
          <a:prstGeom prst="roundRect">
            <a:avLst>
              <a:gd fmla="val 16667" name="adj"/>
            </a:avLst>
          </a:prstGeom>
          <a:solidFill>
            <a:srgbClr val="24282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9"/>
          <p:cNvSpPr/>
          <p:nvPr/>
        </p:nvSpPr>
        <p:spPr>
          <a:xfrm>
            <a:off x="3114420" y="2947175"/>
            <a:ext cx="791400" cy="754200"/>
          </a:xfrm>
          <a:prstGeom prst="roundRect">
            <a:avLst>
              <a:gd fmla="val 16667" name="adj"/>
            </a:avLst>
          </a:prstGeom>
          <a:solidFill>
            <a:srgbClr val="F1E7D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9"/>
          <p:cNvSpPr/>
          <p:nvPr/>
        </p:nvSpPr>
        <p:spPr>
          <a:xfrm>
            <a:off x="4176239" y="2947175"/>
            <a:ext cx="791400" cy="754200"/>
          </a:xfrm>
          <a:prstGeom prst="roundRect">
            <a:avLst>
              <a:gd fmla="val 16667" name="adj"/>
            </a:avLst>
          </a:prstGeom>
          <a:solidFill>
            <a:srgbClr val="FCF6E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9"/>
          <p:cNvSpPr txBox="1"/>
          <p:nvPr/>
        </p:nvSpPr>
        <p:spPr>
          <a:xfrm>
            <a:off x="20526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#24282a</a:t>
            </a:r>
            <a:endParaRPr sz="1000">
              <a:solidFill>
                <a:srgbClr val="FFFFFF"/>
              </a:solidFill>
            </a:endParaRPr>
          </a:p>
        </p:txBody>
      </p:sp>
      <p:sp>
        <p:nvSpPr>
          <p:cNvPr id="1342" name="Google Shape;1342;p49"/>
          <p:cNvSpPr txBox="1"/>
          <p:nvPr/>
        </p:nvSpPr>
        <p:spPr>
          <a:xfrm>
            <a:off x="31144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#f1e7d6</a:t>
            </a:r>
            <a:endParaRPr sz="1000"/>
          </a:p>
        </p:txBody>
      </p:sp>
      <p:sp>
        <p:nvSpPr>
          <p:cNvPr id="1343" name="Google Shape;1343;p49"/>
          <p:cNvSpPr txBox="1"/>
          <p:nvPr/>
        </p:nvSpPr>
        <p:spPr>
          <a:xfrm>
            <a:off x="41762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#fcf6e7</a:t>
            </a:r>
            <a:endParaRPr sz="1000"/>
          </a:p>
        </p:txBody>
      </p:sp>
      <p:sp>
        <p:nvSpPr>
          <p:cNvPr id="1344" name="Google Shape;1344;p49"/>
          <p:cNvSpPr/>
          <p:nvPr/>
        </p:nvSpPr>
        <p:spPr>
          <a:xfrm>
            <a:off x="5238075" y="2947175"/>
            <a:ext cx="791400" cy="754200"/>
          </a:xfrm>
          <a:prstGeom prst="roundRect">
            <a:avLst>
              <a:gd fmla="val 16667" name="adj"/>
            </a:avLst>
          </a:prstGeom>
          <a:solidFill>
            <a:srgbClr val="EEBB9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9"/>
          <p:cNvSpPr txBox="1"/>
          <p:nvPr/>
        </p:nvSpPr>
        <p:spPr>
          <a:xfrm>
            <a:off x="52380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#eebb90</a:t>
            </a:r>
            <a:endParaRPr sz="1000"/>
          </a:p>
        </p:txBody>
      </p:sp>
      <p:sp>
        <p:nvSpPr>
          <p:cNvPr id="1346" name="Google Shape;1346;p49"/>
          <p:cNvSpPr/>
          <p:nvPr/>
        </p:nvSpPr>
        <p:spPr>
          <a:xfrm>
            <a:off x="2583563" y="3878275"/>
            <a:ext cx="791400" cy="754200"/>
          </a:xfrm>
          <a:prstGeom prst="roundRect">
            <a:avLst>
              <a:gd fmla="val 16667" name="adj"/>
            </a:avLst>
          </a:prstGeom>
          <a:solidFill>
            <a:srgbClr val="DD4F3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9"/>
          <p:cNvSpPr/>
          <p:nvPr/>
        </p:nvSpPr>
        <p:spPr>
          <a:xfrm>
            <a:off x="3645382" y="3878275"/>
            <a:ext cx="791400" cy="754200"/>
          </a:xfrm>
          <a:prstGeom prst="roundRect">
            <a:avLst>
              <a:gd fmla="val 16667" name="adj"/>
            </a:avLst>
          </a:prstGeom>
          <a:solidFill>
            <a:srgbClr val="BBC8B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9"/>
          <p:cNvSpPr/>
          <p:nvPr/>
        </p:nvSpPr>
        <p:spPr>
          <a:xfrm>
            <a:off x="4707202" y="3878275"/>
            <a:ext cx="791400" cy="754200"/>
          </a:xfrm>
          <a:prstGeom prst="roundRect">
            <a:avLst>
              <a:gd fmla="val 16667" name="adj"/>
            </a:avLst>
          </a:prstGeom>
          <a:solidFill>
            <a:srgbClr val="53878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9"/>
          <p:cNvSpPr txBox="1"/>
          <p:nvPr/>
        </p:nvSpPr>
        <p:spPr>
          <a:xfrm>
            <a:off x="258356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#dd4f3d</a:t>
            </a:r>
            <a:endParaRPr sz="1000">
              <a:solidFill>
                <a:srgbClr val="FFFFFF"/>
              </a:solidFill>
            </a:endParaRPr>
          </a:p>
        </p:txBody>
      </p:sp>
      <p:sp>
        <p:nvSpPr>
          <p:cNvPr id="1350" name="Google Shape;1350;p49"/>
          <p:cNvSpPr txBox="1"/>
          <p:nvPr/>
        </p:nvSpPr>
        <p:spPr>
          <a:xfrm>
            <a:off x="364538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#bbc8ba</a:t>
            </a:r>
            <a:endParaRPr sz="1000"/>
          </a:p>
        </p:txBody>
      </p:sp>
      <p:sp>
        <p:nvSpPr>
          <p:cNvPr id="1351" name="Google Shape;1351;p49"/>
          <p:cNvSpPr txBox="1"/>
          <p:nvPr/>
        </p:nvSpPr>
        <p:spPr>
          <a:xfrm>
            <a:off x="470721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#538786</a:t>
            </a:r>
            <a:endParaRPr sz="1000">
              <a:solidFill>
                <a:schemeClr val="dk1"/>
              </a:solidFill>
            </a:endParaRPr>
          </a:p>
        </p:txBody>
      </p:sp>
      <p:sp>
        <p:nvSpPr>
          <p:cNvPr id="1352" name="Google Shape;1352;p49"/>
          <p:cNvSpPr/>
          <p:nvPr/>
        </p:nvSpPr>
        <p:spPr>
          <a:xfrm>
            <a:off x="5769038" y="387827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9"/>
          <p:cNvSpPr txBox="1"/>
          <p:nvPr/>
        </p:nvSpPr>
        <p:spPr>
          <a:xfrm>
            <a:off x="576903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a:t>
            </a:r>
            <a:endParaRPr sz="1000"/>
          </a:p>
        </p:txBody>
      </p:sp>
      <p:sp>
        <p:nvSpPr>
          <p:cNvPr id="1354" name="Google Shape;1354;p49"/>
          <p:cNvSpPr/>
          <p:nvPr/>
        </p:nvSpPr>
        <p:spPr>
          <a:xfrm>
            <a:off x="6299900" y="2947175"/>
            <a:ext cx="791400" cy="754200"/>
          </a:xfrm>
          <a:prstGeom prst="roundRect">
            <a:avLst>
              <a:gd fmla="val 16667" name="adj"/>
            </a:avLst>
          </a:prstGeom>
          <a:solidFill>
            <a:srgbClr val="E6907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9"/>
          <p:cNvSpPr txBox="1"/>
          <p:nvPr/>
        </p:nvSpPr>
        <p:spPr>
          <a:xfrm>
            <a:off x="62999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#e6907d</a:t>
            </a:r>
            <a:endParaRPr sz="1000">
              <a:solidFill>
                <a:schemeClr val="dk1"/>
              </a:solidFill>
            </a:endParaRPr>
          </a:p>
        </p:txBody>
      </p:sp>
      <p:sp>
        <p:nvSpPr>
          <p:cNvPr id="1356" name="Google Shape;1356;p4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0" name="Shape 1360"/>
        <p:cNvGrpSpPr/>
        <p:nvPr/>
      </p:nvGrpSpPr>
      <p:grpSpPr>
        <a:xfrm>
          <a:off x="0" y="0"/>
          <a:ext cx="0" cy="0"/>
          <a:chOff x="0" y="0"/>
          <a:chExt cx="0" cy="0"/>
        </a:xfrm>
      </p:grpSpPr>
      <p:sp>
        <p:nvSpPr>
          <p:cNvPr id="1361" name="Google Shape;1361;p50"/>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362" name="Google Shape;1362;p5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363" name="Google Shape;1363;p50"/>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364" name="Google Shape;1364;p50">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365" name="Google Shape;1365;p50">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366" name="Google Shape;1366;p50">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367" name="Google Shape;1367;p50">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368" name="Google Shape;1368;p50"/>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369" name="Google Shape;1369;p50"/>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370" name="Google Shape;1370;p50"/>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371" name="Google Shape;1371;p50"/>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372" name="Google Shape;1372;p50">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6" name="Shape 1376"/>
        <p:cNvGrpSpPr/>
        <p:nvPr/>
      </p:nvGrpSpPr>
      <p:grpSpPr>
        <a:xfrm>
          <a:off x="0" y="0"/>
          <a:ext cx="0" cy="0"/>
          <a:chOff x="0" y="0"/>
          <a:chExt cx="0" cy="0"/>
        </a:xfrm>
      </p:grpSpPr>
      <p:grpSp>
        <p:nvGrpSpPr>
          <p:cNvPr id="1377" name="Google Shape;1377;p51"/>
          <p:cNvGrpSpPr/>
          <p:nvPr/>
        </p:nvGrpSpPr>
        <p:grpSpPr>
          <a:xfrm>
            <a:off x="5048544" y="3019584"/>
            <a:ext cx="442841" cy="514271"/>
            <a:chOff x="4727025" y="1332775"/>
            <a:chExt cx="59900" cy="69625"/>
          </a:xfrm>
        </p:grpSpPr>
        <p:sp>
          <p:nvSpPr>
            <p:cNvPr id="1378" name="Google Shape;1378;p5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51"/>
          <p:cNvGrpSpPr/>
          <p:nvPr/>
        </p:nvGrpSpPr>
        <p:grpSpPr>
          <a:xfrm>
            <a:off x="5723860" y="2267072"/>
            <a:ext cx="500909" cy="500899"/>
            <a:chOff x="4820425" y="1329900"/>
            <a:chExt cx="70175" cy="70350"/>
          </a:xfrm>
        </p:grpSpPr>
        <p:sp>
          <p:nvSpPr>
            <p:cNvPr id="1381" name="Google Shape;1381;p5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51"/>
          <p:cNvGrpSpPr/>
          <p:nvPr/>
        </p:nvGrpSpPr>
        <p:grpSpPr>
          <a:xfrm>
            <a:off x="6376484" y="2278862"/>
            <a:ext cx="538135" cy="493119"/>
            <a:chOff x="4903200" y="1331525"/>
            <a:chExt cx="73575" cy="67425"/>
          </a:xfrm>
        </p:grpSpPr>
        <p:sp>
          <p:nvSpPr>
            <p:cNvPr id="1386" name="Google Shape;1386;p5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387" name="Google Shape;1387;p5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51"/>
          <p:cNvGrpSpPr/>
          <p:nvPr/>
        </p:nvGrpSpPr>
        <p:grpSpPr>
          <a:xfrm>
            <a:off x="5636435" y="3020840"/>
            <a:ext cx="544563" cy="511895"/>
            <a:chOff x="4815575" y="1416800"/>
            <a:chExt cx="73750" cy="71400"/>
          </a:xfrm>
        </p:grpSpPr>
        <p:sp>
          <p:nvSpPr>
            <p:cNvPr id="1389" name="Google Shape;1389;p5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 name="Google Shape;1392;p51"/>
          <p:cNvGrpSpPr/>
          <p:nvPr/>
        </p:nvGrpSpPr>
        <p:grpSpPr>
          <a:xfrm>
            <a:off x="6333060" y="3020546"/>
            <a:ext cx="602914" cy="512477"/>
            <a:chOff x="4902475" y="1418875"/>
            <a:chExt cx="74500" cy="63775"/>
          </a:xfrm>
        </p:grpSpPr>
        <p:sp>
          <p:nvSpPr>
            <p:cNvPr id="1393" name="Google Shape;1393;p5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1"/>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 name="Google Shape;1395;p51"/>
          <p:cNvGrpSpPr/>
          <p:nvPr/>
        </p:nvGrpSpPr>
        <p:grpSpPr>
          <a:xfrm>
            <a:off x="5748932" y="3759785"/>
            <a:ext cx="515391" cy="525699"/>
            <a:chOff x="4818100" y="1507675"/>
            <a:chExt cx="71225" cy="71625"/>
          </a:xfrm>
        </p:grpSpPr>
        <p:sp>
          <p:nvSpPr>
            <p:cNvPr id="1396" name="Google Shape;1396;p5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51"/>
          <p:cNvGrpSpPr/>
          <p:nvPr/>
        </p:nvGrpSpPr>
        <p:grpSpPr>
          <a:xfrm>
            <a:off x="5087034" y="3781317"/>
            <a:ext cx="522956" cy="489869"/>
            <a:chOff x="4721450" y="1509475"/>
            <a:chExt cx="79350" cy="74325"/>
          </a:xfrm>
        </p:grpSpPr>
        <p:sp>
          <p:nvSpPr>
            <p:cNvPr id="1401" name="Google Shape;1401;p5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 name="Google Shape;1405;p51"/>
          <p:cNvGrpSpPr/>
          <p:nvPr/>
        </p:nvGrpSpPr>
        <p:grpSpPr>
          <a:xfrm>
            <a:off x="6410277" y="3761069"/>
            <a:ext cx="525704" cy="535436"/>
            <a:chOff x="4906800" y="1507500"/>
            <a:chExt cx="70350" cy="71075"/>
          </a:xfrm>
        </p:grpSpPr>
        <p:sp>
          <p:nvSpPr>
            <p:cNvPr id="1406" name="Google Shape;1406;p5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 name="Google Shape;1411;p51"/>
          <p:cNvGrpSpPr/>
          <p:nvPr/>
        </p:nvGrpSpPr>
        <p:grpSpPr>
          <a:xfrm>
            <a:off x="4443099" y="2267050"/>
            <a:ext cx="508054" cy="508095"/>
            <a:chOff x="3736598" y="2170606"/>
            <a:chExt cx="404889" cy="404889"/>
          </a:xfrm>
        </p:grpSpPr>
        <p:sp>
          <p:nvSpPr>
            <p:cNvPr id="1412" name="Google Shape;1412;p5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 name="Google Shape;1416;p51"/>
          <p:cNvGrpSpPr/>
          <p:nvPr/>
        </p:nvGrpSpPr>
        <p:grpSpPr>
          <a:xfrm>
            <a:off x="3731139" y="2267145"/>
            <a:ext cx="575790" cy="507904"/>
            <a:chOff x="3161917" y="2170682"/>
            <a:chExt cx="458870" cy="404737"/>
          </a:xfrm>
        </p:grpSpPr>
        <p:sp>
          <p:nvSpPr>
            <p:cNvPr id="1417" name="Google Shape;1417;p5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418" name="Google Shape;1418;p5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51"/>
          <p:cNvGrpSpPr/>
          <p:nvPr/>
        </p:nvGrpSpPr>
        <p:grpSpPr>
          <a:xfrm>
            <a:off x="3758669" y="3027517"/>
            <a:ext cx="520730" cy="498567"/>
            <a:chOff x="3179914" y="2889488"/>
            <a:chExt cx="422876" cy="404911"/>
          </a:xfrm>
        </p:grpSpPr>
        <p:sp>
          <p:nvSpPr>
            <p:cNvPr id="1421" name="Google Shape;1421;p5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 name="Google Shape;1427;p51"/>
          <p:cNvGrpSpPr/>
          <p:nvPr/>
        </p:nvGrpSpPr>
        <p:grpSpPr>
          <a:xfrm>
            <a:off x="4387349" y="3027477"/>
            <a:ext cx="516145" cy="498648"/>
            <a:chOff x="3729467" y="2889422"/>
            <a:chExt cx="419153" cy="404977"/>
          </a:xfrm>
        </p:grpSpPr>
        <p:sp>
          <p:nvSpPr>
            <p:cNvPr id="1428" name="Google Shape;1428;p5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 name="Google Shape;1435;p51"/>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1"/>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1"/>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1"/>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9" name="Google Shape;1439;p51"/>
          <p:cNvGrpSpPr/>
          <p:nvPr/>
        </p:nvGrpSpPr>
        <p:grpSpPr>
          <a:xfrm>
            <a:off x="7107677" y="2474362"/>
            <a:ext cx="166473" cy="141497"/>
            <a:chOff x="4660325" y="1866850"/>
            <a:chExt cx="68350" cy="58100"/>
          </a:xfrm>
        </p:grpSpPr>
        <p:sp>
          <p:nvSpPr>
            <p:cNvPr id="1440" name="Google Shape;1440;p5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 name="Google Shape;1442;p51"/>
          <p:cNvGrpSpPr/>
          <p:nvPr/>
        </p:nvGrpSpPr>
        <p:grpSpPr>
          <a:xfrm>
            <a:off x="7417022" y="2500086"/>
            <a:ext cx="162515" cy="90049"/>
            <a:chOff x="4791775" y="1877500"/>
            <a:chExt cx="66725" cy="36975"/>
          </a:xfrm>
        </p:grpSpPr>
        <p:sp>
          <p:nvSpPr>
            <p:cNvPr id="1443" name="Google Shape;1443;p5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 name="Google Shape;1445;p51"/>
          <p:cNvGrpSpPr/>
          <p:nvPr/>
        </p:nvGrpSpPr>
        <p:grpSpPr>
          <a:xfrm>
            <a:off x="7738734" y="2500086"/>
            <a:ext cx="144979" cy="90049"/>
            <a:chOff x="4923925" y="1877500"/>
            <a:chExt cx="59525" cy="36975"/>
          </a:xfrm>
        </p:grpSpPr>
        <p:sp>
          <p:nvSpPr>
            <p:cNvPr id="1446" name="Google Shape;1446;p5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 name="Google Shape;1448;p51"/>
          <p:cNvGrpSpPr/>
          <p:nvPr/>
        </p:nvGrpSpPr>
        <p:grpSpPr>
          <a:xfrm>
            <a:off x="8033226" y="2482277"/>
            <a:ext cx="141447" cy="125667"/>
            <a:chOff x="5058450" y="1870100"/>
            <a:chExt cx="58075" cy="51600"/>
          </a:xfrm>
        </p:grpSpPr>
        <p:sp>
          <p:nvSpPr>
            <p:cNvPr id="1449" name="Google Shape;1449;p5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 name="Google Shape;1451;p51"/>
          <p:cNvGrpSpPr/>
          <p:nvPr/>
        </p:nvGrpSpPr>
        <p:grpSpPr>
          <a:xfrm>
            <a:off x="7447741" y="2904685"/>
            <a:ext cx="101077" cy="107645"/>
            <a:chOff x="4811425" y="2065025"/>
            <a:chExt cx="41500" cy="44200"/>
          </a:xfrm>
        </p:grpSpPr>
        <p:sp>
          <p:nvSpPr>
            <p:cNvPr id="1452" name="Google Shape;1452;p5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51"/>
          <p:cNvGrpSpPr/>
          <p:nvPr/>
        </p:nvGrpSpPr>
        <p:grpSpPr>
          <a:xfrm>
            <a:off x="7740178" y="2904898"/>
            <a:ext cx="120867" cy="107218"/>
            <a:chOff x="4929875" y="2065025"/>
            <a:chExt cx="49625" cy="44025"/>
          </a:xfrm>
        </p:grpSpPr>
        <p:sp>
          <p:nvSpPr>
            <p:cNvPr id="1455" name="Google Shape;1455;p5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 name="Google Shape;1457;p51"/>
          <p:cNvGrpSpPr/>
          <p:nvPr/>
        </p:nvGrpSpPr>
        <p:grpSpPr>
          <a:xfrm>
            <a:off x="8068847" y="2907912"/>
            <a:ext cx="70206" cy="101191"/>
            <a:chOff x="5083925" y="2066350"/>
            <a:chExt cx="28825" cy="41550"/>
          </a:xfrm>
        </p:grpSpPr>
        <p:sp>
          <p:nvSpPr>
            <p:cNvPr id="1458" name="Google Shape;1458;p5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 name="Google Shape;1460;p51"/>
          <p:cNvGrpSpPr/>
          <p:nvPr/>
        </p:nvGrpSpPr>
        <p:grpSpPr>
          <a:xfrm>
            <a:off x="7100401" y="2923559"/>
            <a:ext cx="181026" cy="69896"/>
            <a:chOff x="4659775" y="2072775"/>
            <a:chExt cx="74325" cy="28700"/>
          </a:xfrm>
        </p:grpSpPr>
        <p:sp>
          <p:nvSpPr>
            <p:cNvPr id="1461" name="Google Shape;1461;p5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 name="Google Shape;1464;p51"/>
          <p:cNvGrpSpPr/>
          <p:nvPr/>
        </p:nvGrpSpPr>
        <p:grpSpPr>
          <a:xfrm>
            <a:off x="8020257" y="2714124"/>
            <a:ext cx="167387" cy="89197"/>
            <a:chOff x="4662475" y="1976500"/>
            <a:chExt cx="68725" cy="36625"/>
          </a:xfrm>
        </p:grpSpPr>
        <p:sp>
          <p:nvSpPr>
            <p:cNvPr id="1465" name="Google Shape;1465;p5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 name="Google Shape;1468;p51"/>
          <p:cNvGrpSpPr/>
          <p:nvPr/>
        </p:nvGrpSpPr>
        <p:grpSpPr>
          <a:xfrm>
            <a:off x="7717162" y="2717564"/>
            <a:ext cx="166899" cy="82317"/>
            <a:chOff x="4920150" y="1977875"/>
            <a:chExt cx="68525" cy="33800"/>
          </a:xfrm>
        </p:grpSpPr>
        <p:sp>
          <p:nvSpPr>
            <p:cNvPr id="1469" name="Google Shape;1469;p5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 name="Google Shape;1472;p51"/>
          <p:cNvGrpSpPr/>
          <p:nvPr/>
        </p:nvGrpSpPr>
        <p:grpSpPr>
          <a:xfrm>
            <a:off x="7128319" y="3121482"/>
            <a:ext cx="125190" cy="127858"/>
            <a:chOff x="4676550" y="2160575"/>
            <a:chExt cx="51400" cy="52500"/>
          </a:xfrm>
        </p:grpSpPr>
        <p:sp>
          <p:nvSpPr>
            <p:cNvPr id="1473" name="Google Shape;1473;p5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 name="Google Shape;1476;p51"/>
          <p:cNvGrpSpPr/>
          <p:nvPr/>
        </p:nvGrpSpPr>
        <p:grpSpPr>
          <a:xfrm>
            <a:off x="7425577" y="3128514"/>
            <a:ext cx="145405" cy="113794"/>
            <a:chOff x="4768325" y="2163475"/>
            <a:chExt cx="59700" cy="46725"/>
          </a:xfrm>
        </p:grpSpPr>
        <p:sp>
          <p:nvSpPr>
            <p:cNvPr id="1477" name="Google Shape;1477;p5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 name="Google Shape;1479;p51"/>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1"/>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1"/>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1"/>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1"/>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1"/>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 name="Google Shape;1485;p51"/>
          <p:cNvGrpSpPr/>
          <p:nvPr/>
        </p:nvGrpSpPr>
        <p:grpSpPr>
          <a:xfrm>
            <a:off x="7441895" y="3383608"/>
            <a:ext cx="112768" cy="106853"/>
            <a:chOff x="4768575" y="2253950"/>
            <a:chExt cx="46300" cy="43875"/>
          </a:xfrm>
        </p:grpSpPr>
        <p:sp>
          <p:nvSpPr>
            <p:cNvPr id="1486" name="Google Shape;1486;p5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 name="Google Shape;1488;p51"/>
          <p:cNvGrpSpPr/>
          <p:nvPr/>
        </p:nvGrpSpPr>
        <p:grpSpPr>
          <a:xfrm>
            <a:off x="7741518" y="3872634"/>
            <a:ext cx="118187" cy="146246"/>
            <a:chOff x="4960900" y="2433225"/>
            <a:chExt cx="48525" cy="60050"/>
          </a:xfrm>
        </p:grpSpPr>
        <p:sp>
          <p:nvSpPr>
            <p:cNvPr id="1489" name="Google Shape;1489;p5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 name="Google Shape;1491;p51"/>
          <p:cNvGrpSpPr/>
          <p:nvPr/>
        </p:nvGrpSpPr>
        <p:grpSpPr>
          <a:xfrm>
            <a:off x="7430083" y="4136695"/>
            <a:ext cx="136394" cy="143810"/>
            <a:chOff x="4854075" y="2527625"/>
            <a:chExt cx="56000" cy="59050"/>
          </a:xfrm>
        </p:grpSpPr>
        <p:sp>
          <p:nvSpPr>
            <p:cNvPr id="1492" name="Google Shape;1492;p5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 name="Google Shape;1494;p51"/>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1"/>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1"/>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 name="Google Shape;1497;p51"/>
          <p:cNvGrpSpPr/>
          <p:nvPr/>
        </p:nvGrpSpPr>
        <p:grpSpPr>
          <a:xfrm>
            <a:off x="8054294" y="3600439"/>
            <a:ext cx="99312" cy="160797"/>
            <a:chOff x="5059700" y="2334775"/>
            <a:chExt cx="40775" cy="66025"/>
          </a:xfrm>
        </p:grpSpPr>
        <p:sp>
          <p:nvSpPr>
            <p:cNvPr id="1498" name="Google Shape;1498;p5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51"/>
          <p:cNvGrpSpPr/>
          <p:nvPr/>
        </p:nvGrpSpPr>
        <p:grpSpPr>
          <a:xfrm>
            <a:off x="8011458" y="3865571"/>
            <a:ext cx="184984" cy="160371"/>
            <a:chOff x="5037700" y="2430325"/>
            <a:chExt cx="75950" cy="65850"/>
          </a:xfrm>
        </p:grpSpPr>
        <p:sp>
          <p:nvSpPr>
            <p:cNvPr id="1508" name="Google Shape;1508;p5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51"/>
          <p:cNvGrpSpPr/>
          <p:nvPr/>
        </p:nvGrpSpPr>
        <p:grpSpPr>
          <a:xfrm>
            <a:off x="7430964" y="3632023"/>
            <a:ext cx="173014" cy="97629"/>
            <a:chOff x="4756975" y="2341800"/>
            <a:chExt cx="91975" cy="51925"/>
          </a:xfrm>
        </p:grpSpPr>
        <p:sp>
          <p:nvSpPr>
            <p:cNvPr id="1511" name="Google Shape;1511;p5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 name="Google Shape;1531;p51"/>
          <p:cNvGrpSpPr/>
          <p:nvPr/>
        </p:nvGrpSpPr>
        <p:grpSpPr>
          <a:xfrm>
            <a:off x="7697901" y="4120720"/>
            <a:ext cx="212497" cy="175761"/>
            <a:chOff x="4943575" y="2516350"/>
            <a:chExt cx="98675" cy="81700"/>
          </a:xfrm>
        </p:grpSpPr>
        <p:sp>
          <p:nvSpPr>
            <p:cNvPr id="1532" name="Google Shape;1532;p5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 name="Google Shape;1610;p51"/>
          <p:cNvGrpSpPr/>
          <p:nvPr/>
        </p:nvGrpSpPr>
        <p:grpSpPr>
          <a:xfrm>
            <a:off x="1955962" y="3346963"/>
            <a:ext cx="965351" cy="134611"/>
            <a:chOff x="4411970" y="2962952"/>
            <a:chExt cx="706544" cy="104212"/>
          </a:xfrm>
        </p:grpSpPr>
        <p:sp>
          <p:nvSpPr>
            <p:cNvPr id="1611" name="Google Shape;1611;p5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 name="Google Shape;1615;p51"/>
          <p:cNvGrpSpPr/>
          <p:nvPr/>
        </p:nvGrpSpPr>
        <p:grpSpPr>
          <a:xfrm>
            <a:off x="1955962" y="2935877"/>
            <a:ext cx="960158" cy="289172"/>
            <a:chOff x="4411970" y="2726085"/>
            <a:chExt cx="643107" cy="193659"/>
          </a:xfrm>
        </p:grpSpPr>
        <p:sp>
          <p:nvSpPr>
            <p:cNvPr id="1616" name="Google Shape;1616;p5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 name="Google Shape;1619;p51"/>
          <p:cNvGrpSpPr/>
          <p:nvPr/>
        </p:nvGrpSpPr>
        <p:grpSpPr>
          <a:xfrm>
            <a:off x="958854" y="3201987"/>
            <a:ext cx="833173" cy="259209"/>
            <a:chOff x="4411970" y="4340222"/>
            <a:chExt cx="779467" cy="242683"/>
          </a:xfrm>
        </p:grpSpPr>
        <p:sp>
          <p:nvSpPr>
            <p:cNvPr id="1620" name="Google Shape;1620;p5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 name="Google Shape;1623;p51"/>
          <p:cNvGrpSpPr/>
          <p:nvPr/>
        </p:nvGrpSpPr>
        <p:grpSpPr>
          <a:xfrm>
            <a:off x="1955962" y="2597733"/>
            <a:ext cx="965160" cy="216230"/>
            <a:chOff x="4411970" y="2468674"/>
            <a:chExt cx="747317" cy="167425"/>
          </a:xfrm>
        </p:grpSpPr>
        <p:sp>
          <p:nvSpPr>
            <p:cNvPr id="1624" name="Google Shape;1624;p5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 name="Google Shape;1626;p51"/>
          <p:cNvGrpSpPr/>
          <p:nvPr/>
        </p:nvGrpSpPr>
        <p:grpSpPr>
          <a:xfrm>
            <a:off x="954709" y="2502450"/>
            <a:ext cx="810451" cy="319148"/>
            <a:chOff x="4411970" y="3686602"/>
            <a:chExt cx="797845" cy="314215"/>
          </a:xfrm>
        </p:grpSpPr>
        <p:sp>
          <p:nvSpPr>
            <p:cNvPr id="1627" name="Google Shape;1627;p51"/>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1"/>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1"/>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1"/>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1"/>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 name="Google Shape;1632;p51"/>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3" name="Google Shape;1633;p51"/>
          <p:cNvGrpSpPr/>
          <p:nvPr/>
        </p:nvGrpSpPr>
        <p:grpSpPr>
          <a:xfrm>
            <a:off x="954806" y="2256974"/>
            <a:ext cx="1970333" cy="208784"/>
            <a:chOff x="6336019" y="3733725"/>
            <a:chExt cx="2566206" cy="351310"/>
          </a:xfrm>
        </p:grpSpPr>
        <p:sp>
          <p:nvSpPr>
            <p:cNvPr id="1634" name="Google Shape;1634;p51"/>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1"/>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1"/>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1"/>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 name="Google Shape;1638;p51"/>
          <p:cNvGrpSpPr/>
          <p:nvPr/>
        </p:nvGrpSpPr>
        <p:grpSpPr>
          <a:xfrm>
            <a:off x="1955962" y="3864529"/>
            <a:ext cx="946551" cy="153200"/>
            <a:chOff x="4404545" y="3301592"/>
            <a:chExt cx="782403" cy="129272"/>
          </a:xfrm>
        </p:grpSpPr>
        <p:sp>
          <p:nvSpPr>
            <p:cNvPr id="1639" name="Google Shape;1639;p5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1"/>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 name="Google Shape;1641;p51"/>
          <p:cNvGrpSpPr/>
          <p:nvPr/>
        </p:nvGrpSpPr>
        <p:grpSpPr>
          <a:xfrm>
            <a:off x="1955962" y="3603488"/>
            <a:ext cx="962257" cy="139127"/>
            <a:chOff x="4411970" y="3131459"/>
            <a:chExt cx="710520" cy="117397"/>
          </a:xfrm>
        </p:grpSpPr>
        <p:sp>
          <p:nvSpPr>
            <p:cNvPr id="1642" name="Google Shape;1642;p5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644" name="Google Shape;1644;p51"/>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5" name="Google Shape;1645;p51"/>
          <p:cNvGrpSpPr/>
          <p:nvPr/>
        </p:nvGrpSpPr>
        <p:grpSpPr>
          <a:xfrm>
            <a:off x="956107" y="3538282"/>
            <a:ext cx="823838" cy="458988"/>
            <a:chOff x="4411970" y="1801825"/>
            <a:chExt cx="734586" cy="409262"/>
          </a:xfrm>
        </p:grpSpPr>
        <p:sp>
          <p:nvSpPr>
            <p:cNvPr id="1646" name="Google Shape;1646;p5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 name="Google Shape;1648;p51"/>
          <p:cNvGrpSpPr/>
          <p:nvPr/>
        </p:nvGrpSpPr>
        <p:grpSpPr>
          <a:xfrm>
            <a:off x="956107" y="4086708"/>
            <a:ext cx="856348" cy="212039"/>
            <a:chOff x="4411970" y="2233974"/>
            <a:chExt cx="763574" cy="189068"/>
          </a:xfrm>
        </p:grpSpPr>
        <p:sp>
          <p:nvSpPr>
            <p:cNvPr id="1649" name="Google Shape;1649;p51"/>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1"/>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 name="Google Shape;1651;p51"/>
          <p:cNvGrpSpPr/>
          <p:nvPr/>
        </p:nvGrpSpPr>
        <p:grpSpPr>
          <a:xfrm>
            <a:off x="3066303" y="2262044"/>
            <a:ext cx="511602" cy="511602"/>
            <a:chOff x="5681300" y="2527788"/>
            <a:chExt cx="805800" cy="805800"/>
          </a:xfrm>
        </p:grpSpPr>
        <p:sp>
          <p:nvSpPr>
            <p:cNvPr id="1652" name="Google Shape;1652;p51"/>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 name="Google Shape;1654;p51"/>
          <p:cNvGrpSpPr/>
          <p:nvPr/>
        </p:nvGrpSpPr>
        <p:grpSpPr>
          <a:xfrm>
            <a:off x="3063497" y="3028627"/>
            <a:ext cx="513021" cy="512935"/>
            <a:chOff x="4049800" y="640400"/>
            <a:chExt cx="858900" cy="858900"/>
          </a:xfrm>
        </p:grpSpPr>
        <p:sp>
          <p:nvSpPr>
            <p:cNvPr id="1655" name="Google Shape;1655;p51"/>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1"/>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51"/>
          <p:cNvGrpSpPr/>
          <p:nvPr/>
        </p:nvGrpSpPr>
        <p:grpSpPr>
          <a:xfrm>
            <a:off x="2980696" y="3680519"/>
            <a:ext cx="686489" cy="686585"/>
            <a:chOff x="5080188" y="927900"/>
            <a:chExt cx="961200" cy="961200"/>
          </a:xfrm>
        </p:grpSpPr>
        <p:sp>
          <p:nvSpPr>
            <p:cNvPr id="1658" name="Google Shape;1658;p51"/>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1"/>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1"/>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1"/>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 name="Google Shape;1666;p51"/>
          <p:cNvGrpSpPr/>
          <p:nvPr/>
        </p:nvGrpSpPr>
        <p:grpSpPr>
          <a:xfrm>
            <a:off x="3763848" y="3773248"/>
            <a:ext cx="510373" cy="510937"/>
            <a:chOff x="7508249" y="1522825"/>
            <a:chExt cx="1326332" cy="1322987"/>
          </a:xfrm>
        </p:grpSpPr>
        <p:sp>
          <p:nvSpPr>
            <p:cNvPr id="1667" name="Google Shape;1667;p51"/>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1"/>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1"/>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1"/>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1"/>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1"/>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1"/>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1"/>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1"/>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1"/>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 name="Google Shape;1677;p51"/>
          <p:cNvGrpSpPr/>
          <p:nvPr/>
        </p:nvGrpSpPr>
        <p:grpSpPr>
          <a:xfrm>
            <a:off x="4455441" y="3774653"/>
            <a:ext cx="492652" cy="503348"/>
            <a:chOff x="6039282" y="1042577"/>
            <a:chExt cx="734315" cy="731929"/>
          </a:xfrm>
        </p:grpSpPr>
        <p:sp>
          <p:nvSpPr>
            <p:cNvPr id="1678" name="Google Shape;1678;p5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 name="Google Shape;1699;p51"/>
          <p:cNvGrpSpPr/>
          <p:nvPr/>
        </p:nvGrpSpPr>
        <p:grpSpPr>
          <a:xfrm>
            <a:off x="5095855" y="2270694"/>
            <a:ext cx="483304" cy="504902"/>
            <a:chOff x="1825800" y="1651625"/>
            <a:chExt cx="568125" cy="591775"/>
          </a:xfrm>
        </p:grpSpPr>
        <p:sp>
          <p:nvSpPr>
            <p:cNvPr id="1700" name="Google Shape;1700;p51"/>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1"/>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1"/>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1"/>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1"/>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6" name="Google Shape;1706;p51"/>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1"/>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1"/>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1"/>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1"/>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711" name="Google Shape;1711;p5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5" name="Shape 1715"/>
        <p:cNvGrpSpPr/>
        <p:nvPr/>
      </p:nvGrpSpPr>
      <p:grpSpPr>
        <a:xfrm>
          <a:off x="0" y="0"/>
          <a:ext cx="0" cy="0"/>
          <a:chOff x="0" y="0"/>
          <a:chExt cx="0" cy="0"/>
        </a:xfrm>
      </p:grpSpPr>
      <p:grpSp>
        <p:nvGrpSpPr>
          <p:cNvPr id="1716" name="Google Shape;1716;p52"/>
          <p:cNvGrpSpPr/>
          <p:nvPr/>
        </p:nvGrpSpPr>
        <p:grpSpPr>
          <a:xfrm>
            <a:off x="722059" y="955168"/>
            <a:ext cx="2492868" cy="1379876"/>
            <a:chOff x="2654821" y="2311071"/>
            <a:chExt cx="2279715" cy="1262120"/>
          </a:xfrm>
        </p:grpSpPr>
        <p:grpSp>
          <p:nvGrpSpPr>
            <p:cNvPr id="1717" name="Google Shape;1717;p52"/>
            <p:cNvGrpSpPr/>
            <p:nvPr/>
          </p:nvGrpSpPr>
          <p:grpSpPr>
            <a:xfrm>
              <a:off x="4034269" y="2840745"/>
              <a:ext cx="40212" cy="36437"/>
              <a:chOff x="4293400" y="2574725"/>
              <a:chExt cx="84425" cy="80100"/>
            </a:xfrm>
          </p:grpSpPr>
          <p:sp>
            <p:nvSpPr>
              <p:cNvPr id="1718" name="Google Shape;1718;p5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719" name="Google Shape;1719;p5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 name="Google Shape;1720;p52"/>
            <p:cNvGrpSpPr/>
            <p:nvPr/>
          </p:nvGrpSpPr>
          <p:grpSpPr>
            <a:xfrm>
              <a:off x="3894606" y="2334874"/>
              <a:ext cx="913198" cy="518984"/>
              <a:chOff x="4000175" y="1462675"/>
              <a:chExt cx="1917275" cy="1140875"/>
            </a:xfrm>
          </p:grpSpPr>
          <p:sp>
            <p:nvSpPr>
              <p:cNvPr id="1721" name="Google Shape;1721;p5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722" name="Google Shape;1722;p52"/>
              <p:cNvGrpSpPr/>
              <p:nvPr/>
            </p:nvGrpSpPr>
            <p:grpSpPr>
              <a:xfrm>
                <a:off x="4000175" y="1462675"/>
                <a:ext cx="1917275" cy="1140875"/>
                <a:chOff x="4000175" y="1462675"/>
                <a:chExt cx="1917275" cy="1140875"/>
              </a:xfrm>
            </p:grpSpPr>
            <p:sp>
              <p:nvSpPr>
                <p:cNvPr id="1723" name="Google Shape;1723;p5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724" name="Google Shape;1724;p5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28" name="Google Shape;1728;p5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29" name="Google Shape;1729;p52"/>
            <p:cNvGrpSpPr/>
            <p:nvPr/>
          </p:nvGrpSpPr>
          <p:grpSpPr>
            <a:xfrm>
              <a:off x="3875768" y="2846704"/>
              <a:ext cx="44796" cy="47366"/>
              <a:chOff x="3960625" y="2587825"/>
              <a:chExt cx="94050" cy="104125"/>
            </a:xfrm>
          </p:grpSpPr>
          <p:sp>
            <p:nvSpPr>
              <p:cNvPr id="1730" name="Google Shape;1730;p5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731" name="Google Shape;1731;p5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 name="Google Shape;1732;p52"/>
            <p:cNvGrpSpPr/>
            <p:nvPr/>
          </p:nvGrpSpPr>
          <p:grpSpPr>
            <a:xfrm>
              <a:off x="3782759" y="2807162"/>
              <a:ext cx="82686" cy="85487"/>
              <a:chOff x="3765350" y="2500900"/>
              <a:chExt cx="173600" cy="187925"/>
            </a:xfrm>
          </p:grpSpPr>
          <p:sp>
            <p:nvSpPr>
              <p:cNvPr id="1733" name="Google Shape;1733;p5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734" name="Google Shape;1734;p5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 name="Google Shape;1739;p52"/>
            <p:cNvGrpSpPr/>
            <p:nvPr/>
          </p:nvGrpSpPr>
          <p:grpSpPr>
            <a:xfrm>
              <a:off x="3775674" y="2798496"/>
              <a:ext cx="40545" cy="23564"/>
              <a:chOff x="3750475" y="2481850"/>
              <a:chExt cx="85125" cy="51800"/>
            </a:xfrm>
          </p:grpSpPr>
          <p:sp>
            <p:nvSpPr>
              <p:cNvPr id="1740" name="Google Shape;1740;p5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742" name="Google Shape;1742;p52"/>
            <p:cNvGrpSpPr/>
            <p:nvPr/>
          </p:nvGrpSpPr>
          <p:grpSpPr>
            <a:xfrm>
              <a:off x="3716946" y="2776024"/>
              <a:ext cx="81971" cy="76912"/>
              <a:chOff x="3627175" y="2432450"/>
              <a:chExt cx="172100" cy="169075"/>
            </a:xfrm>
          </p:grpSpPr>
          <p:sp>
            <p:nvSpPr>
              <p:cNvPr id="1743" name="Google Shape;1743;p5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745" name="Google Shape;1745;p5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746" name="Google Shape;1746;p52"/>
            <p:cNvGrpSpPr/>
            <p:nvPr/>
          </p:nvGrpSpPr>
          <p:grpSpPr>
            <a:xfrm>
              <a:off x="3685682" y="2845624"/>
              <a:ext cx="29311" cy="45055"/>
              <a:chOff x="3561536" y="2585450"/>
              <a:chExt cx="61539" cy="99045"/>
            </a:xfrm>
          </p:grpSpPr>
          <p:sp>
            <p:nvSpPr>
              <p:cNvPr id="1747" name="Google Shape;1747;p5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749" name="Google Shape;1749;p52"/>
            <p:cNvGrpSpPr/>
            <p:nvPr/>
          </p:nvGrpSpPr>
          <p:grpSpPr>
            <a:xfrm>
              <a:off x="3849905" y="2572252"/>
              <a:ext cx="74339" cy="119559"/>
              <a:chOff x="3906325" y="1984500"/>
              <a:chExt cx="156075" cy="262825"/>
            </a:xfrm>
          </p:grpSpPr>
          <p:sp>
            <p:nvSpPr>
              <p:cNvPr id="1750" name="Google Shape;1750;p5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751" name="Google Shape;1751;p5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 name="Google Shape;1752;p52"/>
            <p:cNvGrpSpPr/>
            <p:nvPr/>
          </p:nvGrpSpPr>
          <p:grpSpPr>
            <a:xfrm>
              <a:off x="2654821" y="2414345"/>
              <a:ext cx="667570" cy="558731"/>
              <a:chOff x="1397225" y="1637375"/>
              <a:chExt cx="1401575" cy="1228250"/>
            </a:xfrm>
          </p:grpSpPr>
          <p:sp>
            <p:nvSpPr>
              <p:cNvPr id="1753" name="Google Shape;1753;p5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754" name="Google Shape;1754;p52"/>
              <p:cNvGrpSpPr/>
              <p:nvPr/>
            </p:nvGrpSpPr>
            <p:grpSpPr>
              <a:xfrm>
                <a:off x="1397225" y="1637375"/>
                <a:ext cx="1398775" cy="1228250"/>
                <a:chOff x="1397225" y="1637375"/>
                <a:chExt cx="1398775" cy="1228250"/>
              </a:xfrm>
            </p:grpSpPr>
            <p:sp>
              <p:nvSpPr>
                <p:cNvPr id="1755" name="Google Shape;1755;p5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7" name="Google Shape;1757;p52"/>
            <p:cNvGrpSpPr/>
            <p:nvPr/>
          </p:nvGrpSpPr>
          <p:grpSpPr>
            <a:xfrm>
              <a:off x="3230417" y="3103734"/>
              <a:ext cx="282982" cy="280332"/>
              <a:chOff x="2605700" y="3152850"/>
              <a:chExt cx="594125" cy="616250"/>
            </a:xfrm>
          </p:grpSpPr>
          <p:sp>
            <p:nvSpPr>
              <p:cNvPr id="1758" name="Google Shape;1758;p5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759" name="Google Shape;1759;p5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760" name="Google Shape;1760;p52"/>
            <p:cNvGrpSpPr/>
            <p:nvPr/>
          </p:nvGrpSpPr>
          <p:grpSpPr>
            <a:xfrm>
              <a:off x="3265985" y="3226989"/>
              <a:ext cx="87151" cy="346202"/>
              <a:chOff x="2680375" y="3423800"/>
              <a:chExt cx="182975" cy="761050"/>
            </a:xfrm>
          </p:grpSpPr>
          <p:sp>
            <p:nvSpPr>
              <p:cNvPr id="1761" name="Google Shape;1761;p5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762" name="Google Shape;1762;p5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 name="Google Shape;1763;p52"/>
            <p:cNvGrpSpPr/>
            <p:nvPr/>
          </p:nvGrpSpPr>
          <p:grpSpPr>
            <a:xfrm>
              <a:off x="3855466" y="3289811"/>
              <a:ext cx="112514" cy="94210"/>
              <a:chOff x="3918000" y="3561900"/>
              <a:chExt cx="236225" cy="207100"/>
            </a:xfrm>
          </p:grpSpPr>
          <p:sp>
            <p:nvSpPr>
              <p:cNvPr id="1764" name="Google Shape;1764;p5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765" name="Google Shape;1765;p5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6" name="Google Shape;1766;p52"/>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2"/>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2"/>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769" name="Google Shape;1769;p52"/>
            <p:cNvGrpSpPr/>
            <p:nvPr/>
          </p:nvGrpSpPr>
          <p:grpSpPr>
            <a:xfrm>
              <a:off x="2905224" y="2311071"/>
              <a:ext cx="596721" cy="528992"/>
              <a:chOff x="1922950" y="1410350"/>
              <a:chExt cx="1252825" cy="1162875"/>
            </a:xfrm>
          </p:grpSpPr>
          <p:sp>
            <p:nvSpPr>
              <p:cNvPr id="1770" name="Google Shape;1770;p5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786" name="Google Shape;1786;p52"/>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2"/>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2"/>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2"/>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2"/>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2"/>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2"/>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2"/>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2"/>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2"/>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2"/>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2"/>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2"/>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2"/>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2"/>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2"/>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2"/>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2"/>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2"/>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2"/>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806" name="Google Shape;1806;p52"/>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807" name="Google Shape;1807;p52"/>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8" name="Google Shape;1808;p52"/>
            <p:cNvGrpSpPr/>
            <p:nvPr/>
          </p:nvGrpSpPr>
          <p:grpSpPr>
            <a:xfrm>
              <a:off x="3280929" y="3294542"/>
              <a:ext cx="109894" cy="272224"/>
              <a:chOff x="2711750" y="3572300"/>
              <a:chExt cx="230725" cy="598425"/>
            </a:xfrm>
          </p:grpSpPr>
          <p:sp>
            <p:nvSpPr>
              <p:cNvPr id="1809" name="Google Shape;1809;p5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1" name="Google Shape;1811;p52"/>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2" name="Google Shape;1812;p52"/>
            <p:cNvGrpSpPr/>
            <p:nvPr/>
          </p:nvGrpSpPr>
          <p:grpSpPr>
            <a:xfrm>
              <a:off x="3790439" y="2408636"/>
              <a:ext cx="73017" cy="75684"/>
              <a:chOff x="3781475" y="1624825"/>
              <a:chExt cx="153300" cy="166375"/>
            </a:xfrm>
          </p:grpSpPr>
          <p:sp>
            <p:nvSpPr>
              <p:cNvPr id="1813" name="Google Shape;1813;p5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7" name="Google Shape;1817;p52"/>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2"/>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2"/>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2"/>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2"/>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2"/>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2"/>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4" name="Google Shape;1824;p52"/>
            <p:cNvGrpSpPr/>
            <p:nvPr/>
          </p:nvGrpSpPr>
          <p:grpSpPr>
            <a:xfrm>
              <a:off x="4403342" y="3107749"/>
              <a:ext cx="316680" cy="101374"/>
              <a:chOff x="5068275" y="3161675"/>
              <a:chExt cx="664875" cy="222850"/>
            </a:xfrm>
          </p:grpSpPr>
          <p:sp>
            <p:nvSpPr>
              <p:cNvPr id="1825" name="Google Shape;1825;p5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9" name="Google Shape;1829;p52"/>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2"/>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2"/>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2"/>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2"/>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2"/>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2"/>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2"/>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2"/>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2"/>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2"/>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2"/>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2"/>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2"/>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2"/>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2"/>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2"/>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2"/>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2"/>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2"/>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2"/>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2"/>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2"/>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2"/>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2"/>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2"/>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2"/>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2"/>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2"/>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8" name="Google Shape;1858;p52"/>
            <p:cNvGrpSpPr/>
            <p:nvPr/>
          </p:nvGrpSpPr>
          <p:grpSpPr>
            <a:xfrm>
              <a:off x="3697513" y="2707266"/>
              <a:ext cx="59549" cy="79733"/>
              <a:chOff x="3586375" y="2281300"/>
              <a:chExt cx="125025" cy="175275"/>
            </a:xfrm>
          </p:grpSpPr>
          <p:sp>
            <p:nvSpPr>
              <p:cNvPr id="1859" name="Google Shape;1859;p5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1" name="Google Shape;1861;p52"/>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2" name="Google Shape;1862;p52"/>
            <p:cNvGrpSpPr/>
            <p:nvPr/>
          </p:nvGrpSpPr>
          <p:grpSpPr>
            <a:xfrm>
              <a:off x="4513224" y="3221724"/>
              <a:ext cx="274563" cy="280321"/>
              <a:chOff x="5298975" y="3412225"/>
              <a:chExt cx="576450" cy="616225"/>
            </a:xfrm>
          </p:grpSpPr>
          <p:sp>
            <p:nvSpPr>
              <p:cNvPr id="1863" name="Google Shape;1863;p5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864" name="Google Shape;1864;p5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 name="Google Shape;1865;p52"/>
            <p:cNvGrpSpPr/>
            <p:nvPr/>
          </p:nvGrpSpPr>
          <p:grpSpPr>
            <a:xfrm>
              <a:off x="4824403" y="3421846"/>
              <a:ext cx="110132" cy="130647"/>
              <a:chOff x="5952300" y="3852150"/>
              <a:chExt cx="231225" cy="287200"/>
            </a:xfrm>
          </p:grpSpPr>
          <p:sp>
            <p:nvSpPr>
              <p:cNvPr id="1866" name="Google Shape;1866;p5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8" name="Google Shape;1868;p52"/>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2"/>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2"/>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2"/>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2"/>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2"/>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2"/>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2"/>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6" name="Google Shape;1876;p52"/>
            <p:cNvGrpSpPr/>
            <p:nvPr/>
          </p:nvGrpSpPr>
          <p:grpSpPr>
            <a:xfrm>
              <a:off x="4295710" y="3079670"/>
              <a:ext cx="14968" cy="27135"/>
              <a:chOff x="4842300" y="3099950"/>
              <a:chExt cx="31425" cy="59650"/>
            </a:xfrm>
          </p:grpSpPr>
          <p:sp>
            <p:nvSpPr>
              <p:cNvPr id="1877" name="Google Shape;1877;p5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1" name="Google Shape;1881;p52"/>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2"/>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2"/>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2"/>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2"/>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2"/>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2"/>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2"/>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9" name="Google Shape;1889;p52"/>
            <p:cNvGrpSpPr/>
            <p:nvPr/>
          </p:nvGrpSpPr>
          <p:grpSpPr>
            <a:xfrm>
              <a:off x="3831056" y="2816010"/>
              <a:ext cx="37378" cy="27612"/>
              <a:chOff x="3866750" y="2520350"/>
              <a:chExt cx="78475" cy="60700"/>
            </a:xfrm>
          </p:grpSpPr>
          <p:sp>
            <p:nvSpPr>
              <p:cNvPr id="1890" name="Google Shape;1890;p5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4" name="Google Shape;1894;p52"/>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2"/>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2"/>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2"/>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2"/>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2"/>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2"/>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2"/>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2"/>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2"/>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2"/>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2"/>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2"/>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2"/>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2"/>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2"/>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2"/>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911" name="Google Shape;1911;p52"/>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2"/>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2"/>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2"/>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2"/>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2"/>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2"/>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2"/>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2"/>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2"/>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2"/>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2"/>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923" name="Google Shape;1923;p52"/>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2"/>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2"/>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2"/>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2"/>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2"/>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2"/>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2"/>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2"/>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2"/>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2"/>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2"/>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2"/>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6" name="Google Shape;1936;p52"/>
            <p:cNvGrpSpPr/>
            <p:nvPr/>
          </p:nvGrpSpPr>
          <p:grpSpPr>
            <a:xfrm>
              <a:off x="3632736" y="3051591"/>
              <a:ext cx="63288" cy="45217"/>
              <a:chOff x="3450375" y="3038225"/>
              <a:chExt cx="132875" cy="99400"/>
            </a:xfrm>
          </p:grpSpPr>
          <p:sp>
            <p:nvSpPr>
              <p:cNvPr id="1937" name="Google Shape;1937;p5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9" name="Google Shape;1939;p52"/>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2"/>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2"/>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2"/>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2"/>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2"/>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2"/>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2"/>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2"/>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48" name="Google Shape;1948;p52"/>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2"/>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2"/>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2"/>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2"/>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2"/>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2"/>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2"/>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2"/>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2"/>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58" name="Google Shape;1958;p52"/>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2"/>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2"/>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2"/>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2"/>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2"/>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964" name="Google Shape;1964;p52"/>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2"/>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2"/>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2"/>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2"/>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2"/>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2"/>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2"/>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 name="Google Shape;1974;p52"/>
          <p:cNvGrpSpPr/>
          <p:nvPr/>
        </p:nvGrpSpPr>
        <p:grpSpPr>
          <a:xfrm>
            <a:off x="719116" y="2850945"/>
            <a:ext cx="2622876" cy="1333540"/>
            <a:chOff x="238125" y="1038125"/>
            <a:chExt cx="7146800" cy="3633625"/>
          </a:xfrm>
        </p:grpSpPr>
        <p:sp>
          <p:nvSpPr>
            <p:cNvPr id="1975" name="Google Shape;1975;p5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7" name="Google Shape;3547;p52"/>
          <p:cNvGrpSpPr/>
          <p:nvPr/>
        </p:nvGrpSpPr>
        <p:grpSpPr>
          <a:xfrm>
            <a:off x="5834044" y="993055"/>
            <a:ext cx="2590840" cy="1380235"/>
            <a:chOff x="233350" y="949250"/>
            <a:chExt cx="7137300" cy="3802300"/>
          </a:xfrm>
        </p:grpSpPr>
        <p:sp>
          <p:nvSpPr>
            <p:cNvPr id="3548" name="Google Shape;3548;p5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9" name="Google Shape;3599;p52"/>
          <p:cNvGrpSpPr/>
          <p:nvPr/>
        </p:nvGrpSpPr>
        <p:grpSpPr>
          <a:xfrm>
            <a:off x="7648473" y="3037828"/>
            <a:ext cx="104231" cy="320340"/>
            <a:chOff x="7564426" y="3224343"/>
            <a:chExt cx="119985" cy="368801"/>
          </a:xfrm>
        </p:grpSpPr>
        <p:sp>
          <p:nvSpPr>
            <p:cNvPr id="3600" name="Google Shape;3600;p5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2" name="Google Shape;3602;p52"/>
          <p:cNvGrpSpPr/>
          <p:nvPr/>
        </p:nvGrpSpPr>
        <p:grpSpPr>
          <a:xfrm>
            <a:off x="7347962" y="3031929"/>
            <a:ext cx="189489" cy="332132"/>
            <a:chOff x="8370831" y="3202002"/>
            <a:chExt cx="218129" cy="382376"/>
          </a:xfrm>
        </p:grpSpPr>
        <p:sp>
          <p:nvSpPr>
            <p:cNvPr id="3603" name="Google Shape;3603;p5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5" name="Google Shape;3605;p52"/>
          <p:cNvGrpSpPr/>
          <p:nvPr/>
        </p:nvGrpSpPr>
        <p:grpSpPr>
          <a:xfrm>
            <a:off x="8071351" y="3443061"/>
            <a:ext cx="309429" cy="267000"/>
            <a:chOff x="6742064" y="3750480"/>
            <a:chExt cx="399315" cy="344560"/>
          </a:xfrm>
        </p:grpSpPr>
        <p:sp>
          <p:nvSpPr>
            <p:cNvPr id="3606" name="Google Shape;3606;p5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8" name="Google Shape;3608;p52"/>
          <p:cNvGrpSpPr/>
          <p:nvPr/>
        </p:nvGrpSpPr>
        <p:grpSpPr>
          <a:xfrm>
            <a:off x="7610370" y="3794109"/>
            <a:ext cx="180437" cy="281608"/>
            <a:chOff x="7248525" y="3739696"/>
            <a:chExt cx="230531" cy="359790"/>
          </a:xfrm>
        </p:grpSpPr>
        <p:sp>
          <p:nvSpPr>
            <p:cNvPr id="3609" name="Google Shape;3609;p5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1" name="Google Shape;3611;p52"/>
          <p:cNvGrpSpPr/>
          <p:nvPr/>
        </p:nvGrpSpPr>
        <p:grpSpPr>
          <a:xfrm>
            <a:off x="7856289" y="3437333"/>
            <a:ext cx="162896" cy="278710"/>
            <a:chOff x="7601242" y="3729267"/>
            <a:chExt cx="222566" cy="380803"/>
          </a:xfrm>
        </p:grpSpPr>
        <p:sp>
          <p:nvSpPr>
            <p:cNvPr id="3612" name="Google Shape;3612;p5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4" name="Google Shape;3614;p52"/>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5" name="Google Shape;3615;p52"/>
          <p:cNvGrpSpPr/>
          <p:nvPr/>
        </p:nvGrpSpPr>
        <p:grpSpPr>
          <a:xfrm>
            <a:off x="7345935" y="3438473"/>
            <a:ext cx="193543" cy="275990"/>
            <a:chOff x="8304647" y="3738687"/>
            <a:chExt cx="225076" cy="320956"/>
          </a:xfrm>
        </p:grpSpPr>
        <p:sp>
          <p:nvSpPr>
            <p:cNvPr id="3616" name="Google Shape;3616;p52"/>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 name="Google Shape;3619;p52"/>
          <p:cNvGrpSpPr/>
          <p:nvPr/>
        </p:nvGrpSpPr>
        <p:grpSpPr>
          <a:xfrm>
            <a:off x="7618427" y="3438473"/>
            <a:ext cx="178492" cy="275990"/>
            <a:chOff x="8615101" y="3738687"/>
            <a:chExt cx="207573" cy="320956"/>
          </a:xfrm>
        </p:grpSpPr>
        <p:sp>
          <p:nvSpPr>
            <p:cNvPr id="3620" name="Google Shape;3620;p52"/>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3" name="Google Shape;3623;p52"/>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4" name="Google Shape;3624;p52"/>
          <p:cNvGrpSpPr/>
          <p:nvPr/>
        </p:nvGrpSpPr>
        <p:grpSpPr>
          <a:xfrm>
            <a:off x="6013132" y="3559961"/>
            <a:ext cx="557671" cy="511283"/>
            <a:chOff x="6015419" y="3716859"/>
            <a:chExt cx="557671" cy="511283"/>
          </a:xfrm>
        </p:grpSpPr>
        <p:sp>
          <p:nvSpPr>
            <p:cNvPr id="3625" name="Google Shape;3625;p52"/>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6" name="Google Shape;3626;p52"/>
            <p:cNvGrpSpPr/>
            <p:nvPr/>
          </p:nvGrpSpPr>
          <p:grpSpPr>
            <a:xfrm>
              <a:off x="6036094" y="3716980"/>
              <a:ext cx="529860" cy="510468"/>
              <a:chOff x="6036094" y="3716980"/>
              <a:chExt cx="529860" cy="510468"/>
            </a:xfrm>
          </p:grpSpPr>
          <p:sp>
            <p:nvSpPr>
              <p:cNvPr id="3627" name="Google Shape;3627;p52"/>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2"/>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2"/>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2"/>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2"/>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2"/>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2"/>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2"/>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2"/>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2"/>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37" name="Google Shape;3637;p52"/>
          <p:cNvGrpSpPr/>
          <p:nvPr/>
        </p:nvGrpSpPr>
        <p:grpSpPr>
          <a:xfrm>
            <a:off x="6642017" y="2916730"/>
            <a:ext cx="576302" cy="511871"/>
            <a:chOff x="6644304" y="3073628"/>
            <a:chExt cx="576302" cy="511871"/>
          </a:xfrm>
        </p:grpSpPr>
        <p:sp>
          <p:nvSpPr>
            <p:cNvPr id="3638" name="Google Shape;3638;p5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9" name="Google Shape;3639;p52"/>
            <p:cNvGrpSpPr/>
            <p:nvPr/>
          </p:nvGrpSpPr>
          <p:grpSpPr>
            <a:xfrm>
              <a:off x="6712169" y="3085440"/>
              <a:ext cx="481622" cy="494913"/>
              <a:chOff x="6712169" y="3085440"/>
              <a:chExt cx="481622" cy="494913"/>
            </a:xfrm>
          </p:grpSpPr>
          <p:sp>
            <p:nvSpPr>
              <p:cNvPr id="3640" name="Google Shape;3640;p52"/>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2"/>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2"/>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2"/>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2"/>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5" name="Google Shape;3645;p52"/>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2"/>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2"/>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8" name="Google Shape;3648;p52"/>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9" name="Google Shape;3649;p52"/>
          <p:cNvGrpSpPr/>
          <p:nvPr/>
        </p:nvGrpSpPr>
        <p:grpSpPr>
          <a:xfrm>
            <a:off x="6649868" y="3559725"/>
            <a:ext cx="560631" cy="511352"/>
            <a:chOff x="6652154" y="3716623"/>
            <a:chExt cx="560631" cy="511352"/>
          </a:xfrm>
        </p:grpSpPr>
        <p:sp>
          <p:nvSpPr>
            <p:cNvPr id="3650" name="Google Shape;3650;p52"/>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1" name="Google Shape;3651;p52"/>
            <p:cNvGrpSpPr/>
            <p:nvPr/>
          </p:nvGrpSpPr>
          <p:grpSpPr>
            <a:xfrm>
              <a:off x="6669657" y="3716715"/>
              <a:ext cx="466779" cy="464290"/>
              <a:chOff x="6669657" y="3716715"/>
              <a:chExt cx="466779" cy="464290"/>
            </a:xfrm>
          </p:grpSpPr>
          <p:sp>
            <p:nvSpPr>
              <p:cNvPr id="3652" name="Google Shape;3652;p52"/>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2"/>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2"/>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2"/>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2"/>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2"/>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2"/>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2"/>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2"/>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2"/>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2"/>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2"/>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2"/>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65" name="Google Shape;3665;p52"/>
          <p:cNvGrpSpPr/>
          <p:nvPr/>
        </p:nvGrpSpPr>
        <p:grpSpPr>
          <a:xfrm>
            <a:off x="7843959" y="3841134"/>
            <a:ext cx="187557" cy="187557"/>
            <a:chOff x="8565775" y="671075"/>
            <a:chExt cx="441000" cy="441000"/>
          </a:xfrm>
        </p:grpSpPr>
        <p:sp>
          <p:nvSpPr>
            <p:cNvPr id="3666" name="Google Shape;3666;p52"/>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2"/>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8" name="Google Shape;3668;p52"/>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2"/>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0" name="Google Shape;3670;p52"/>
          <p:cNvGrpSpPr/>
          <p:nvPr/>
        </p:nvGrpSpPr>
        <p:grpSpPr>
          <a:xfrm>
            <a:off x="5997814" y="2919352"/>
            <a:ext cx="587871" cy="512373"/>
            <a:chOff x="6000100" y="3076250"/>
            <a:chExt cx="587871" cy="512373"/>
          </a:xfrm>
        </p:grpSpPr>
        <p:sp>
          <p:nvSpPr>
            <p:cNvPr id="3671" name="Google Shape;3671;p52"/>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2" name="Google Shape;3672;p52"/>
            <p:cNvGrpSpPr/>
            <p:nvPr/>
          </p:nvGrpSpPr>
          <p:grpSpPr>
            <a:xfrm>
              <a:off x="6031360" y="3076713"/>
              <a:ext cx="539107" cy="480965"/>
              <a:chOff x="6031360" y="3076713"/>
              <a:chExt cx="539107" cy="480965"/>
            </a:xfrm>
          </p:grpSpPr>
          <p:sp>
            <p:nvSpPr>
              <p:cNvPr id="3673" name="Google Shape;3673;p52"/>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2"/>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2"/>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2"/>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2"/>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2"/>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2"/>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80" name="Google Shape;3680;p52"/>
          <p:cNvGrpSpPr/>
          <p:nvPr/>
        </p:nvGrpSpPr>
        <p:grpSpPr>
          <a:xfrm>
            <a:off x="3369305" y="938716"/>
            <a:ext cx="2310381" cy="1488888"/>
            <a:chOff x="229225" y="549050"/>
            <a:chExt cx="7161750" cy="4615275"/>
          </a:xfrm>
        </p:grpSpPr>
        <p:sp>
          <p:nvSpPr>
            <p:cNvPr id="3681" name="Google Shape;3681;p52"/>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2"/>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2"/>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2"/>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2"/>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2"/>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2"/>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2"/>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2"/>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2"/>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2"/>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2"/>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2"/>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2"/>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2"/>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2"/>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2"/>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2"/>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2"/>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2"/>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2"/>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2"/>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2"/>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2"/>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2"/>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2"/>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2"/>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2"/>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2"/>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2"/>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2"/>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2"/>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2"/>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2"/>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2"/>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2"/>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2"/>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2"/>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2"/>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2"/>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2"/>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2"/>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2"/>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2"/>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2"/>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2"/>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2"/>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2"/>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2"/>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2"/>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2"/>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2"/>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2"/>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2"/>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2"/>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2"/>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2"/>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2"/>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2"/>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2"/>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2"/>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2"/>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2"/>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2"/>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2"/>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2"/>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2"/>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2"/>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2"/>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2"/>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2"/>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2"/>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2"/>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2"/>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2"/>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2"/>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2"/>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2"/>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2"/>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2"/>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2"/>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2"/>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2"/>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2"/>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2"/>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2"/>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2"/>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2"/>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2"/>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2"/>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2"/>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2"/>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2"/>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2"/>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2"/>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2"/>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2"/>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2"/>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2"/>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2"/>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2"/>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2"/>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2"/>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2"/>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2"/>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2"/>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2"/>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2"/>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2"/>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2"/>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2"/>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2"/>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2"/>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2"/>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2"/>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2"/>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2"/>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8" name="Google Shape;3798;p52"/>
          <p:cNvGrpSpPr/>
          <p:nvPr/>
        </p:nvGrpSpPr>
        <p:grpSpPr>
          <a:xfrm>
            <a:off x="3514723" y="2830563"/>
            <a:ext cx="2310282" cy="1374222"/>
            <a:chOff x="238125" y="732525"/>
            <a:chExt cx="7130500" cy="4241425"/>
          </a:xfrm>
        </p:grpSpPr>
        <p:sp>
          <p:nvSpPr>
            <p:cNvPr id="3799" name="Google Shape;3799;p52"/>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2"/>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2"/>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2"/>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2"/>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2"/>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2"/>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2"/>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2"/>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2"/>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2"/>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2"/>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2"/>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2"/>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2"/>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2"/>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2"/>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2"/>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2"/>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2"/>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2"/>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2"/>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2"/>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2"/>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2"/>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2"/>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2"/>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2"/>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2"/>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2"/>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2"/>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2"/>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2"/>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2"/>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2"/>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2"/>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2"/>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2"/>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2"/>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2"/>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2"/>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2"/>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2"/>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2"/>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2"/>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2"/>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2"/>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2"/>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2"/>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2"/>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2"/>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2"/>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2"/>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2"/>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2"/>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2"/>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2"/>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2"/>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2"/>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2"/>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2"/>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2"/>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2"/>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2"/>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2"/>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2"/>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2"/>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2"/>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2"/>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2"/>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2"/>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2"/>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2"/>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2"/>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2"/>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2"/>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2"/>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2"/>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2"/>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2"/>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2"/>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2"/>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2"/>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2"/>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2"/>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2"/>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2"/>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2"/>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2"/>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2"/>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2"/>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2"/>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2"/>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2"/>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2"/>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2"/>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2"/>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2"/>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2"/>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2"/>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2"/>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2"/>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2"/>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2"/>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2"/>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2"/>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2"/>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2"/>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2"/>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2"/>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2"/>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2"/>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2"/>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2"/>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6" name="Shape 3916"/>
        <p:cNvGrpSpPr/>
        <p:nvPr/>
      </p:nvGrpSpPr>
      <p:grpSpPr>
        <a:xfrm>
          <a:off x="0" y="0"/>
          <a:ext cx="0" cy="0"/>
          <a:chOff x="0" y="0"/>
          <a:chExt cx="0" cy="0"/>
        </a:xfrm>
      </p:grpSpPr>
      <p:grpSp>
        <p:nvGrpSpPr>
          <p:cNvPr id="3917" name="Google Shape;3917;p53"/>
          <p:cNvGrpSpPr/>
          <p:nvPr/>
        </p:nvGrpSpPr>
        <p:grpSpPr>
          <a:xfrm>
            <a:off x="725414" y="969763"/>
            <a:ext cx="2507799" cy="206239"/>
            <a:chOff x="106648" y="895722"/>
            <a:chExt cx="4481413" cy="374300"/>
          </a:xfrm>
        </p:grpSpPr>
        <p:grpSp>
          <p:nvGrpSpPr>
            <p:cNvPr id="3918" name="Google Shape;3918;p53"/>
            <p:cNvGrpSpPr/>
            <p:nvPr/>
          </p:nvGrpSpPr>
          <p:grpSpPr>
            <a:xfrm>
              <a:off x="2233276" y="895722"/>
              <a:ext cx="1082667" cy="223591"/>
              <a:chOff x="4808316" y="2800065"/>
              <a:chExt cx="1999386" cy="412910"/>
            </a:xfrm>
          </p:grpSpPr>
          <p:sp>
            <p:nvSpPr>
              <p:cNvPr id="3919" name="Google Shape;3919;p53"/>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0" name="Google Shape;3920;p53"/>
              <p:cNvGrpSpPr/>
              <p:nvPr/>
            </p:nvGrpSpPr>
            <p:grpSpPr>
              <a:xfrm>
                <a:off x="4808316" y="2800065"/>
                <a:ext cx="92400" cy="411825"/>
                <a:chOff x="845575" y="2563700"/>
                <a:chExt cx="92400" cy="411825"/>
              </a:xfrm>
            </p:grpSpPr>
            <p:cxnSp>
              <p:nvCxnSpPr>
                <p:cNvPr id="3921" name="Google Shape;3921;p5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922" name="Google Shape;3922;p5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23" name="Google Shape;3923;p53"/>
            <p:cNvGrpSpPr/>
            <p:nvPr/>
          </p:nvGrpSpPr>
          <p:grpSpPr>
            <a:xfrm>
              <a:off x="106648" y="895722"/>
              <a:ext cx="1088401" cy="223591"/>
              <a:chOff x="881025" y="2800065"/>
              <a:chExt cx="2009975" cy="412910"/>
            </a:xfrm>
          </p:grpSpPr>
          <p:sp>
            <p:nvSpPr>
              <p:cNvPr id="3924" name="Google Shape;3924;p53"/>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5" name="Google Shape;3925;p53"/>
              <p:cNvGrpSpPr/>
              <p:nvPr/>
            </p:nvGrpSpPr>
            <p:grpSpPr>
              <a:xfrm>
                <a:off x="881025" y="2800065"/>
                <a:ext cx="92400" cy="411825"/>
                <a:chOff x="845575" y="2563700"/>
                <a:chExt cx="92400" cy="411825"/>
              </a:xfrm>
            </p:grpSpPr>
            <p:cxnSp>
              <p:nvCxnSpPr>
                <p:cNvPr id="3926" name="Google Shape;3926;p5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927" name="Google Shape;3927;p5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28" name="Google Shape;3928;p53"/>
            <p:cNvGrpSpPr/>
            <p:nvPr/>
          </p:nvGrpSpPr>
          <p:grpSpPr>
            <a:xfrm>
              <a:off x="1172346" y="1047018"/>
              <a:ext cx="1083151" cy="223003"/>
              <a:chOff x="2849073" y="3079467"/>
              <a:chExt cx="2000279" cy="411825"/>
            </a:xfrm>
          </p:grpSpPr>
          <p:sp>
            <p:nvSpPr>
              <p:cNvPr id="3929" name="Google Shape;3929;p53"/>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0" name="Google Shape;3930;p53"/>
              <p:cNvGrpSpPr/>
              <p:nvPr/>
            </p:nvGrpSpPr>
            <p:grpSpPr>
              <a:xfrm rot="10800000">
                <a:off x="2849073" y="3079467"/>
                <a:ext cx="92400" cy="411825"/>
                <a:chOff x="2070100" y="2563700"/>
                <a:chExt cx="92400" cy="411825"/>
              </a:xfrm>
            </p:grpSpPr>
            <p:cxnSp>
              <p:nvCxnSpPr>
                <p:cNvPr id="3931" name="Google Shape;3931;p5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932" name="Google Shape;3932;p5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3" name="Google Shape;3933;p53"/>
            <p:cNvGrpSpPr/>
            <p:nvPr/>
          </p:nvGrpSpPr>
          <p:grpSpPr>
            <a:xfrm>
              <a:off x="3290132" y="1047018"/>
              <a:ext cx="1297929" cy="223003"/>
              <a:chOff x="6760035" y="3079467"/>
              <a:chExt cx="2396914" cy="411825"/>
            </a:xfrm>
          </p:grpSpPr>
          <p:sp>
            <p:nvSpPr>
              <p:cNvPr id="3934" name="Google Shape;3934;p53"/>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5" name="Google Shape;3935;p53"/>
              <p:cNvGrpSpPr/>
              <p:nvPr/>
            </p:nvGrpSpPr>
            <p:grpSpPr>
              <a:xfrm rot="10800000">
                <a:off x="6760035" y="3079467"/>
                <a:ext cx="92400" cy="411825"/>
                <a:chOff x="2070100" y="2563700"/>
                <a:chExt cx="92400" cy="411825"/>
              </a:xfrm>
            </p:grpSpPr>
            <p:cxnSp>
              <p:nvCxnSpPr>
                <p:cNvPr id="3936" name="Google Shape;3936;p5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937" name="Google Shape;3937;p5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38" name="Google Shape;3938;p53"/>
          <p:cNvGrpSpPr/>
          <p:nvPr/>
        </p:nvGrpSpPr>
        <p:grpSpPr>
          <a:xfrm>
            <a:off x="2143176" y="3369134"/>
            <a:ext cx="1086701" cy="799429"/>
            <a:chOff x="2183288" y="3555572"/>
            <a:chExt cx="1136241" cy="835873"/>
          </a:xfrm>
        </p:grpSpPr>
        <p:sp>
          <p:nvSpPr>
            <p:cNvPr id="3939" name="Google Shape;3939;p53"/>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0" name="Google Shape;3940;p53"/>
            <p:cNvGrpSpPr/>
            <p:nvPr/>
          </p:nvGrpSpPr>
          <p:grpSpPr>
            <a:xfrm>
              <a:off x="2205895" y="3637269"/>
              <a:ext cx="1089848" cy="724993"/>
              <a:chOff x="2205895" y="3637269"/>
              <a:chExt cx="1089848" cy="724993"/>
            </a:xfrm>
          </p:grpSpPr>
          <p:sp>
            <p:nvSpPr>
              <p:cNvPr id="3941" name="Google Shape;3941;p53"/>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3"/>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3"/>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3"/>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3"/>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3"/>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7" name="Google Shape;3947;p53"/>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48" name="Google Shape;3948;p53"/>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949" name="Google Shape;3949;p53"/>
            <p:cNvGrpSpPr/>
            <p:nvPr/>
          </p:nvGrpSpPr>
          <p:grpSpPr>
            <a:xfrm>
              <a:off x="3173850" y="3779426"/>
              <a:ext cx="145679" cy="70048"/>
              <a:chOff x="3173850" y="3779426"/>
              <a:chExt cx="145679" cy="70048"/>
            </a:xfrm>
          </p:grpSpPr>
          <p:cxnSp>
            <p:nvCxnSpPr>
              <p:cNvPr id="3950" name="Google Shape;3950;p53"/>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951" name="Google Shape;3951;p53"/>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2" name="Google Shape;3952;p53"/>
            <p:cNvGrpSpPr/>
            <p:nvPr/>
          </p:nvGrpSpPr>
          <p:grpSpPr>
            <a:xfrm>
              <a:off x="2183288" y="4139483"/>
              <a:ext cx="145133" cy="70048"/>
              <a:chOff x="2183288" y="4139483"/>
              <a:chExt cx="145133" cy="70048"/>
            </a:xfrm>
          </p:grpSpPr>
          <p:cxnSp>
            <p:nvCxnSpPr>
              <p:cNvPr id="3953" name="Google Shape;3953;p53"/>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954" name="Google Shape;3954;p53"/>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5" name="Google Shape;3955;p53"/>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56" name="Google Shape;3956;p53"/>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957" name="Google Shape;3957;p53"/>
            <p:cNvGrpSpPr/>
            <p:nvPr/>
          </p:nvGrpSpPr>
          <p:grpSpPr>
            <a:xfrm>
              <a:off x="2943836" y="4268886"/>
              <a:ext cx="60717" cy="122559"/>
              <a:chOff x="2943836" y="4268886"/>
              <a:chExt cx="60717" cy="122559"/>
            </a:xfrm>
          </p:grpSpPr>
          <p:sp>
            <p:nvSpPr>
              <p:cNvPr id="3958" name="Google Shape;3958;p53"/>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59" name="Google Shape;3959;p53"/>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960" name="Google Shape;3960;p53"/>
          <p:cNvGrpSpPr/>
          <p:nvPr/>
        </p:nvGrpSpPr>
        <p:grpSpPr>
          <a:xfrm>
            <a:off x="3406121" y="1290134"/>
            <a:ext cx="1675870" cy="758251"/>
            <a:chOff x="3530532" y="1496185"/>
            <a:chExt cx="1562000" cy="706730"/>
          </a:xfrm>
        </p:grpSpPr>
        <p:cxnSp>
          <p:nvCxnSpPr>
            <p:cNvPr id="3961" name="Google Shape;3961;p53"/>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962" name="Google Shape;3962;p53"/>
            <p:cNvGrpSpPr/>
            <p:nvPr/>
          </p:nvGrpSpPr>
          <p:grpSpPr>
            <a:xfrm>
              <a:off x="3530532" y="1496185"/>
              <a:ext cx="323430" cy="463587"/>
              <a:chOff x="3530532" y="1496185"/>
              <a:chExt cx="323430" cy="463587"/>
            </a:xfrm>
          </p:grpSpPr>
          <p:grpSp>
            <p:nvGrpSpPr>
              <p:cNvPr id="3963" name="Google Shape;3963;p53"/>
              <p:cNvGrpSpPr/>
              <p:nvPr/>
            </p:nvGrpSpPr>
            <p:grpSpPr>
              <a:xfrm>
                <a:off x="3567462" y="1496185"/>
                <a:ext cx="286500" cy="361376"/>
                <a:chOff x="3567462" y="1496185"/>
                <a:chExt cx="286500" cy="361376"/>
              </a:xfrm>
            </p:grpSpPr>
            <p:cxnSp>
              <p:nvCxnSpPr>
                <p:cNvPr id="3964" name="Google Shape;3964;p53"/>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965" name="Google Shape;3965;p53"/>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6" name="Google Shape;3966;p53"/>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7" name="Google Shape;3967;p53"/>
            <p:cNvGrpSpPr/>
            <p:nvPr/>
          </p:nvGrpSpPr>
          <p:grpSpPr>
            <a:xfrm>
              <a:off x="3891569" y="1779209"/>
              <a:ext cx="323945" cy="423706"/>
              <a:chOff x="3891569" y="1779209"/>
              <a:chExt cx="323945" cy="423706"/>
            </a:xfrm>
          </p:grpSpPr>
          <p:grpSp>
            <p:nvGrpSpPr>
              <p:cNvPr id="3968" name="Google Shape;3968;p53"/>
              <p:cNvGrpSpPr/>
              <p:nvPr/>
            </p:nvGrpSpPr>
            <p:grpSpPr>
              <a:xfrm>
                <a:off x="3929014" y="1881638"/>
                <a:ext cx="286500" cy="321278"/>
                <a:chOff x="3929014" y="1881638"/>
                <a:chExt cx="286500" cy="321278"/>
              </a:xfrm>
            </p:grpSpPr>
            <p:cxnSp>
              <p:nvCxnSpPr>
                <p:cNvPr id="3969" name="Google Shape;3969;p53"/>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970" name="Google Shape;3970;p53"/>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1" name="Google Shape;3971;p53"/>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2" name="Google Shape;3972;p53"/>
            <p:cNvGrpSpPr/>
            <p:nvPr/>
          </p:nvGrpSpPr>
          <p:grpSpPr>
            <a:xfrm>
              <a:off x="4252606" y="1496185"/>
              <a:ext cx="324721" cy="463587"/>
              <a:chOff x="4252606" y="1496185"/>
              <a:chExt cx="324721" cy="463587"/>
            </a:xfrm>
          </p:grpSpPr>
          <p:grpSp>
            <p:nvGrpSpPr>
              <p:cNvPr id="3973" name="Google Shape;3973;p53"/>
              <p:cNvGrpSpPr/>
              <p:nvPr/>
            </p:nvGrpSpPr>
            <p:grpSpPr>
              <a:xfrm>
                <a:off x="4290828" y="1496185"/>
                <a:ext cx="286500" cy="361376"/>
                <a:chOff x="4290828" y="1496185"/>
                <a:chExt cx="286500" cy="361376"/>
              </a:xfrm>
            </p:grpSpPr>
            <p:cxnSp>
              <p:nvCxnSpPr>
                <p:cNvPr id="3974" name="Google Shape;3974;p53"/>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975" name="Google Shape;3975;p53"/>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6" name="Google Shape;3976;p53"/>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7" name="Google Shape;3977;p53"/>
            <p:cNvGrpSpPr/>
            <p:nvPr/>
          </p:nvGrpSpPr>
          <p:grpSpPr>
            <a:xfrm>
              <a:off x="4613643" y="1763716"/>
              <a:ext cx="325308" cy="439200"/>
              <a:chOff x="4613643" y="1763716"/>
              <a:chExt cx="325308" cy="439200"/>
            </a:xfrm>
          </p:grpSpPr>
          <p:grpSp>
            <p:nvGrpSpPr>
              <p:cNvPr id="3978" name="Google Shape;3978;p53"/>
              <p:cNvGrpSpPr/>
              <p:nvPr/>
            </p:nvGrpSpPr>
            <p:grpSpPr>
              <a:xfrm>
                <a:off x="4652451" y="1879538"/>
                <a:ext cx="286500" cy="323378"/>
                <a:chOff x="4652451" y="1879538"/>
                <a:chExt cx="286500" cy="323378"/>
              </a:xfrm>
            </p:grpSpPr>
            <p:cxnSp>
              <p:nvCxnSpPr>
                <p:cNvPr id="3979" name="Google Shape;3979;p53"/>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980" name="Google Shape;3980;p53"/>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1" name="Google Shape;3981;p53"/>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82" name="Google Shape;3982;p53"/>
          <p:cNvGrpSpPr/>
          <p:nvPr/>
        </p:nvGrpSpPr>
        <p:grpSpPr>
          <a:xfrm>
            <a:off x="3417981" y="2143759"/>
            <a:ext cx="1652173" cy="391517"/>
            <a:chOff x="3512551" y="2358270"/>
            <a:chExt cx="1597383" cy="378533"/>
          </a:xfrm>
        </p:grpSpPr>
        <p:cxnSp>
          <p:nvCxnSpPr>
            <p:cNvPr id="3983" name="Google Shape;3983;p53"/>
            <p:cNvCxnSpPr>
              <a:stCxn id="3984" idx="6"/>
              <a:endCxn id="398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986" name="Google Shape;3986;p53"/>
            <p:cNvGrpSpPr/>
            <p:nvPr/>
          </p:nvGrpSpPr>
          <p:grpSpPr>
            <a:xfrm>
              <a:off x="3512551" y="2358270"/>
              <a:ext cx="225647" cy="307714"/>
              <a:chOff x="2182679" y="2004714"/>
              <a:chExt cx="792300" cy="1080458"/>
            </a:xfrm>
          </p:grpSpPr>
          <p:cxnSp>
            <p:nvCxnSpPr>
              <p:cNvPr id="3987" name="Google Shape;3987;p53"/>
              <p:cNvCxnSpPr>
                <a:stCxn id="398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984" name="Google Shape;3984;p53"/>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3"/>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9" name="Google Shape;3989;p53"/>
            <p:cNvGrpSpPr/>
            <p:nvPr/>
          </p:nvGrpSpPr>
          <p:grpSpPr>
            <a:xfrm>
              <a:off x="3969644" y="2440153"/>
              <a:ext cx="225853" cy="296651"/>
              <a:chOff x="3775710" y="1729289"/>
              <a:chExt cx="136500" cy="179289"/>
            </a:xfrm>
          </p:grpSpPr>
          <p:cxnSp>
            <p:nvCxnSpPr>
              <p:cNvPr id="3990" name="Google Shape;3990;p53"/>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991" name="Google Shape;3991;p53"/>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3"/>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3" name="Google Shape;3993;p53"/>
            <p:cNvGrpSpPr/>
            <p:nvPr/>
          </p:nvGrpSpPr>
          <p:grpSpPr>
            <a:xfrm>
              <a:off x="4427051" y="2358270"/>
              <a:ext cx="225647" cy="307714"/>
              <a:chOff x="5393704" y="2004714"/>
              <a:chExt cx="792300" cy="1080458"/>
            </a:xfrm>
          </p:grpSpPr>
          <p:cxnSp>
            <p:nvCxnSpPr>
              <p:cNvPr id="3994" name="Google Shape;3994;p53"/>
              <p:cNvCxnSpPr>
                <a:stCxn id="399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996" name="Google Shape;3996;p53"/>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3"/>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7" name="Google Shape;3997;p53"/>
            <p:cNvGrpSpPr/>
            <p:nvPr/>
          </p:nvGrpSpPr>
          <p:grpSpPr>
            <a:xfrm>
              <a:off x="4884287" y="2440252"/>
              <a:ext cx="225647" cy="296532"/>
              <a:chOff x="6999166" y="2292572"/>
              <a:chExt cx="792300" cy="1041192"/>
            </a:xfrm>
          </p:grpSpPr>
          <p:cxnSp>
            <p:nvCxnSpPr>
              <p:cNvPr id="3998" name="Google Shape;3998;p53"/>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985" name="Google Shape;3985;p53"/>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3"/>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0" name="Google Shape;4000;p53"/>
          <p:cNvGrpSpPr/>
          <p:nvPr/>
        </p:nvGrpSpPr>
        <p:grpSpPr>
          <a:xfrm>
            <a:off x="6838789" y="979959"/>
            <a:ext cx="1581844" cy="732818"/>
            <a:chOff x="634175" y="2986275"/>
            <a:chExt cx="3147949" cy="1458344"/>
          </a:xfrm>
        </p:grpSpPr>
        <p:cxnSp>
          <p:nvCxnSpPr>
            <p:cNvPr id="4001" name="Google Shape;4001;p53"/>
            <p:cNvCxnSpPr>
              <a:stCxn id="4002" idx="4"/>
              <a:endCxn id="400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004" name="Google Shape;4004;p53"/>
            <p:cNvCxnSpPr>
              <a:stCxn id="4003" idx="0"/>
              <a:endCxn id="400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006" name="Google Shape;4006;p53"/>
            <p:cNvCxnSpPr>
              <a:stCxn id="4005" idx="4"/>
              <a:endCxn id="400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008" name="Google Shape;4008;p53"/>
            <p:cNvCxnSpPr>
              <a:stCxn id="4007" idx="0"/>
              <a:endCxn id="400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009" name="Google Shape;4009;p53"/>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005" name="Google Shape;4005;p53"/>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002" name="Google Shape;4002;p53"/>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007" name="Google Shape;4007;p53"/>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003" name="Google Shape;4003;p53"/>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010" name="Google Shape;4010;p53"/>
          <p:cNvGrpSpPr/>
          <p:nvPr/>
        </p:nvGrpSpPr>
        <p:grpSpPr>
          <a:xfrm>
            <a:off x="3406504" y="2674269"/>
            <a:ext cx="1675128" cy="313674"/>
            <a:chOff x="998425" y="1182125"/>
            <a:chExt cx="1065400" cy="199500"/>
          </a:xfrm>
        </p:grpSpPr>
        <p:sp>
          <p:nvSpPr>
            <p:cNvPr id="4011" name="Google Shape;4011;p5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6" name="Google Shape;4016;p53"/>
          <p:cNvGrpSpPr/>
          <p:nvPr/>
        </p:nvGrpSpPr>
        <p:grpSpPr>
          <a:xfrm>
            <a:off x="3406503" y="3630235"/>
            <a:ext cx="1675129" cy="525345"/>
            <a:chOff x="5194708" y="3484366"/>
            <a:chExt cx="3148148" cy="987304"/>
          </a:xfrm>
        </p:grpSpPr>
        <p:grpSp>
          <p:nvGrpSpPr>
            <p:cNvPr id="4017" name="Google Shape;4017;p53"/>
            <p:cNvGrpSpPr/>
            <p:nvPr/>
          </p:nvGrpSpPr>
          <p:grpSpPr>
            <a:xfrm>
              <a:off x="7531521" y="3484366"/>
              <a:ext cx="811335" cy="987304"/>
              <a:chOff x="3379425" y="1617275"/>
              <a:chExt cx="1090650" cy="1327200"/>
            </a:xfrm>
          </p:grpSpPr>
          <p:sp>
            <p:nvSpPr>
              <p:cNvPr id="4018" name="Google Shape;4018;p5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1" name="Google Shape;4021;p53"/>
            <p:cNvGrpSpPr/>
            <p:nvPr/>
          </p:nvGrpSpPr>
          <p:grpSpPr>
            <a:xfrm>
              <a:off x="6752546" y="3484366"/>
              <a:ext cx="811428" cy="987304"/>
              <a:chOff x="2332275" y="1617275"/>
              <a:chExt cx="1090775" cy="1327200"/>
            </a:xfrm>
          </p:grpSpPr>
          <p:sp>
            <p:nvSpPr>
              <p:cNvPr id="4022" name="Google Shape;4022;p5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 name="Google Shape;4025;p53"/>
            <p:cNvGrpSpPr/>
            <p:nvPr/>
          </p:nvGrpSpPr>
          <p:grpSpPr>
            <a:xfrm>
              <a:off x="5973664" y="3484366"/>
              <a:ext cx="811335" cy="987304"/>
              <a:chOff x="1285250" y="1617275"/>
              <a:chExt cx="1090650" cy="1327200"/>
            </a:xfrm>
          </p:grpSpPr>
          <p:sp>
            <p:nvSpPr>
              <p:cNvPr id="4026" name="Google Shape;4026;p5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9" name="Google Shape;4029;p53"/>
            <p:cNvGrpSpPr/>
            <p:nvPr/>
          </p:nvGrpSpPr>
          <p:grpSpPr>
            <a:xfrm>
              <a:off x="5194708" y="3484366"/>
              <a:ext cx="811409" cy="987304"/>
              <a:chOff x="238125" y="1617275"/>
              <a:chExt cx="1090750" cy="1327200"/>
            </a:xfrm>
          </p:grpSpPr>
          <p:sp>
            <p:nvSpPr>
              <p:cNvPr id="4030" name="Google Shape;4030;p5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33" name="Google Shape;4033;p53"/>
          <p:cNvGrpSpPr/>
          <p:nvPr/>
        </p:nvGrpSpPr>
        <p:grpSpPr>
          <a:xfrm>
            <a:off x="6840188" y="2276124"/>
            <a:ext cx="1579046" cy="522230"/>
            <a:chOff x="6853641" y="2534077"/>
            <a:chExt cx="1515545" cy="501229"/>
          </a:xfrm>
        </p:grpSpPr>
        <p:grpSp>
          <p:nvGrpSpPr>
            <p:cNvPr id="4034" name="Google Shape;4034;p53"/>
            <p:cNvGrpSpPr/>
            <p:nvPr/>
          </p:nvGrpSpPr>
          <p:grpSpPr>
            <a:xfrm>
              <a:off x="6853641" y="2618923"/>
              <a:ext cx="1515545" cy="324556"/>
              <a:chOff x="6853641" y="2618923"/>
              <a:chExt cx="1515545" cy="324556"/>
            </a:xfrm>
          </p:grpSpPr>
          <p:sp>
            <p:nvSpPr>
              <p:cNvPr id="4035" name="Google Shape;4035;p53"/>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3"/>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3"/>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3"/>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3"/>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0" name="Google Shape;4040;p53"/>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3"/>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3"/>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3"/>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3"/>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5" name="Google Shape;4045;p53"/>
          <p:cNvGrpSpPr/>
          <p:nvPr/>
        </p:nvGrpSpPr>
        <p:grpSpPr>
          <a:xfrm>
            <a:off x="3435080" y="3151165"/>
            <a:ext cx="1617976" cy="346616"/>
            <a:chOff x="1808063" y="4294338"/>
            <a:chExt cx="3370782" cy="721817"/>
          </a:xfrm>
        </p:grpSpPr>
        <p:sp>
          <p:nvSpPr>
            <p:cNvPr id="4046" name="Google Shape;4046;p5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53"/>
          <p:cNvGrpSpPr/>
          <p:nvPr/>
        </p:nvGrpSpPr>
        <p:grpSpPr>
          <a:xfrm>
            <a:off x="5261076" y="3817915"/>
            <a:ext cx="1417067" cy="350605"/>
            <a:chOff x="4234950" y="2101012"/>
            <a:chExt cx="4219974" cy="1044090"/>
          </a:xfrm>
        </p:grpSpPr>
        <p:sp>
          <p:nvSpPr>
            <p:cNvPr id="4057" name="Google Shape;4057;p53"/>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3"/>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3"/>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3"/>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3"/>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3"/>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3"/>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3"/>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3"/>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3"/>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3"/>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3"/>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3"/>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3"/>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3"/>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3"/>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3" name="Google Shape;4073;p53"/>
          <p:cNvGrpSpPr/>
          <p:nvPr/>
        </p:nvGrpSpPr>
        <p:grpSpPr>
          <a:xfrm>
            <a:off x="6836548" y="1808672"/>
            <a:ext cx="1586327" cy="371557"/>
            <a:chOff x="1247650" y="2075423"/>
            <a:chExt cx="6648477" cy="1557238"/>
          </a:xfrm>
        </p:grpSpPr>
        <p:sp>
          <p:nvSpPr>
            <p:cNvPr id="4074" name="Google Shape;4074;p5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53"/>
          <p:cNvGrpSpPr/>
          <p:nvPr/>
        </p:nvGrpSpPr>
        <p:grpSpPr>
          <a:xfrm>
            <a:off x="5267818" y="961862"/>
            <a:ext cx="1415601" cy="1648533"/>
            <a:chOff x="1839112" y="2209163"/>
            <a:chExt cx="1918159" cy="2233784"/>
          </a:xfrm>
        </p:grpSpPr>
        <p:sp>
          <p:nvSpPr>
            <p:cNvPr id="4081" name="Google Shape;4081;p53"/>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3"/>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3"/>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84" name="Google Shape;4084;p53"/>
            <p:cNvCxnSpPr>
              <a:stCxn id="4081" idx="6"/>
              <a:endCxn id="408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085" name="Google Shape;4085;p53"/>
            <p:cNvCxnSpPr>
              <a:stCxn id="4082" idx="4"/>
              <a:endCxn id="408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087" name="Google Shape;4087;p53"/>
            <p:cNvCxnSpPr>
              <a:stCxn id="4086" idx="6"/>
              <a:endCxn id="408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088" name="Google Shape;4088;p53"/>
            <p:cNvCxnSpPr>
              <a:stCxn id="4083" idx="4"/>
              <a:endCxn id="408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086" name="Google Shape;4086;p53"/>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3"/>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3"/>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91" name="Google Shape;4091;p53"/>
            <p:cNvCxnSpPr>
              <a:endCxn id="409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092" name="Google Shape;4092;p53"/>
          <p:cNvGrpSpPr/>
          <p:nvPr/>
        </p:nvGrpSpPr>
        <p:grpSpPr>
          <a:xfrm>
            <a:off x="3425084" y="979946"/>
            <a:ext cx="1637968" cy="154942"/>
            <a:chOff x="238125" y="2506075"/>
            <a:chExt cx="7115411" cy="673075"/>
          </a:xfrm>
        </p:grpSpPr>
        <p:sp>
          <p:nvSpPr>
            <p:cNvPr id="4093" name="Google Shape;4093;p5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 name="Google Shape;4098;p53"/>
          <p:cNvGrpSpPr/>
          <p:nvPr/>
        </p:nvGrpSpPr>
        <p:grpSpPr>
          <a:xfrm>
            <a:off x="1965820" y="1294664"/>
            <a:ext cx="1262932" cy="785408"/>
            <a:chOff x="548861" y="389676"/>
            <a:chExt cx="3843371" cy="2390163"/>
          </a:xfrm>
        </p:grpSpPr>
        <p:cxnSp>
          <p:nvCxnSpPr>
            <p:cNvPr id="4099" name="Google Shape;4099;p53"/>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100" name="Google Shape;4100;p53"/>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101" name="Google Shape;4101;p53"/>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102" name="Google Shape;4102;p53"/>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103" name="Google Shape;4103;p53"/>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104" name="Google Shape;4104;p53"/>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05" name="Google Shape;4105;p53"/>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106" name="Google Shape;4106;p53"/>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3"/>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3"/>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3"/>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3"/>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3"/>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 name="Google Shape;4112;p53"/>
          <p:cNvGrpSpPr/>
          <p:nvPr/>
        </p:nvGrpSpPr>
        <p:grpSpPr>
          <a:xfrm>
            <a:off x="753952" y="2401541"/>
            <a:ext cx="1412054" cy="633562"/>
            <a:chOff x="1187400" y="2529299"/>
            <a:chExt cx="6769193" cy="2241903"/>
          </a:xfrm>
        </p:grpSpPr>
        <p:sp>
          <p:nvSpPr>
            <p:cNvPr id="4113" name="Google Shape;4113;p53"/>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114" name="Google Shape;4114;p53"/>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115" name="Google Shape;4115;p53"/>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116" name="Google Shape;4116;p53"/>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117" name="Google Shape;4117;p53"/>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118" name="Google Shape;4118;p53"/>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119" name="Google Shape;4119;p53"/>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120" name="Google Shape;4120;p53"/>
            <p:cNvCxnSpPr>
              <a:stCxn id="4113" idx="2"/>
              <a:endCxn id="411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121" name="Google Shape;4121;p53"/>
            <p:cNvCxnSpPr>
              <a:stCxn id="4115" idx="0"/>
              <a:endCxn id="411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122" name="Google Shape;4122;p53"/>
            <p:cNvCxnSpPr>
              <a:stCxn id="4115" idx="2"/>
              <a:endCxn id="411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123" name="Google Shape;4123;p53"/>
            <p:cNvCxnSpPr>
              <a:stCxn id="4116" idx="0"/>
              <a:endCxn id="411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124" name="Google Shape;4124;p53"/>
            <p:cNvCxnSpPr>
              <a:stCxn id="4114" idx="2"/>
              <a:endCxn id="411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125" name="Google Shape;4125;p53"/>
            <p:cNvCxnSpPr>
              <a:stCxn id="4118" idx="0"/>
              <a:endCxn id="411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126" name="Google Shape;4126;p53"/>
          <p:cNvGrpSpPr/>
          <p:nvPr/>
        </p:nvGrpSpPr>
        <p:grpSpPr>
          <a:xfrm>
            <a:off x="6840198" y="2894250"/>
            <a:ext cx="1579035" cy="540873"/>
            <a:chOff x="6895650" y="3126697"/>
            <a:chExt cx="1436662" cy="492105"/>
          </a:xfrm>
        </p:grpSpPr>
        <p:sp>
          <p:nvSpPr>
            <p:cNvPr id="4127" name="Google Shape;4127;p53"/>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3"/>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3"/>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3"/>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3"/>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2" name="Google Shape;4132;p53"/>
            <p:cNvGrpSpPr/>
            <p:nvPr/>
          </p:nvGrpSpPr>
          <p:grpSpPr>
            <a:xfrm>
              <a:off x="6995957" y="3335810"/>
              <a:ext cx="1230393" cy="71754"/>
              <a:chOff x="6995957" y="3287964"/>
              <a:chExt cx="1230393" cy="71754"/>
            </a:xfrm>
          </p:grpSpPr>
          <p:sp>
            <p:nvSpPr>
              <p:cNvPr id="4133" name="Google Shape;4133;p53"/>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3"/>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3"/>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3"/>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3"/>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38" name="Google Shape;4138;p53"/>
          <p:cNvGrpSpPr/>
          <p:nvPr/>
        </p:nvGrpSpPr>
        <p:grpSpPr>
          <a:xfrm>
            <a:off x="6838780" y="3531013"/>
            <a:ext cx="1581862" cy="650625"/>
            <a:chOff x="6777990" y="3710194"/>
            <a:chExt cx="1646915" cy="677382"/>
          </a:xfrm>
        </p:grpSpPr>
        <p:grpSp>
          <p:nvGrpSpPr>
            <p:cNvPr id="4139" name="Google Shape;4139;p53"/>
            <p:cNvGrpSpPr/>
            <p:nvPr/>
          </p:nvGrpSpPr>
          <p:grpSpPr>
            <a:xfrm>
              <a:off x="6777990" y="3874492"/>
              <a:ext cx="411129" cy="513083"/>
              <a:chOff x="6777990" y="3874492"/>
              <a:chExt cx="411129" cy="513083"/>
            </a:xfrm>
          </p:grpSpPr>
          <p:cxnSp>
            <p:nvCxnSpPr>
              <p:cNvPr id="4140" name="Google Shape;4140;p53"/>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141" name="Google Shape;4141;p53"/>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2" name="Google Shape;4142;p53"/>
            <p:cNvGrpSpPr/>
            <p:nvPr/>
          </p:nvGrpSpPr>
          <p:grpSpPr>
            <a:xfrm>
              <a:off x="7188425" y="3710194"/>
              <a:ext cx="411123" cy="520535"/>
              <a:chOff x="7188425" y="3710194"/>
              <a:chExt cx="411123" cy="520535"/>
            </a:xfrm>
          </p:grpSpPr>
          <p:cxnSp>
            <p:nvCxnSpPr>
              <p:cNvPr id="4143" name="Google Shape;4143;p53"/>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144" name="Google Shape;4144;p53"/>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5" name="Google Shape;4145;p53"/>
            <p:cNvGrpSpPr/>
            <p:nvPr/>
          </p:nvGrpSpPr>
          <p:grpSpPr>
            <a:xfrm>
              <a:off x="7603341" y="3874492"/>
              <a:ext cx="411474" cy="513083"/>
              <a:chOff x="7603341" y="3874492"/>
              <a:chExt cx="411474" cy="513083"/>
            </a:xfrm>
          </p:grpSpPr>
          <p:cxnSp>
            <p:nvCxnSpPr>
              <p:cNvPr id="4146" name="Google Shape;4146;p53"/>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147" name="Google Shape;4147;p53"/>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8" name="Google Shape;4148;p53"/>
            <p:cNvGrpSpPr/>
            <p:nvPr/>
          </p:nvGrpSpPr>
          <p:grpSpPr>
            <a:xfrm>
              <a:off x="8013776" y="3722847"/>
              <a:ext cx="411129" cy="507881"/>
              <a:chOff x="8013776" y="3722847"/>
              <a:chExt cx="411129" cy="507881"/>
            </a:xfrm>
          </p:grpSpPr>
          <p:cxnSp>
            <p:nvCxnSpPr>
              <p:cNvPr id="4149" name="Google Shape;4149;p53"/>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150" name="Google Shape;4150;p53"/>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51" name="Google Shape;4151;p53"/>
          <p:cNvGrpSpPr/>
          <p:nvPr/>
        </p:nvGrpSpPr>
        <p:grpSpPr>
          <a:xfrm>
            <a:off x="5258295" y="2703853"/>
            <a:ext cx="1421889" cy="1020603"/>
            <a:chOff x="5190863" y="2824811"/>
            <a:chExt cx="1544860" cy="1108869"/>
          </a:xfrm>
        </p:grpSpPr>
        <p:grpSp>
          <p:nvGrpSpPr>
            <p:cNvPr id="4152" name="Google Shape;4152;p53"/>
            <p:cNvGrpSpPr/>
            <p:nvPr/>
          </p:nvGrpSpPr>
          <p:grpSpPr>
            <a:xfrm>
              <a:off x="5938695" y="3176919"/>
              <a:ext cx="685761" cy="404739"/>
              <a:chOff x="5938695" y="3176919"/>
              <a:chExt cx="685761" cy="404739"/>
            </a:xfrm>
          </p:grpSpPr>
          <p:grpSp>
            <p:nvGrpSpPr>
              <p:cNvPr id="4153" name="Google Shape;4153;p53"/>
              <p:cNvGrpSpPr/>
              <p:nvPr/>
            </p:nvGrpSpPr>
            <p:grpSpPr>
              <a:xfrm>
                <a:off x="5938695" y="3176919"/>
                <a:ext cx="685761" cy="404739"/>
                <a:chOff x="5938695" y="3176919"/>
                <a:chExt cx="685761" cy="404739"/>
              </a:xfrm>
            </p:grpSpPr>
            <p:sp>
              <p:nvSpPr>
                <p:cNvPr id="4154" name="Google Shape;4154;p53"/>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3"/>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6" name="Google Shape;4156;p53"/>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53"/>
            <p:cNvGrpSpPr/>
            <p:nvPr/>
          </p:nvGrpSpPr>
          <p:grpSpPr>
            <a:xfrm>
              <a:off x="5305233" y="3176835"/>
              <a:ext cx="685971" cy="404655"/>
              <a:chOff x="5305233" y="3176835"/>
              <a:chExt cx="685971" cy="404655"/>
            </a:xfrm>
          </p:grpSpPr>
          <p:grpSp>
            <p:nvGrpSpPr>
              <p:cNvPr id="4158" name="Google Shape;4158;p53"/>
              <p:cNvGrpSpPr/>
              <p:nvPr/>
            </p:nvGrpSpPr>
            <p:grpSpPr>
              <a:xfrm>
                <a:off x="5305233" y="3176835"/>
                <a:ext cx="685971" cy="404655"/>
                <a:chOff x="5305233" y="3176835"/>
                <a:chExt cx="685971" cy="404655"/>
              </a:xfrm>
            </p:grpSpPr>
            <p:sp>
              <p:nvSpPr>
                <p:cNvPr id="4159" name="Google Shape;4159;p53"/>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3"/>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1" name="Google Shape;4161;p53"/>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2" name="Google Shape;4162;p53"/>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3" name="Google Shape;4163;p53"/>
            <p:cNvGrpSpPr/>
            <p:nvPr/>
          </p:nvGrpSpPr>
          <p:grpSpPr>
            <a:xfrm>
              <a:off x="5657361" y="2824811"/>
              <a:ext cx="1078361" cy="404655"/>
              <a:chOff x="5657361" y="2824811"/>
              <a:chExt cx="1078361" cy="404655"/>
            </a:xfrm>
          </p:grpSpPr>
          <p:grpSp>
            <p:nvGrpSpPr>
              <p:cNvPr id="4164" name="Google Shape;4164;p53"/>
              <p:cNvGrpSpPr/>
              <p:nvPr/>
            </p:nvGrpSpPr>
            <p:grpSpPr>
              <a:xfrm>
                <a:off x="5657361" y="2824811"/>
                <a:ext cx="1078361" cy="404655"/>
                <a:chOff x="5657361" y="2824811"/>
                <a:chExt cx="1078361" cy="404655"/>
              </a:xfrm>
            </p:grpSpPr>
            <p:grpSp>
              <p:nvGrpSpPr>
                <p:cNvPr id="4165" name="Google Shape;4165;p53"/>
                <p:cNvGrpSpPr/>
                <p:nvPr/>
              </p:nvGrpSpPr>
              <p:grpSpPr>
                <a:xfrm>
                  <a:off x="5938485" y="2824811"/>
                  <a:ext cx="797237" cy="404655"/>
                  <a:chOff x="5938485" y="2824811"/>
                  <a:chExt cx="797237" cy="404655"/>
                </a:xfrm>
              </p:grpSpPr>
              <p:sp>
                <p:nvSpPr>
                  <p:cNvPr id="4166" name="Google Shape;4166;p53"/>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3"/>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8" name="Google Shape;4168;p53"/>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9" name="Google Shape;4169;p53"/>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53"/>
            <p:cNvGrpSpPr/>
            <p:nvPr/>
          </p:nvGrpSpPr>
          <p:grpSpPr>
            <a:xfrm>
              <a:off x="5190863" y="3528942"/>
              <a:ext cx="1078026" cy="404739"/>
              <a:chOff x="5190863" y="3528942"/>
              <a:chExt cx="1078026" cy="404739"/>
            </a:xfrm>
          </p:grpSpPr>
          <p:sp>
            <p:nvSpPr>
              <p:cNvPr id="4171" name="Google Shape;4171;p53"/>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2" name="Google Shape;4172;p53"/>
              <p:cNvGrpSpPr/>
              <p:nvPr/>
            </p:nvGrpSpPr>
            <p:grpSpPr>
              <a:xfrm>
                <a:off x="5190863" y="3528942"/>
                <a:ext cx="1078026" cy="404739"/>
                <a:chOff x="5190863" y="3528942"/>
                <a:chExt cx="1078026" cy="404739"/>
              </a:xfrm>
            </p:grpSpPr>
            <p:sp>
              <p:nvSpPr>
                <p:cNvPr id="4173" name="Google Shape;4173;p53"/>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3"/>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75" name="Google Shape;4175;p53"/>
          <p:cNvGrpSpPr/>
          <p:nvPr/>
        </p:nvGrpSpPr>
        <p:grpSpPr>
          <a:xfrm>
            <a:off x="724302" y="1268321"/>
            <a:ext cx="1086719" cy="879487"/>
            <a:chOff x="803162" y="1474292"/>
            <a:chExt cx="1086719" cy="879487"/>
          </a:xfrm>
        </p:grpSpPr>
        <p:grpSp>
          <p:nvGrpSpPr>
            <p:cNvPr id="4176" name="Google Shape;4176;p53"/>
            <p:cNvGrpSpPr/>
            <p:nvPr/>
          </p:nvGrpSpPr>
          <p:grpSpPr>
            <a:xfrm>
              <a:off x="803162" y="1625948"/>
              <a:ext cx="445856" cy="576579"/>
              <a:chOff x="803162" y="1625948"/>
              <a:chExt cx="445856" cy="576579"/>
            </a:xfrm>
          </p:grpSpPr>
          <p:sp>
            <p:nvSpPr>
              <p:cNvPr id="4177" name="Google Shape;4177;p53"/>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8" name="Google Shape;4178;p53"/>
              <p:cNvGrpSpPr/>
              <p:nvPr/>
            </p:nvGrpSpPr>
            <p:grpSpPr>
              <a:xfrm>
                <a:off x="1056023" y="1625948"/>
                <a:ext cx="192995" cy="576579"/>
                <a:chOff x="1056023" y="1625948"/>
                <a:chExt cx="192995" cy="576579"/>
              </a:xfrm>
            </p:grpSpPr>
            <p:sp>
              <p:nvSpPr>
                <p:cNvPr id="4179" name="Google Shape;4179;p53"/>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3"/>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3"/>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3"/>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3"/>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84" name="Google Shape;4184;p53"/>
            <p:cNvGrpSpPr/>
            <p:nvPr/>
          </p:nvGrpSpPr>
          <p:grpSpPr>
            <a:xfrm>
              <a:off x="1371406" y="1474292"/>
              <a:ext cx="518475" cy="879487"/>
              <a:chOff x="1398231" y="1474292"/>
              <a:chExt cx="518475" cy="879487"/>
            </a:xfrm>
          </p:grpSpPr>
          <p:grpSp>
            <p:nvGrpSpPr>
              <p:cNvPr id="4185" name="Google Shape;4185;p53"/>
              <p:cNvGrpSpPr/>
              <p:nvPr/>
            </p:nvGrpSpPr>
            <p:grpSpPr>
              <a:xfrm>
                <a:off x="1398231" y="1474292"/>
                <a:ext cx="518475" cy="341643"/>
                <a:chOff x="1398231" y="1474292"/>
                <a:chExt cx="518475" cy="341643"/>
              </a:xfrm>
            </p:grpSpPr>
            <p:sp>
              <p:nvSpPr>
                <p:cNvPr id="4186" name="Google Shape;4186;p53"/>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7" name="Google Shape;4187;p53"/>
                <p:cNvGrpSpPr/>
                <p:nvPr/>
              </p:nvGrpSpPr>
              <p:grpSpPr>
                <a:xfrm>
                  <a:off x="1616453" y="1474292"/>
                  <a:ext cx="300253" cy="341643"/>
                  <a:chOff x="1616453" y="1475379"/>
                  <a:chExt cx="300253" cy="341643"/>
                </a:xfrm>
              </p:grpSpPr>
              <p:sp>
                <p:nvSpPr>
                  <p:cNvPr id="4188" name="Google Shape;4188;p53"/>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3"/>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3"/>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3"/>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3"/>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3"/>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3"/>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5" name="Google Shape;4195;p53"/>
                  <p:cNvGrpSpPr/>
                  <p:nvPr/>
                </p:nvGrpSpPr>
                <p:grpSpPr>
                  <a:xfrm>
                    <a:off x="1839639" y="1475379"/>
                    <a:ext cx="77067" cy="341643"/>
                    <a:chOff x="1839639" y="1475379"/>
                    <a:chExt cx="77067" cy="341643"/>
                  </a:xfrm>
                </p:grpSpPr>
                <p:sp>
                  <p:nvSpPr>
                    <p:cNvPr id="4196" name="Google Shape;4196;p53"/>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3"/>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98" name="Google Shape;4198;p53"/>
              <p:cNvGrpSpPr/>
              <p:nvPr/>
            </p:nvGrpSpPr>
            <p:grpSpPr>
              <a:xfrm>
                <a:off x="1398451" y="2012951"/>
                <a:ext cx="518255" cy="340828"/>
                <a:chOff x="1398451" y="2012951"/>
                <a:chExt cx="518255" cy="340828"/>
              </a:xfrm>
            </p:grpSpPr>
            <p:sp>
              <p:nvSpPr>
                <p:cNvPr id="4199" name="Google Shape;4199;p53"/>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0" name="Google Shape;4200;p53"/>
                <p:cNvGrpSpPr/>
                <p:nvPr/>
              </p:nvGrpSpPr>
              <p:grpSpPr>
                <a:xfrm>
                  <a:off x="1616453" y="2012951"/>
                  <a:ext cx="300253" cy="340828"/>
                  <a:chOff x="1616453" y="2013538"/>
                  <a:chExt cx="300253" cy="340828"/>
                </a:xfrm>
              </p:grpSpPr>
              <p:sp>
                <p:nvSpPr>
                  <p:cNvPr id="4201" name="Google Shape;4201;p53"/>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3"/>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3"/>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3"/>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3"/>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3"/>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3"/>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8" name="Google Shape;4208;p53"/>
                  <p:cNvGrpSpPr/>
                  <p:nvPr/>
                </p:nvGrpSpPr>
                <p:grpSpPr>
                  <a:xfrm>
                    <a:off x="1839639" y="2013538"/>
                    <a:ext cx="77067" cy="340828"/>
                    <a:chOff x="1839639" y="2013538"/>
                    <a:chExt cx="77067" cy="340828"/>
                  </a:xfrm>
                </p:grpSpPr>
                <p:sp>
                  <p:nvSpPr>
                    <p:cNvPr id="4209" name="Google Shape;4209;p53"/>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3"/>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211" name="Google Shape;4211;p53"/>
          <p:cNvGrpSpPr/>
          <p:nvPr/>
        </p:nvGrpSpPr>
        <p:grpSpPr>
          <a:xfrm>
            <a:off x="721126" y="3399508"/>
            <a:ext cx="1368681" cy="682918"/>
            <a:chOff x="724986" y="3605478"/>
            <a:chExt cx="1368681" cy="682918"/>
          </a:xfrm>
        </p:grpSpPr>
        <p:grpSp>
          <p:nvGrpSpPr>
            <p:cNvPr id="4212" name="Google Shape;4212;p53"/>
            <p:cNvGrpSpPr/>
            <p:nvPr/>
          </p:nvGrpSpPr>
          <p:grpSpPr>
            <a:xfrm>
              <a:off x="1289102" y="3823629"/>
              <a:ext cx="240442" cy="250435"/>
              <a:chOff x="-165066" y="3843615"/>
              <a:chExt cx="221259" cy="230455"/>
            </a:xfrm>
          </p:grpSpPr>
          <p:sp>
            <p:nvSpPr>
              <p:cNvPr id="4213" name="Google Shape;4213;p53"/>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3"/>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3"/>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3"/>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3"/>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3"/>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3"/>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3"/>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3"/>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3"/>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3"/>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3"/>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3"/>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3"/>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3"/>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3"/>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3"/>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3"/>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3"/>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3"/>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3" name="Google Shape;4233;p53"/>
            <p:cNvGrpSpPr/>
            <p:nvPr/>
          </p:nvGrpSpPr>
          <p:grpSpPr>
            <a:xfrm>
              <a:off x="724986" y="3605478"/>
              <a:ext cx="1368681" cy="682918"/>
              <a:chOff x="724986" y="3605478"/>
              <a:chExt cx="1368681" cy="682918"/>
            </a:xfrm>
          </p:grpSpPr>
          <p:grpSp>
            <p:nvGrpSpPr>
              <p:cNvPr id="4234" name="Google Shape;4234;p53"/>
              <p:cNvGrpSpPr/>
              <p:nvPr/>
            </p:nvGrpSpPr>
            <p:grpSpPr>
              <a:xfrm>
                <a:off x="1498221" y="4047614"/>
                <a:ext cx="529172" cy="240783"/>
                <a:chOff x="1498221" y="4047614"/>
                <a:chExt cx="529172" cy="240783"/>
              </a:xfrm>
            </p:grpSpPr>
            <p:grpSp>
              <p:nvGrpSpPr>
                <p:cNvPr id="4235" name="Google Shape;4235;p53"/>
                <p:cNvGrpSpPr/>
                <p:nvPr/>
              </p:nvGrpSpPr>
              <p:grpSpPr>
                <a:xfrm>
                  <a:off x="1826655" y="4224370"/>
                  <a:ext cx="200738" cy="25631"/>
                  <a:chOff x="1826655" y="4224370"/>
                  <a:chExt cx="200738" cy="25631"/>
                </a:xfrm>
              </p:grpSpPr>
              <p:sp>
                <p:nvSpPr>
                  <p:cNvPr id="4236" name="Google Shape;4236;p53"/>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3"/>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53"/>
                <p:cNvGrpSpPr/>
                <p:nvPr/>
              </p:nvGrpSpPr>
              <p:grpSpPr>
                <a:xfrm>
                  <a:off x="1498221" y="4047614"/>
                  <a:ext cx="328444" cy="240783"/>
                  <a:chOff x="1498221" y="4047614"/>
                  <a:chExt cx="328444" cy="240783"/>
                </a:xfrm>
              </p:grpSpPr>
              <p:sp>
                <p:nvSpPr>
                  <p:cNvPr id="4239" name="Google Shape;4239;p53"/>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0" name="Google Shape;4240;p53"/>
                  <p:cNvGrpSpPr/>
                  <p:nvPr/>
                </p:nvGrpSpPr>
                <p:grpSpPr>
                  <a:xfrm>
                    <a:off x="1498221" y="4047614"/>
                    <a:ext cx="150566" cy="190416"/>
                    <a:chOff x="1498221" y="4047614"/>
                    <a:chExt cx="150566" cy="190416"/>
                  </a:xfrm>
                </p:grpSpPr>
                <p:sp>
                  <p:nvSpPr>
                    <p:cNvPr id="4241" name="Google Shape;4241;p53"/>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3"/>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43" name="Google Shape;4243;p53"/>
              <p:cNvGrpSpPr/>
              <p:nvPr/>
            </p:nvGrpSpPr>
            <p:grpSpPr>
              <a:xfrm>
                <a:off x="1560718" y="3800594"/>
                <a:ext cx="532948" cy="302090"/>
                <a:chOff x="1560718" y="3800594"/>
                <a:chExt cx="532948" cy="302090"/>
              </a:xfrm>
            </p:grpSpPr>
            <p:grpSp>
              <p:nvGrpSpPr>
                <p:cNvPr id="4244" name="Google Shape;4244;p53"/>
                <p:cNvGrpSpPr/>
                <p:nvPr/>
              </p:nvGrpSpPr>
              <p:grpSpPr>
                <a:xfrm>
                  <a:off x="1912179" y="3827344"/>
                  <a:ext cx="181487" cy="25631"/>
                  <a:chOff x="1912179" y="3827344"/>
                  <a:chExt cx="181487" cy="25631"/>
                </a:xfrm>
              </p:grpSpPr>
              <p:sp>
                <p:nvSpPr>
                  <p:cNvPr id="4245" name="Google Shape;4245;p53"/>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3"/>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53"/>
                <p:cNvGrpSpPr/>
                <p:nvPr/>
              </p:nvGrpSpPr>
              <p:grpSpPr>
                <a:xfrm>
                  <a:off x="1912179" y="4044505"/>
                  <a:ext cx="181487" cy="25622"/>
                  <a:chOff x="1912179" y="4044506"/>
                  <a:chExt cx="181487" cy="25622"/>
                </a:xfrm>
              </p:grpSpPr>
              <p:sp>
                <p:nvSpPr>
                  <p:cNvPr id="4248" name="Google Shape;4248;p53"/>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3"/>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53"/>
                <p:cNvGrpSpPr/>
                <p:nvPr/>
              </p:nvGrpSpPr>
              <p:grpSpPr>
                <a:xfrm>
                  <a:off x="1560718" y="3800594"/>
                  <a:ext cx="351472" cy="302090"/>
                  <a:chOff x="1560718" y="3800594"/>
                  <a:chExt cx="351472" cy="302090"/>
                </a:xfrm>
              </p:grpSpPr>
              <p:grpSp>
                <p:nvGrpSpPr>
                  <p:cNvPr id="4251" name="Google Shape;4251;p53"/>
                  <p:cNvGrpSpPr/>
                  <p:nvPr/>
                </p:nvGrpSpPr>
                <p:grpSpPr>
                  <a:xfrm>
                    <a:off x="1560718" y="3842857"/>
                    <a:ext cx="173586" cy="217131"/>
                    <a:chOff x="1560718" y="3842857"/>
                    <a:chExt cx="173586" cy="217131"/>
                  </a:xfrm>
                </p:grpSpPr>
                <p:sp>
                  <p:nvSpPr>
                    <p:cNvPr id="4252" name="Google Shape;4252;p53"/>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3"/>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3"/>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5" name="Google Shape;4255;p53"/>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3"/>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57" name="Google Shape;4257;p53"/>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8" name="Google Shape;4258;p53"/>
              <p:cNvGrpSpPr/>
              <p:nvPr/>
            </p:nvGrpSpPr>
            <p:grpSpPr>
              <a:xfrm>
                <a:off x="785350" y="3605478"/>
                <a:ext cx="535311" cy="249245"/>
                <a:chOff x="785350" y="3605478"/>
                <a:chExt cx="535311" cy="249245"/>
              </a:xfrm>
            </p:grpSpPr>
            <p:grpSp>
              <p:nvGrpSpPr>
                <p:cNvPr id="4259" name="Google Shape;4259;p53"/>
                <p:cNvGrpSpPr/>
                <p:nvPr/>
              </p:nvGrpSpPr>
              <p:grpSpPr>
                <a:xfrm>
                  <a:off x="785350" y="3605478"/>
                  <a:ext cx="376191" cy="102736"/>
                  <a:chOff x="785350" y="3605478"/>
                  <a:chExt cx="376191" cy="102736"/>
                </a:xfrm>
              </p:grpSpPr>
              <p:sp>
                <p:nvSpPr>
                  <p:cNvPr id="4260" name="Google Shape;4260;p53"/>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3"/>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3"/>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3" name="Google Shape;4263;p53"/>
                <p:cNvGrpSpPr/>
                <p:nvPr/>
              </p:nvGrpSpPr>
              <p:grpSpPr>
                <a:xfrm>
                  <a:off x="1161530" y="3655851"/>
                  <a:ext cx="159131" cy="198872"/>
                  <a:chOff x="1161530" y="3655851"/>
                  <a:chExt cx="159131" cy="198872"/>
                </a:xfrm>
              </p:grpSpPr>
              <p:sp>
                <p:nvSpPr>
                  <p:cNvPr id="4264" name="Google Shape;4264;p53"/>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3"/>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6" name="Google Shape;4266;p53"/>
              <p:cNvGrpSpPr/>
              <p:nvPr/>
            </p:nvGrpSpPr>
            <p:grpSpPr>
              <a:xfrm>
                <a:off x="785350" y="4047614"/>
                <a:ext cx="535311" cy="240783"/>
                <a:chOff x="785350" y="4047614"/>
                <a:chExt cx="535311" cy="240783"/>
              </a:xfrm>
            </p:grpSpPr>
            <p:grpSp>
              <p:nvGrpSpPr>
                <p:cNvPr id="4267" name="Google Shape;4267;p53"/>
                <p:cNvGrpSpPr/>
                <p:nvPr/>
              </p:nvGrpSpPr>
              <p:grpSpPr>
                <a:xfrm>
                  <a:off x="1161636" y="4047614"/>
                  <a:ext cx="159025" cy="190415"/>
                  <a:chOff x="1161636" y="4047614"/>
                  <a:chExt cx="159025" cy="190415"/>
                </a:xfrm>
              </p:grpSpPr>
              <p:sp>
                <p:nvSpPr>
                  <p:cNvPr id="4268" name="Google Shape;4268;p53"/>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3"/>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53"/>
                <p:cNvGrpSpPr/>
                <p:nvPr/>
              </p:nvGrpSpPr>
              <p:grpSpPr>
                <a:xfrm>
                  <a:off x="785350" y="4185661"/>
                  <a:ext cx="376191" cy="102736"/>
                  <a:chOff x="785350" y="4185661"/>
                  <a:chExt cx="376191" cy="102736"/>
                </a:xfrm>
              </p:grpSpPr>
              <p:sp>
                <p:nvSpPr>
                  <p:cNvPr id="4271" name="Google Shape;4271;p53"/>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3"/>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3"/>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4" name="Google Shape;4274;p53"/>
              <p:cNvGrpSpPr/>
              <p:nvPr/>
            </p:nvGrpSpPr>
            <p:grpSpPr>
              <a:xfrm>
                <a:off x="1501054" y="3605478"/>
                <a:ext cx="526340" cy="249240"/>
                <a:chOff x="1501054" y="3605478"/>
                <a:chExt cx="526340" cy="249240"/>
              </a:xfrm>
            </p:grpSpPr>
            <p:grpSp>
              <p:nvGrpSpPr>
                <p:cNvPr id="4275" name="Google Shape;4275;p53"/>
                <p:cNvGrpSpPr/>
                <p:nvPr/>
              </p:nvGrpSpPr>
              <p:grpSpPr>
                <a:xfrm>
                  <a:off x="1834208" y="3643867"/>
                  <a:ext cx="193185" cy="25622"/>
                  <a:chOff x="1834208" y="3643867"/>
                  <a:chExt cx="193185" cy="25622"/>
                </a:xfrm>
              </p:grpSpPr>
              <p:sp>
                <p:nvSpPr>
                  <p:cNvPr id="4276" name="Google Shape;4276;p53"/>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3"/>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8" name="Google Shape;4278;p53"/>
                <p:cNvGrpSpPr/>
                <p:nvPr/>
              </p:nvGrpSpPr>
              <p:grpSpPr>
                <a:xfrm>
                  <a:off x="1501054" y="3605478"/>
                  <a:ext cx="333165" cy="249240"/>
                  <a:chOff x="1501054" y="3605478"/>
                  <a:chExt cx="333165" cy="249240"/>
                </a:xfrm>
              </p:grpSpPr>
              <p:sp>
                <p:nvSpPr>
                  <p:cNvPr id="4279" name="Google Shape;4279;p53"/>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0" name="Google Shape;4280;p53"/>
                  <p:cNvGrpSpPr/>
                  <p:nvPr/>
                </p:nvGrpSpPr>
                <p:grpSpPr>
                  <a:xfrm>
                    <a:off x="1501054" y="3655851"/>
                    <a:ext cx="155286" cy="198867"/>
                    <a:chOff x="1501054" y="3655851"/>
                    <a:chExt cx="155286" cy="198867"/>
                  </a:xfrm>
                </p:grpSpPr>
                <p:sp>
                  <p:nvSpPr>
                    <p:cNvPr id="4281" name="Google Shape;4281;p53"/>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3"/>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83" name="Google Shape;4283;p53"/>
              <p:cNvGrpSpPr/>
              <p:nvPr/>
            </p:nvGrpSpPr>
            <p:grpSpPr>
              <a:xfrm>
                <a:off x="724986" y="3800594"/>
                <a:ext cx="532950" cy="302090"/>
                <a:chOff x="724986" y="3800594"/>
                <a:chExt cx="532950" cy="302090"/>
              </a:xfrm>
            </p:grpSpPr>
            <p:grpSp>
              <p:nvGrpSpPr>
                <p:cNvPr id="4284" name="Google Shape;4284;p53"/>
                <p:cNvGrpSpPr/>
                <p:nvPr/>
              </p:nvGrpSpPr>
              <p:grpSpPr>
                <a:xfrm>
                  <a:off x="724986" y="4044367"/>
                  <a:ext cx="181314" cy="25626"/>
                  <a:chOff x="724986" y="4044367"/>
                  <a:chExt cx="181314" cy="25626"/>
                </a:xfrm>
              </p:grpSpPr>
              <p:sp>
                <p:nvSpPr>
                  <p:cNvPr id="4285" name="Google Shape;4285;p53"/>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3"/>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53"/>
                <p:cNvGrpSpPr/>
                <p:nvPr/>
              </p:nvGrpSpPr>
              <p:grpSpPr>
                <a:xfrm>
                  <a:off x="906290" y="3800594"/>
                  <a:ext cx="351646" cy="302090"/>
                  <a:chOff x="906290" y="3800594"/>
                  <a:chExt cx="351646" cy="302090"/>
                </a:xfrm>
              </p:grpSpPr>
              <p:grpSp>
                <p:nvGrpSpPr>
                  <p:cNvPr id="4288" name="Google Shape;4288;p53"/>
                  <p:cNvGrpSpPr/>
                  <p:nvPr/>
                </p:nvGrpSpPr>
                <p:grpSpPr>
                  <a:xfrm>
                    <a:off x="1084172" y="3842857"/>
                    <a:ext cx="173764" cy="217131"/>
                    <a:chOff x="1084172" y="3842857"/>
                    <a:chExt cx="173764" cy="217131"/>
                  </a:xfrm>
                </p:grpSpPr>
                <p:grpSp>
                  <p:nvGrpSpPr>
                    <p:cNvPr id="4289" name="Google Shape;4289;p53"/>
                    <p:cNvGrpSpPr/>
                    <p:nvPr/>
                  </p:nvGrpSpPr>
                  <p:grpSpPr>
                    <a:xfrm>
                      <a:off x="1156862" y="3936509"/>
                      <a:ext cx="101073" cy="25622"/>
                      <a:chOff x="1156862" y="3936509"/>
                      <a:chExt cx="101073" cy="25622"/>
                    </a:xfrm>
                  </p:grpSpPr>
                  <p:sp>
                    <p:nvSpPr>
                      <p:cNvPr id="4290" name="Google Shape;4290;p53"/>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3"/>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2" name="Google Shape;4292;p53"/>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3" name="Google Shape;4293;p53"/>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3"/>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5" name="Google Shape;4295;p53"/>
                <p:cNvGrpSpPr/>
                <p:nvPr/>
              </p:nvGrpSpPr>
              <p:grpSpPr>
                <a:xfrm>
                  <a:off x="724986" y="3830189"/>
                  <a:ext cx="189533" cy="25626"/>
                  <a:chOff x="724986" y="3830189"/>
                  <a:chExt cx="189533" cy="25626"/>
                </a:xfrm>
              </p:grpSpPr>
              <p:sp>
                <p:nvSpPr>
                  <p:cNvPr id="4296" name="Google Shape;4296;p53"/>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3"/>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298" name="Google Shape;4298;p53"/>
          <p:cNvGrpSpPr/>
          <p:nvPr/>
        </p:nvGrpSpPr>
        <p:grpSpPr>
          <a:xfrm>
            <a:off x="2249438" y="2249669"/>
            <a:ext cx="948701" cy="935378"/>
            <a:chOff x="2253298" y="2428317"/>
            <a:chExt cx="948701" cy="935378"/>
          </a:xfrm>
        </p:grpSpPr>
        <p:sp>
          <p:nvSpPr>
            <p:cNvPr id="4299" name="Google Shape;4299;p53"/>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3"/>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3"/>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3"/>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3"/>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3"/>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3"/>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3"/>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3"/>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3"/>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3"/>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3"/>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3"/>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3"/>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3"/>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3"/>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3"/>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3"/>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3"/>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3"/>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3"/>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3"/>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3"/>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3"/>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3"/>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3"/>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3"/>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3"/>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3"/>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3"/>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3"/>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3"/>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3"/>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35" name="Shape 4335"/>
        <p:cNvGrpSpPr/>
        <p:nvPr/>
      </p:nvGrpSpPr>
      <p:grpSpPr>
        <a:xfrm>
          <a:off x="0" y="0"/>
          <a:ext cx="0" cy="0"/>
          <a:chOff x="0" y="0"/>
          <a:chExt cx="0" cy="0"/>
        </a:xfrm>
      </p:grpSpPr>
      <p:grpSp>
        <p:nvGrpSpPr>
          <p:cNvPr id="4336" name="Google Shape;4336;p54"/>
          <p:cNvGrpSpPr/>
          <p:nvPr/>
        </p:nvGrpSpPr>
        <p:grpSpPr>
          <a:xfrm>
            <a:off x="3339745" y="952988"/>
            <a:ext cx="2363393" cy="1017867"/>
            <a:chOff x="3292400" y="1219146"/>
            <a:chExt cx="2615240" cy="1110239"/>
          </a:xfrm>
        </p:grpSpPr>
        <p:sp>
          <p:nvSpPr>
            <p:cNvPr id="4337" name="Google Shape;4337;p54"/>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338" name="Google Shape;4338;p54"/>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39" name="Google Shape;4339;p54"/>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340" name="Google Shape;4340;p54"/>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341" name="Google Shape;4341;p54"/>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342" name="Google Shape;4342;p54"/>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343" name="Google Shape;4343;p54"/>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344" name="Google Shape;4344;p54"/>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345" name="Google Shape;4345;p54"/>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346" name="Google Shape;4346;p54"/>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347" name="Google Shape;4347;p54"/>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348" name="Google Shape;4348;p54"/>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349" name="Google Shape;4349;p54"/>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350" name="Google Shape;4350;p54"/>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351" name="Google Shape;4351;p54"/>
            <p:cNvGrpSpPr/>
            <p:nvPr/>
          </p:nvGrpSpPr>
          <p:grpSpPr>
            <a:xfrm>
              <a:off x="3748438" y="1378608"/>
              <a:ext cx="2159202" cy="903971"/>
              <a:chOff x="1683525" y="2179850"/>
              <a:chExt cx="4519050" cy="2134525"/>
            </a:xfrm>
          </p:grpSpPr>
          <p:sp>
            <p:nvSpPr>
              <p:cNvPr id="4352" name="Google Shape;4352;p5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53" name="Google Shape;4353;p5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54" name="Google Shape;4354;p5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55" name="Google Shape;4355;p5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56" name="Google Shape;4356;p5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57" name="Google Shape;4357;p5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58" name="Google Shape;4358;p5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59" name="Google Shape;4359;p5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60" name="Google Shape;4360;p5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61" name="Google Shape;4361;p5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62" name="Google Shape;4362;p5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63" name="Google Shape;4363;p5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364" name="Google Shape;4364;p54"/>
          <p:cNvGraphicFramePr/>
          <p:nvPr/>
        </p:nvGraphicFramePr>
        <p:xfrm>
          <a:off x="5935838" y="2130461"/>
          <a:ext cx="3000000" cy="3000000"/>
        </p:xfrm>
        <a:graphic>
          <a:graphicData uri="http://schemas.openxmlformats.org/drawingml/2006/table">
            <a:tbl>
              <a:tblPr>
                <a:noFill/>
                <a:tableStyleId>{809BBBBC-70AD-4397-9F97-8F485A803ECE}</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365" name="Google Shape;4365;p54"/>
          <p:cNvGrpSpPr/>
          <p:nvPr/>
        </p:nvGrpSpPr>
        <p:grpSpPr>
          <a:xfrm>
            <a:off x="5935948" y="3189058"/>
            <a:ext cx="2496964" cy="1001454"/>
            <a:chOff x="1919611" y="789980"/>
            <a:chExt cx="1474179" cy="606868"/>
          </a:xfrm>
        </p:grpSpPr>
        <p:cxnSp>
          <p:nvCxnSpPr>
            <p:cNvPr id="4366" name="Google Shape;4366;p5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367" name="Google Shape;4367;p5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368" name="Google Shape;4368;p5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369" name="Google Shape;4369;p54"/>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370" name="Google Shape;4370;p54"/>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371" name="Google Shape;4371;p54"/>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372" name="Google Shape;4372;p54"/>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373" name="Google Shape;4373;p5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380" name="Google Shape;4380;p54"/>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381" name="Google Shape;4381;p54"/>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382" name="Google Shape;4382;p5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3" name="Google Shape;4383;p54"/>
          <p:cNvGrpSpPr/>
          <p:nvPr/>
        </p:nvGrpSpPr>
        <p:grpSpPr>
          <a:xfrm>
            <a:off x="712562" y="998017"/>
            <a:ext cx="2394370" cy="976502"/>
            <a:chOff x="749309" y="1112739"/>
            <a:chExt cx="2371603" cy="976502"/>
          </a:xfrm>
        </p:grpSpPr>
        <p:sp>
          <p:nvSpPr>
            <p:cNvPr id="4384" name="Google Shape;4384;p54"/>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4"/>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416" name="Google Shape;4416;p54"/>
          <p:cNvGraphicFramePr/>
          <p:nvPr/>
        </p:nvGraphicFramePr>
        <p:xfrm>
          <a:off x="5935863" y="996311"/>
          <a:ext cx="3000000" cy="3000000"/>
        </p:xfrm>
        <a:graphic>
          <a:graphicData uri="http://schemas.openxmlformats.org/drawingml/2006/table">
            <a:tbl>
              <a:tblPr>
                <a:noFill/>
                <a:tableStyleId>{809BBBBC-70AD-4397-9F97-8F485A803ECE}</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417" name="Google Shape;4417;p54"/>
          <p:cNvGraphicFramePr/>
          <p:nvPr/>
        </p:nvGraphicFramePr>
        <p:xfrm>
          <a:off x="3342575" y="2130461"/>
          <a:ext cx="3000000" cy="3000000"/>
        </p:xfrm>
        <a:graphic>
          <a:graphicData uri="http://schemas.openxmlformats.org/drawingml/2006/table">
            <a:tbl>
              <a:tblPr>
                <a:noFill/>
                <a:tableStyleId>{809BBBBC-70AD-4397-9F97-8F485A803ECE}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418" name="Google Shape;4418;p54"/>
          <p:cNvGrpSpPr/>
          <p:nvPr/>
        </p:nvGrpSpPr>
        <p:grpSpPr>
          <a:xfrm>
            <a:off x="4086505" y="2517104"/>
            <a:ext cx="1517436" cy="74460"/>
            <a:chOff x="3980086" y="2804397"/>
            <a:chExt cx="1227600" cy="66900"/>
          </a:xfrm>
        </p:grpSpPr>
        <p:sp>
          <p:nvSpPr>
            <p:cNvPr id="4419" name="Google Shape;4419;p5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1" name="Google Shape;4421;p54"/>
          <p:cNvGrpSpPr/>
          <p:nvPr/>
        </p:nvGrpSpPr>
        <p:grpSpPr>
          <a:xfrm>
            <a:off x="4711569" y="2809692"/>
            <a:ext cx="892956" cy="74460"/>
            <a:chOff x="3980086" y="2804397"/>
            <a:chExt cx="1227600" cy="66900"/>
          </a:xfrm>
        </p:grpSpPr>
        <p:sp>
          <p:nvSpPr>
            <p:cNvPr id="4422" name="Google Shape;4422;p5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54"/>
          <p:cNvGrpSpPr/>
          <p:nvPr/>
        </p:nvGrpSpPr>
        <p:grpSpPr>
          <a:xfrm>
            <a:off x="3344661" y="3168575"/>
            <a:ext cx="2363244" cy="1005943"/>
            <a:chOff x="3358415" y="3361302"/>
            <a:chExt cx="2363244" cy="1024695"/>
          </a:xfrm>
        </p:grpSpPr>
        <p:grpSp>
          <p:nvGrpSpPr>
            <p:cNvPr id="4425" name="Google Shape;4425;p54"/>
            <p:cNvGrpSpPr/>
            <p:nvPr/>
          </p:nvGrpSpPr>
          <p:grpSpPr>
            <a:xfrm>
              <a:off x="3358415" y="3361302"/>
              <a:ext cx="441300" cy="1024695"/>
              <a:chOff x="3358415" y="3361302"/>
              <a:chExt cx="441300" cy="1024695"/>
            </a:xfrm>
          </p:grpSpPr>
          <p:sp>
            <p:nvSpPr>
              <p:cNvPr id="4426" name="Google Shape;4426;p54"/>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2" name="Google Shape;4432;p54"/>
            <p:cNvGrpSpPr/>
            <p:nvPr/>
          </p:nvGrpSpPr>
          <p:grpSpPr>
            <a:xfrm>
              <a:off x="3838901" y="3361302"/>
              <a:ext cx="441300" cy="1024695"/>
              <a:chOff x="3838901" y="3361302"/>
              <a:chExt cx="441300" cy="1024695"/>
            </a:xfrm>
          </p:grpSpPr>
          <p:sp>
            <p:nvSpPr>
              <p:cNvPr id="4433" name="Google Shape;4433;p54"/>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54"/>
            <p:cNvGrpSpPr/>
            <p:nvPr/>
          </p:nvGrpSpPr>
          <p:grpSpPr>
            <a:xfrm>
              <a:off x="4319387" y="3361302"/>
              <a:ext cx="441300" cy="1024695"/>
              <a:chOff x="4319387" y="3361302"/>
              <a:chExt cx="441300" cy="1024695"/>
            </a:xfrm>
          </p:grpSpPr>
          <p:sp>
            <p:nvSpPr>
              <p:cNvPr id="4440" name="Google Shape;4440;p54"/>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6" name="Google Shape;4446;p54"/>
            <p:cNvGrpSpPr/>
            <p:nvPr/>
          </p:nvGrpSpPr>
          <p:grpSpPr>
            <a:xfrm>
              <a:off x="4799873" y="3361302"/>
              <a:ext cx="441300" cy="1024695"/>
              <a:chOff x="4799873" y="3361302"/>
              <a:chExt cx="441300" cy="1024695"/>
            </a:xfrm>
          </p:grpSpPr>
          <p:sp>
            <p:nvSpPr>
              <p:cNvPr id="4447" name="Google Shape;4447;p54"/>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3" name="Google Shape;4453;p54"/>
            <p:cNvGrpSpPr/>
            <p:nvPr/>
          </p:nvGrpSpPr>
          <p:grpSpPr>
            <a:xfrm>
              <a:off x="5280360" y="3361302"/>
              <a:ext cx="441300" cy="1024695"/>
              <a:chOff x="5280360" y="3361302"/>
              <a:chExt cx="441300" cy="1024695"/>
            </a:xfrm>
          </p:grpSpPr>
          <p:sp>
            <p:nvSpPr>
              <p:cNvPr id="4454" name="Google Shape;4454;p54"/>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460" name="Google Shape;4460;p54"/>
          <p:cNvGraphicFramePr/>
          <p:nvPr/>
        </p:nvGraphicFramePr>
        <p:xfrm>
          <a:off x="711088" y="2130461"/>
          <a:ext cx="3000000" cy="3000000"/>
        </p:xfrm>
        <a:graphic>
          <a:graphicData uri="http://schemas.openxmlformats.org/drawingml/2006/table">
            <a:tbl>
              <a:tblPr>
                <a:noFill/>
                <a:tableStyleId>{809BBBBC-70AD-4397-9F97-8F485A803ECE}</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461" name="Google Shape;4461;p54"/>
          <p:cNvGrpSpPr/>
          <p:nvPr/>
        </p:nvGrpSpPr>
        <p:grpSpPr>
          <a:xfrm>
            <a:off x="712613" y="3180186"/>
            <a:ext cx="2403614" cy="1005900"/>
            <a:chOff x="726450" y="3372825"/>
            <a:chExt cx="2403614" cy="1005900"/>
          </a:xfrm>
        </p:grpSpPr>
        <p:grpSp>
          <p:nvGrpSpPr>
            <p:cNvPr id="4462" name="Google Shape;4462;p54"/>
            <p:cNvGrpSpPr/>
            <p:nvPr/>
          </p:nvGrpSpPr>
          <p:grpSpPr>
            <a:xfrm>
              <a:off x="726450" y="3696000"/>
              <a:ext cx="2403614" cy="500898"/>
              <a:chOff x="726450" y="3696000"/>
              <a:chExt cx="2403614" cy="500898"/>
            </a:xfrm>
          </p:grpSpPr>
          <p:sp>
            <p:nvSpPr>
              <p:cNvPr id="4463" name="Google Shape;4463;p54"/>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64" name="Google Shape;4464;p54"/>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465" name="Google Shape;4465;p54"/>
            <p:cNvGrpSpPr/>
            <p:nvPr/>
          </p:nvGrpSpPr>
          <p:grpSpPr>
            <a:xfrm>
              <a:off x="1348050" y="3372825"/>
              <a:ext cx="1720425" cy="1005900"/>
              <a:chOff x="1348050" y="3372825"/>
              <a:chExt cx="1720425" cy="1005900"/>
            </a:xfrm>
          </p:grpSpPr>
          <p:sp>
            <p:nvSpPr>
              <p:cNvPr id="4466" name="Google Shape;4466;p54"/>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67" name="Google Shape;4467;p54"/>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68" name="Google Shape;4468;p54"/>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69" name="Google Shape;4469;p54"/>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70" name="Google Shape;4470;p54"/>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471" name="Google Shape;4471;p54"/>
            <p:cNvGrpSpPr/>
            <p:nvPr/>
          </p:nvGrpSpPr>
          <p:grpSpPr>
            <a:xfrm>
              <a:off x="1455707" y="3731058"/>
              <a:ext cx="1491150" cy="417657"/>
              <a:chOff x="1455707" y="3731058"/>
              <a:chExt cx="1491150" cy="417657"/>
            </a:xfrm>
          </p:grpSpPr>
          <p:grpSp>
            <p:nvGrpSpPr>
              <p:cNvPr id="4472" name="Google Shape;4472;p54"/>
              <p:cNvGrpSpPr/>
              <p:nvPr/>
            </p:nvGrpSpPr>
            <p:grpSpPr>
              <a:xfrm>
                <a:off x="1472938" y="3745828"/>
                <a:ext cx="72126" cy="53788"/>
                <a:chOff x="1472938" y="3745828"/>
                <a:chExt cx="72126" cy="53788"/>
              </a:xfrm>
            </p:grpSpPr>
            <p:sp>
              <p:nvSpPr>
                <p:cNvPr id="4473" name="Google Shape;4473;p54"/>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54"/>
              <p:cNvGrpSpPr/>
              <p:nvPr/>
            </p:nvGrpSpPr>
            <p:grpSpPr>
              <a:xfrm>
                <a:off x="1819181" y="4089633"/>
                <a:ext cx="72126" cy="53788"/>
                <a:chOff x="1819181" y="4089633"/>
                <a:chExt cx="72126" cy="53788"/>
              </a:xfrm>
            </p:grpSpPr>
            <p:sp>
              <p:nvSpPr>
                <p:cNvPr id="4476" name="Google Shape;4476;p54"/>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54"/>
              <p:cNvGrpSpPr/>
              <p:nvPr/>
            </p:nvGrpSpPr>
            <p:grpSpPr>
              <a:xfrm>
                <a:off x="1455707" y="4084171"/>
                <a:ext cx="64321" cy="64544"/>
                <a:chOff x="1455707" y="4084171"/>
                <a:chExt cx="64321" cy="64544"/>
              </a:xfrm>
            </p:grpSpPr>
            <p:sp>
              <p:nvSpPr>
                <p:cNvPr id="4479" name="Google Shape;4479;p54"/>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54"/>
              <p:cNvGrpSpPr/>
              <p:nvPr/>
            </p:nvGrpSpPr>
            <p:grpSpPr>
              <a:xfrm>
                <a:off x="1818610" y="3731058"/>
                <a:ext cx="64321" cy="64544"/>
                <a:chOff x="1818610" y="3731058"/>
                <a:chExt cx="64321" cy="64544"/>
              </a:xfrm>
            </p:grpSpPr>
            <p:sp>
              <p:nvSpPr>
                <p:cNvPr id="4482" name="Google Shape;4482;p54"/>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54"/>
              <p:cNvGrpSpPr/>
              <p:nvPr/>
            </p:nvGrpSpPr>
            <p:grpSpPr>
              <a:xfrm>
                <a:off x="2172491" y="4089633"/>
                <a:ext cx="72126" cy="53788"/>
                <a:chOff x="2172491" y="4089633"/>
                <a:chExt cx="72126" cy="53788"/>
              </a:xfrm>
            </p:grpSpPr>
            <p:sp>
              <p:nvSpPr>
                <p:cNvPr id="4485" name="Google Shape;4485;p54"/>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54"/>
              <p:cNvGrpSpPr/>
              <p:nvPr/>
            </p:nvGrpSpPr>
            <p:grpSpPr>
              <a:xfrm>
                <a:off x="2171920" y="3731058"/>
                <a:ext cx="64321" cy="64544"/>
                <a:chOff x="2171920" y="3731058"/>
                <a:chExt cx="64321" cy="64544"/>
              </a:xfrm>
            </p:grpSpPr>
            <p:sp>
              <p:nvSpPr>
                <p:cNvPr id="4488" name="Google Shape;4488;p54"/>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0" name="Google Shape;4490;p54"/>
              <p:cNvGrpSpPr/>
              <p:nvPr/>
            </p:nvGrpSpPr>
            <p:grpSpPr>
              <a:xfrm>
                <a:off x="2874730" y="3745828"/>
                <a:ext cx="72126" cy="53788"/>
                <a:chOff x="2874730" y="3745828"/>
                <a:chExt cx="72126" cy="53788"/>
              </a:xfrm>
            </p:grpSpPr>
            <p:sp>
              <p:nvSpPr>
                <p:cNvPr id="4491" name="Google Shape;4491;p54"/>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3" name="Google Shape;4493;p54"/>
              <p:cNvGrpSpPr/>
              <p:nvPr/>
            </p:nvGrpSpPr>
            <p:grpSpPr>
              <a:xfrm>
                <a:off x="2878589" y="4081481"/>
                <a:ext cx="64321" cy="64544"/>
                <a:chOff x="2878589" y="4081481"/>
                <a:chExt cx="64321" cy="64544"/>
              </a:xfrm>
            </p:grpSpPr>
            <p:sp>
              <p:nvSpPr>
                <p:cNvPr id="4494" name="Google Shape;4494;p54"/>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6" name="Google Shape;4496;p54"/>
              <p:cNvGrpSpPr/>
              <p:nvPr/>
            </p:nvGrpSpPr>
            <p:grpSpPr>
              <a:xfrm>
                <a:off x="2525796" y="4089633"/>
                <a:ext cx="72126" cy="53788"/>
                <a:chOff x="2525796" y="4089633"/>
                <a:chExt cx="72126" cy="53788"/>
              </a:xfrm>
            </p:grpSpPr>
            <p:sp>
              <p:nvSpPr>
                <p:cNvPr id="4497" name="Google Shape;4497;p54"/>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9" name="Google Shape;4499;p54"/>
              <p:cNvGrpSpPr/>
              <p:nvPr/>
            </p:nvGrpSpPr>
            <p:grpSpPr>
              <a:xfrm>
                <a:off x="2525225" y="3731058"/>
                <a:ext cx="64321" cy="64544"/>
                <a:chOff x="2525225" y="3731058"/>
                <a:chExt cx="64321" cy="64544"/>
              </a:xfrm>
            </p:grpSpPr>
            <p:sp>
              <p:nvSpPr>
                <p:cNvPr id="4500" name="Google Shape;4500;p54"/>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5" name="Shape 4505"/>
        <p:cNvGrpSpPr/>
        <p:nvPr/>
      </p:nvGrpSpPr>
      <p:grpSpPr>
        <a:xfrm>
          <a:off x="0" y="0"/>
          <a:ext cx="0" cy="0"/>
          <a:chOff x="0" y="0"/>
          <a:chExt cx="0" cy="0"/>
        </a:xfrm>
      </p:grpSpPr>
      <p:grpSp>
        <p:nvGrpSpPr>
          <p:cNvPr id="4506" name="Google Shape;4506;p55"/>
          <p:cNvGrpSpPr/>
          <p:nvPr/>
        </p:nvGrpSpPr>
        <p:grpSpPr>
          <a:xfrm>
            <a:off x="5780153" y="1859606"/>
            <a:ext cx="671400" cy="674856"/>
            <a:chOff x="5780148" y="1859605"/>
            <a:chExt cx="671400" cy="674856"/>
          </a:xfrm>
        </p:grpSpPr>
        <p:sp>
          <p:nvSpPr>
            <p:cNvPr id="4507" name="Google Shape;4507;p55"/>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5"/>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5"/>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5"/>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1" name="Google Shape;4511;p55"/>
          <p:cNvGrpSpPr/>
          <p:nvPr/>
        </p:nvGrpSpPr>
        <p:grpSpPr>
          <a:xfrm>
            <a:off x="716996" y="971307"/>
            <a:ext cx="845921" cy="690752"/>
            <a:chOff x="732428" y="1198513"/>
            <a:chExt cx="845921" cy="690752"/>
          </a:xfrm>
        </p:grpSpPr>
        <p:grpSp>
          <p:nvGrpSpPr>
            <p:cNvPr id="4512" name="Google Shape;4512;p55"/>
            <p:cNvGrpSpPr/>
            <p:nvPr/>
          </p:nvGrpSpPr>
          <p:grpSpPr>
            <a:xfrm>
              <a:off x="823030" y="1198513"/>
              <a:ext cx="755319" cy="690752"/>
              <a:chOff x="823030" y="1198513"/>
              <a:chExt cx="755319" cy="690752"/>
            </a:xfrm>
          </p:grpSpPr>
          <p:sp>
            <p:nvSpPr>
              <p:cNvPr id="4513" name="Google Shape;4513;p55"/>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5"/>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55"/>
            <p:cNvGrpSpPr/>
            <p:nvPr/>
          </p:nvGrpSpPr>
          <p:grpSpPr>
            <a:xfrm>
              <a:off x="732428" y="1239937"/>
              <a:ext cx="739912" cy="607886"/>
              <a:chOff x="732428" y="1239937"/>
              <a:chExt cx="739912" cy="607886"/>
            </a:xfrm>
          </p:grpSpPr>
          <p:sp>
            <p:nvSpPr>
              <p:cNvPr id="4516" name="Google Shape;4516;p55"/>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5"/>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55"/>
            <p:cNvGrpSpPr/>
            <p:nvPr/>
          </p:nvGrpSpPr>
          <p:grpSpPr>
            <a:xfrm>
              <a:off x="732428" y="1277018"/>
              <a:ext cx="702832" cy="533758"/>
              <a:chOff x="732428" y="1277018"/>
              <a:chExt cx="702832" cy="533758"/>
            </a:xfrm>
          </p:grpSpPr>
          <p:sp>
            <p:nvSpPr>
              <p:cNvPr id="4519" name="Google Shape;4519;p55"/>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5"/>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1" name="Google Shape;4521;p55"/>
            <p:cNvGrpSpPr/>
            <p:nvPr/>
          </p:nvGrpSpPr>
          <p:grpSpPr>
            <a:xfrm>
              <a:off x="931170" y="1306653"/>
              <a:ext cx="647179" cy="474455"/>
              <a:chOff x="931170" y="1306653"/>
              <a:chExt cx="647179" cy="474455"/>
            </a:xfrm>
          </p:grpSpPr>
          <p:sp>
            <p:nvSpPr>
              <p:cNvPr id="4522" name="Google Shape;4522;p55"/>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5"/>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4" name="Google Shape;4524;p55"/>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55"/>
          <p:cNvGrpSpPr/>
          <p:nvPr/>
        </p:nvGrpSpPr>
        <p:grpSpPr>
          <a:xfrm>
            <a:off x="3948605" y="971313"/>
            <a:ext cx="634656" cy="699982"/>
            <a:chOff x="5985650" y="2860025"/>
            <a:chExt cx="1396075" cy="1539775"/>
          </a:xfrm>
        </p:grpSpPr>
        <p:sp>
          <p:nvSpPr>
            <p:cNvPr id="4526" name="Google Shape;4526;p55"/>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5"/>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5"/>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5"/>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5"/>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5"/>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5"/>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5"/>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5"/>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5"/>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5"/>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5"/>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5"/>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5"/>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5"/>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5"/>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5"/>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5"/>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5"/>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5"/>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5"/>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5"/>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5"/>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5"/>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5"/>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5"/>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5"/>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5"/>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5"/>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5"/>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5"/>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5"/>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55"/>
          <p:cNvGrpSpPr/>
          <p:nvPr/>
        </p:nvGrpSpPr>
        <p:grpSpPr>
          <a:xfrm>
            <a:off x="4704254" y="971307"/>
            <a:ext cx="725845" cy="699975"/>
            <a:chOff x="4249973" y="1201875"/>
            <a:chExt cx="1958568" cy="1888762"/>
          </a:xfrm>
        </p:grpSpPr>
        <p:sp>
          <p:nvSpPr>
            <p:cNvPr id="4559" name="Google Shape;4559;p55"/>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0" name="Google Shape;4560;p55"/>
            <p:cNvGrpSpPr/>
            <p:nvPr/>
          </p:nvGrpSpPr>
          <p:grpSpPr>
            <a:xfrm>
              <a:off x="5853086" y="1789142"/>
              <a:ext cx="355454" cy="1048099"/>
              <a:chOff x="5576108" y="2016725"/>
              <a:chExt cx="565200" cy="1666560"/>
            </a:xfrm>
          </p:grpSpPr>
          <p:sp>
            <p:nvSpPr>
              <p:cNvPr id="4561" name="Google Shape;4561;p55"/>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562" name="Google Shape;4562;p5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3" name="Google Shape;4563;p55"/>
            <p:cNvGrpSpPr/>
            <p:nvPr/>
          </p:nvGrpSpPr>
          <p:grpSpPr>
            <a:xfrm>
              <a:off x="4869455" y="2691676"/>
              <a:ext cx="1013897" cy="398961"/>
              <a:chOff x="4012057" y="3451825"/>
              <a:chExt cx="1612175" cy="634379"/>
            </a:xfrm>
          </p:grpSpPr>
          <p:sp>
            <p:nvSpPr>
              <p:cNvPr id="4564" name="Google Shape;4564;p55"/>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565" name="Google Shape;4565;p5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55"/>
            <p:cNvGrpSpPr/>
            <p:nvPr/>
          </p:nvGrpSpPr>
          <p:grpSpPr>
            <a:xfrm>
              <a:off x="4276937" y="2155961"/>
              <a:ext cx="651965" cy="891358"/>
              <a:chOff x="3069908" y="2599997"/>
              <a:chExt cx="1036675" cy="1417328"/>
            </a:xfrm>
          </p:grpSpPr>
          <p:sp>
            <p:nvSpPr>
              <p:cNvPr id="4567" name="Google Shape;4567;p55"/>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568" name="Google Shape;4568;p5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55"/>
            <p:cNvGrpSpPr/>
            <p:nvPr/>
          </p:nvGrpSpPr>
          <p:grpSpPr>
            <a:xfrm>
              <a:off x="5054918" y="1201875"/>
              <a:ext cx="999548" cy="602711"/>
              <a:chOff x="4306958" y="1082925"/>
              <a:chExt cx="1589359" cy="958358"/>
            </a:xfrm>
          </p:grpSpPr>
          <p:sp>
            <p:nvSpPr>
              <p:cNvPr id="4570" name="Google Shape;4570;p55"/>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571" name="Google Shape;4571;p5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2" name="Google Shape;4572;p55"/>
            <p:cNvGrpSpPr/>
            <p:nvPr/>
          </p:nvGrpSpPr>
          <p:grpSpPr>
            <a:xfrm>
              <a:off x="4249973" y="1303451"/>
              <a:ext cx="799317" cy="841334"/>
              <a:chOff x="3027033" y="1244439"/>
              <a:chExt cx="1270977" cy="1337786"/>
            </a:xfrm>
          </p:grpSpPr>
          <p:sp>
            <p:nvSpPr>
              <p:cNvPr id="4573" name="Google Shape;4573;p55"/>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574" name="Google Shape;4574;p5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5" name="Google Shape;4575;p55"/>
          <p:cNvGrpSpPr/>
          <p:nvPr/>
        </p:nvGrpSpPr>
        <p:grpSpPr>
          <a:xfrm>
            <a:off x="4057119" y="1858087"/>
            <a:ext cx="750769" cy="683784"/>
            <a:chOff x="4204684" y="2104422"/>
            <a:chExt cx="699822" cy="637382"/>
          </a:xfrm>
        </p:grpSpPr>
        <p:grpSp>
          <p:nvGrpSpPr>
            <p:cNvPr id="4576" name="Google Shape;4576;p55"/>
            <p:cNvGrpSpPr/>
            <p:nvPr/>
          </p:nvGrpSpPr>
          <p:grpSpPr>
            <a:xfrm>
              <a:off x="4204684" y="2430067"/>
              <a:ext cx="342957" cy="311738"/>
              <a:chOff x="4204684" y="2430067"/>
              <a:chExt cx="342957" cy="311738"/>
            </a:xfrm>
          </p:grpSpPr>
          <p:sp>
            <p:nvSpPr>
              <p:cNvPr id="4577" name="Google Shape;4577;p55"/>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5"/>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55"/>
            <p:cNvGrpSpPr/>
            <p:nvPr/>
          </p:nvGrpSpPr>
          <p:grpSpPr>
            <a:xfrm>
              <a:off x="4561586" y="2430067"/>
              <a:ext cx="342920" cy="311738"/>
              <a:chOff x="4561586" y="2430067"/>
              <a:chExt cx="342920" cy="311738"/>
            </a:xfrm>
          </p:grpSpPr>
          <p:sp>
            <p:nvSpPr>
              <p:cNvPr id="4580" name="Google Shape;4580;p55"/>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5"/>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55"/>
            <p:cNvGrpSpPr/>
            <p:nvPr/>
          </p:nvGrpSpPr>
          <p:grpSpPr>
            <a:xfrm>
              <a:off x="4561586" y="2104422"/>
              <a:ext cx="342920" cy="311738"/>
              <a:chOff x="4561586" y="2104422"/>
              <a:chExt cx="342920" cy="311738"/>
            </a:xfrm>
          </p:grpSpPr>
          <p:sp>
            <p:nvSpPr>
              <p:cNvPr id="4583" name="Google Shape;4583;p55"/>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5"/>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5" name="Google Shape;4585;p55"/>
            <p:cNvGrpSpPr/>
            <p:nvPr/>
          </p:nvGrpSpPr>
          <p:grpSpPr>
            <a:xfrm>
              <a:off x="4204684" y="2104422"/>
              <a:ext cx="342957" cy="311664"/>
              <a:chOff x="4204684" y="2104422"/>
              <a:chExt cx="342957" cy="311664"/>
            </a:xfrm>
          </p:grpSpPr>
          <p:sp>
            <p:nvSpPr>
              <p:cNvPr id="4586" name="Google Shape;4586;p55"/>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5"/>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8" name="Google Shape;4588;p55"/>
          <p:cNvGrpSpPr/>
          <p:nvPr/>
        </p:nvGrpSpPr>
        <p:grpSpPr>
          <a:xfrm>
            <a:off x="5521552" y="971301"/>
            <a:ext cx="660591" cy="688867"/>
            <a:chOff x="5830645" y="1267368"/>
            <a:chExt cx="530340" cy="553040"/>
          </a:xfrm>
        </p:grpSpPr>
        <p:sp>
          <p:nvSpPr>
            <p:cNvPr id="4589" name="Google Shape;4589;p55"/>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0" name="Google Shape;4590;p55"/>
            <p:cNvGrpSpPr/>
            <p:nvPr/>
          </p:nvGrpSpPr>
          <p:grpSpPr>
            <a:xfrm>
              <a:off x="5830645" y="1267368"/>
              <a:ext cx="259743" cy="269909"/>
              <a:chOff x="5830645" y="1267368"/>
              <a:chExt cx="259743" cy="269909"/>
            </a:xfrm>
          </p:grpSpPr>
          <p:sp>
            <p:nvSpPr>
              <p:cNvPr id="4591" name="Google Shape;4591;p55"/>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5"/>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3" name="Google Shape;4593;p55"/>
            <p:cNvGrpSpPr/>
            <p:nvPr/>
          </p:nvGrpSpPr>
          <p:grpSpPr>
            <a:xfrm>
              <a:off x="6101293" y="1267368"/>
              <a:ext cx="259692" cy="269909"/>
              <a:chOff x="6101293" y="1267368"/>
              <a:chExt cx="259692" cy="269909"/>
            </a:xfrm>
          </p:grpSpPr>
          <p:sp>
            <p:nvSpPr>
              <p:cNvPr id="4594" name="Google Shape;4594;p55"/>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5"/>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6" name="Google Shape;4596;p55"/>
            <p:cNvGrpSpPr/>
            <p:nvPr/>
          </p:nvGrpSpPr>
          <p:grpSpPr>
            <a:xfrm>
              <a:off x="5830645" y="1550500"/>
              <a:ext cx="259692" cy="269909"/>
              <a:chOff x="5830645" y="1550500"/>
              <a:chExt cx="259692" cy="269909"/>
            </a:xfrm>
          </p:grpSpPr>
          <p:sp>
            <p:nvSpPr>
              <p:cNvPr id="4597" name="Google Shape;4597;p55"/>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5"/>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9" name="Google Shape;4599;p55"/>
            <p:cNvGrpSpPr/>
            <p:nvPr/>
          </p:nvGrpSpPr>
          <p:grpSpPr>
            <a:xfrm>
              <a:off x="6101293" y="1550500"/>
              <a:ext cx="259692" cy="269909"/>
              <a:chOff x="6101293" y="1550500"/>
              <a:chExt cx="259692" cy="269909"/>
            </a:xfrm>
          </p:grpSpPr>
          <p:sp>
            <p:nvSpPr>
              <p:cNvPr id="4600" name="Google Shape;4600;p55"/>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5"/>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2" name="Google Shape;4602;p55"/>
          <p:cNvGrpSpPr/>
          <p:nvPr/>
        </p:nvGrpSpPr>
        <p:grpSpPr>
          <a:xfrm>
            <a:off x="723705" y="1861761"/>
            <a:ext cx="697154" cy="679574"/>
            <a:chOff x="2679875" y="2361475"/>
            <a:chExt cx="780425" cy="760575"/>
          </a:xfrm>
        </p:grpSpPr>
        <p:sp>
          <p:nvSpPr>
            <p:cNvPr id="4603" name="Google Shape;4603;p55"/>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5"/>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5"/>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55"/>
          <p:cNvGrpSpPr/>
          <p:nvPr/>
        </p:nvGrpSpPr>
        <p:grpSpPr>
          <a:xfrm>
            <a:off x="3122864" y="971353"/>
            <a:ext cx="735829" cy="684547"/>
            <a:chOff x="3351965" y="1148808"/>
            <a:chExt cx="750770" cy="698375"/>
          </a:xfrm>
        </p:grpSpPr>
        <p:grpSp>
          <p:nvGrpSpPr>
            <p:cNvPr id="4610" name="Google Shape;4610;p55"/>
            <p:cNvGrpSpPr/>
            <p:nvPr/>
          </p:nvGrpSpPr>
          <p:grpSpPr>
            <a:xfrm>
              <a:off x="3586796" y="1148808"/>
              <a:ext cx="294857" cy="286830"/>
              <a:chOff x="3750225" y="1774000"/>
              <a:chExt cx="149575" cy="145525"/>
            </a:xfrm>
          </p:grpSpPr>
          <p:sp>
            <p:nvSpPr>
              <p:cNvPr id="4611" name="Google Shape;4611;p5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3" name="Google Shape;4613;p55"/>
            <p:cNvGrpSpPr/>
            <p:nvPr/>
          </p:nvGrpSpPr>
          <p:grpSpPr>
            <a:xfrm>
              <a:off x="3779245" y="1375768"/>
              <a:ext cx="323490" cy="286978"/>
              <a:chOff x="3847850" y="1889150"/>
              <a:chExt cx="164100" cy="145600"/>
            </a:xfrm>
          </p:grpSpPr>
          <p:sp>
            <p:nvSpPr>
              <p:cNvPr id="4614" name="Google Shape;4614;p5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6" name="Google Shape;4616;p55"/>
            <p:cNvGrpSpPr/>
            <p:nvPr/>
          </p:nvGrpSpPr>
          <p:grpSpPr>
            <a:xfrm>
              <a:off x="3351965" y="1330435"/>
              <a:ext cx="295449" cy="285401"/>
              <a:chOff x="3631100" y="1866150"/>
              <a:chExt cx="149875" cy="144800"/>
            </a:xfrm>
          </p:grpSpPr>
          <p:sp>
            <p:nvSpPr>
              <p:cNvPr id="4617" name="Google Shape;4617;p5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9" name="Google Shape;4619;p55"/>
            <p:cNvGrpSpPr/>
            <p:nvPr/>
          </p:nvGrpSpPr>
          <p:grpSpPr>
            <a:xfrm>
              <a:off x="3548208" y="1560352"/>
              <a:ext cx="294808" cy="286830"/>
              <a:chOff x="3730650" y="1982800"/>
              <a:chExt cx="149550" cy="145525"/>
            </a:xfrm>
          </p:grpSpPr>
          <p:sp>
            <p:nvSpPr>
              <p:cNvPr id="4620" name="Google Shape;4620;p5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2" name="Google Shape;4622;p55"/>
          <p:cNvGrpSpPr/>
          <p:nvPr/>
        </p:nvGrpSpPr>
        <p:grpSpPr>
          <a:xfrm>
            <a:off x="7624517" y="971307"/>
            <a:ext cx="804565" cy="677795"/>
            <a:chOff x="7636443" y="1204988"/>
            <a:chExt cx="804565" cy="677795"/>
          </a:xfrm>
        </p:grpSpPr>
        <p:grpSp>
          <p:nvGrpSpPr>
            <p:cNvPr id="4623" name="Google Shape;4623;p55"/>
            <p:cNvGrpSpPr/>
            <p:nvPr/>
          </p:nvGrpSpPr>
          <p:grpSpPr>
            <a:xfrm>
              <a:off x="7636443" y="1509705"/>
              <a:ext cx="804565" cy="373078"/>
              <a:chOff x="7636443" y="1509705"/>
              <a:chExt cx="804565" cy="373078"/>
            </a:xfrm>
          </p:grpSpPr>
          <p:sp>
            <p:nvSpPr>
              <p:cNvPr id="4624" name="Google Shape;4624;p55"/>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5"/>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6" name="Google Shape;4626;p55"/>
            <p:cNvGrpSpPr/>
            <p:nvPr/>
          </p:nvGrpSpPr>
          <p:grpSpPr>
            <a:xfrm>
              <a:off x="7636443" y="1408133"/>
              <a:ext cx="804565" cy="373078"/>
              <a:chOff x="7636443" y="1408133"/>
              <a:chExt cx="804565" cy="373078"/>
            </a:xfrm>
          </p:grpSpPr>
          <p:sp>
            <p:nvSpPr>
              <p:cNvPr id="4627" name="Google Shape;4627;p55"/>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5"/>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9" name="Google Shape;4629;p55"/>
            <p:cNvGrpSpPr/>
            <p:nvPr/>
          </p:nvGrpSpPr>
          <p:grpSpPr>
            <a:xfrm>
              <a:off x="7636443" y="1306560"/>
              <a:ext cx="804565" cy="373078"/>
              <a:chOff x="7636443" y="1306560"/>
              <a:chExt cx="804565" cy="373078"/>
            </a:xfrm>
          </p:grpSpPr>
          <p:sp>
            <p:nvSpPr>
              <p:cNvPr id="4630" name="Google Shape;4630;p55"/>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5"/>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2" name="Google Shape;4632;p55"/>
            <p:cNvGrpSpPr/>
            <p:nvPr/>
          </p:nvGrpSpPr>
          <p:grpSpPr>
            <a:xfrm>
              <a:off x="7636443" y="1204988"/>
              <a:ext cx="804565" cy="373078"/>
              <a:chOff x="7636443" y="1204988"/>
              <a:chExt cx="804565" cy="373078"/>
            </a:xfrm>
          </p:grpSpPr>
          <p:sp>
            <p:nvSpPr>
              <p:cNvPr id="4633" name="Google Shape;4633;p55"/>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5"/>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35" name="Google Shape;4635;p55"/>
          <p:cNvGrpSpPr/>
          <p:nvPr/>
        </p:nvGrpSpPr>
        <p:grpSpPr>
          <a:xfrm>
            <a:off x="4963363" y="1878721"/>
            <a:ext cx="661339" cy="661188"/>
            <a:chOff x="3990000" y="975400"/>
            <a:chExt cx="3934200" cy="3933300"/>
          </a:xfrm>
        </p:grpSpPr>
        <p:sp>
          <p:nvSpPr>
            <p:cNvPr id="4636" name="Google Shape;4636;p55"/>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5"/>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5"/>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5"/>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0" name="Google Shape;4640;p55"/>
          <p:cNvGrpSpPr/>
          <p:nvPr/>
        </p:nvGrpSpPr>
        <p:grpSpPr>
          <a:xfrm>
            <a:off x="6607011" y="1857359"/>
            <a:ext cx="868881" cy="684241"/>
            <a:chOff x="6598259" y="2078634"/>
            <a:chExt cx="868881" cy="684241"/>
          </a:xfrm>
        </p:grpSpPr>
        <p:sp>
          <p:nvSpPr>
            <p:cNvPr id="4641" name="Google Shape;4641;p55"/>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5"/>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5"/>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5"/>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5"/>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5"/>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7" name="Google Shape;4647;p55"/>
            <p:cNvGrpSpPr/>
            <p:nvPr/>
          </p:nvGrpSpPr>
          <p:grpSpPr>
            <a:xfrm>
              <a:off x="6808175" y="2078634"/>
              <a:ext cx="452229" cy="684241"/>
              <a:chOff x="6808175" y="2078634"/>
              <a:chExt cx="452229" cy="684241"/>
            </a:xfrm>
          </p:grpSpPr>
          <p:sp>
            <p:nvSpPr>
              <p:cNvPr id="4648" name="Google Shape;4648;p55"/>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5"/>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5"/>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5"/>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5"/>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5"/>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4" name="Google Shape;4654;p55"/>
              <p:cNvGrpSpPr/>
              <p:nvPr/>
            </p:nvGrpSpPr>
            <p:grpSpPr>
              <a:xfrm>
                <a:off x="6821586" y="2078634"/>
                <a:ext cx="426871" cy="684241"/>
                <a:chOff x="6821586" y="2078634"/>
                <a:chExt cx="426871" cy="684241"/>
              </a:xfrm>
            </p:grpSpPr>
            <p:grpSp>
              <p:nvGrpSpPr>
                <p:cNvPr id="4655" name="Google Shape;4655;p55"/>
                <p:cNvGrpSpPr/>
                <p:nvPr/>
              </p:nvGrpSpPr>
              <p:grpSpPr>
                <a:xfrm>
                  <a:off x="6821586" y="2078634"/>
                  <a:ext cx="426871" cy="684241"/>
                  <a:chOff x="6821586" y="2078634"/>
                  <a:chExt cx="426871" cy="684241"/>
                </a:xfrm>
              </p:grpSpPr>
              <p:sp>
                <p:nvSpPr>
                  <p:cNvPr id="4656" name="Google Shape;4656;p55"/>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5"/>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5"/>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5"/>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5"/>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5"/>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5"/>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5"/>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5"/>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5"/>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5"/>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5"/>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5"/>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5"/>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5"/>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5"/>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5"/>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5"/>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5"/>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5" name="Google Shape;4675;p55"/>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5"/>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5"/>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5"/>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5"/>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5"/>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81" name="Google Shape;4681;p55"/>
          <p:cNvGrpSpPr/>
          <p:nvPr/>
        </p:nvGrpSpPr>
        <p:grpSpPr>
          <a:xfrm>
            <a:off x="716994" y="3531369"/>
            <a:ext cx="1340789" cy="640830"/>
            <a:chOff x="238125" y="1151100"/>
            <a:chExt cx="7139450" cy="3412300"/>
          </a:xfrm>
        </p:grpSpPr>
        <p:sp>
          <p:nvSpPr>
            <p:cNvPr id="4682" name="Google Shape;4682;p55"/>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5"/>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5"/>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5"/>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5"/>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5"/>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5"/>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5"/>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5"/>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5"/>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5"/>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5"/>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4" name="Google Shape;4694;p55"/>
          <p:cNvGrpSpPr/>
          <p:nvPr/>
        </p:nvGrpSpPr>
        <p:grpSpPr>
          <a:xfrm>
            <a:off x="5584217" y="2734650"/>
            <a:ext cx="985357" cy="585764"/>
            <a:chOff x="5145061" y="2881789"/>
            <a:chExt cx="1107641" cy="658458"/>
          </a:xfrm>
        </p:grpSpPr>
        <p:grpSp>
          <p:nvGrpSpPr>
            <p:cNvPr id="4695" name="Google Shape;4695;p55"/>
            <p:cNvGrpSpPr/>
            <p:nvPr/>
          </p:nvGrpSpPr>
          <p:grpSpPr>
            <a:xfrm>
              <a:off x="5722989" y="3244587"/>
              <a:ext cx="529713" cy="295659"/>
              <a:chOff x="5722989" y="3244587"/>
              <a:chExt cx="529713" cy="295659"/>
            </a:xfrm>
          </p:grpSpPr>
          <p:sp>
            <p:nvSpPr>
              <p:cNvPr id="4696" name="Google Shape;4696;p55"/>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697" name="Google Shape;4697;p55"/>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698" name="Google Shape;4698;p55"/>
            <p:cNvGrpSpPr/>
            <p:nvPr/>
          </p:nvGrpSpPr>
          <p:grpSpPr>
            <a:xfrm>
              <a:off x="5145061" y="3244587"/>
              <a:ext cx="536807" cy="295659"/>
              <a:chOff x="5145061" y="3244587"/>
              <a:chExt cx="536807" cy="295659"/>
            </a:xfrm>
          </p:grpSpPr>
          <p:sp>
            <p:nvSpPr>
              <p:cNvPr id="4699" name="Google Shape;4699;p55"/>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700" name="Google Shape;4700;p55"/>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701" name="Google Shape;4701;p55"/>
            <p:cNvGrpSpPr/>
            <p:nvPr/>
          </p:nvGrpSpPr>
          <p:grpSpPr>
            <a:xfrm>
              <a:off x="5341327" y="2898245"/>
              <a:ext cx="532309" cy="614891"/>
              <a:chOff x="5341327" y="2898245"/>
              <a:chExt cx="532309" cy="614891"/>
            </a:xfrm>
          </p:grpSpPr>
          <p:sp>
            <p:nvSpPr>
              <p:cNvPr id="4702" name="Google Shape;4702;p55"/>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703" name="Google Shape;4703;p55"/>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704" name="Google Shape;4704;p55"/>
            <p:cNvGrpSpPr/>
            <p:nvPr/>
          </p:nvGrpSpPr>
          <p:grpSpPr>
            <a:xfrm>
              <a:off x="5532290" y="2881789"/>
              <a:ext cx="620516" cy="305456"/>
              <a:chOff x="5532290" y="2881789"/>
              <a:chExt cx="620516" cy="305456"/>
            </a:xfrm>
          </p:grpSpPr>
          <p:sp>
            <p:nvSpPr>
              <p:cNvPr id="4705" name="Google Shape;4705;p55"/>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706" name="Google Shape;4706;p55"/>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707" name="Google Shape;4707;p55"/>
          <p:cNvGrpSpPr/>
          <p:nvPr/>
        </p:nvGrpSpPr>
        <p:grpSpPr>
          <a:xfrm>
            <a:off x="8163140" y="3526708"/>
            <a:ext cx="269068" cy="645491"/>
            <a:chOff x="7026852" y="3311869"/>
            <a:chExt cx="434331" cy="1041954"/>
          </a:xfrm>
        </p:grpSpPr>
        <p:sp>
          <p:nvSpPr>
            <p:cNvPr id="4708" name="Google Shape;4708;p55"/>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5"/>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5"/>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55"/>
          <p:cNvGrpSpPr/>
          <p:nvPr/>
        </p:nvGrpSpPr>
        <p:grpSpPr>
          <a:xfrm>
            <a:off x="6179721" y="3565945"/>
            <a:ext cx="293882" cy="293836"/>
            <a:chOff x="4873519" y="3311869"/>
            <a:chExt cx="499374" cy="499296"/>
          </a:xfrm>
        </p:grpSpPr>
        <p:sp>
          <p:nvSpPr>
            <p:cNvPr id="4712" name="Google Shape;4712;p55"/>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5"/>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55"/>
          <p:cNvGrpSpPr/>
          <p:nvPr/>
        </p:nvGrpSpPr>
        <p:grpSpPr>
          <a:xfrm>
            <a:off x="6179721" y="3878317"/>
            <a:ext cx="293882" cy="293882"/>
            <a:chOff x="4873519" y="3875839"/>
            <a:chExt cx="499374" cy="499374"/>
          </a:xfrm>
        </p:grpSpPr>
        <p:sp>
          <p:nvSpPr>
            <p:cNvPr id="4715" name="Google Shape;4715;p55"/>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5"/>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55"/>
          <p:cNvGrpSpPr/>
          <p:nvPr/>
        </p:nvGrpSpPr>
        <p:grpSpPr>
          <a:xfrm>
            <a:off x="2410248" y="1850269"/>
            <a:ext cx="698104" cy="698208"/>
            <a:chOff x="2565073" y="2075876"/>
            <a:chExt cx="672482" cy="672518"/>
          </a:xfrm>
        </p:grpSpPr>
        <p:sp>
          <p:nvSpPr>
            <p:cNvPr id="4718" name="Google Shape;4718;p55"/>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5"/>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5"/>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5"/>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5"/>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5"/>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4" name="Google Shape;4724;p55"/>
          <p:cNvGrpSpPr/>
          <p:nvPr/>
        </p:nvGrpSpPr>
        <p:grpSpPr>
          <a:xfrm>
            <a:off x="5633660" y="3534870"/>
            <a:ext cx="438354" cy="637329"/>
            <a:chOff x="1697726" y="3244179"/>
            <a:chExt cx="788124" cy="1146069"/>
          </a:xfrm>
        </p:grpSpPr>
        <p:sp>
          <p:nvSpPr>
            <p:cNvPr id="4725" name="Google Shape;4725;p5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7" name="Google Shape;4727;p55"/>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8" name="Google Shape;4728;p55"/>
          <p:cNvGrpSpPr/>
          <p:nvPr/>
        </p:nvGrpSpPr>
        <p:grpSpPr>
          <a:xfrm>
            <a:off x="7634874" y="1863232"/>
            <a:ext cx="799565" cy="670282"/>
            <a:chOff x="7617850" y="2063282"/>
            <a:chExt cx="799565" cy="670282"/>
          </a:xfrm>
        </p:grpSpPr>
        <p:cxnSp>
          <p:nvCxnSpPr>
            <p:cNvPr id="4729" name="Google Shape;4729;p55"/>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730" name="Google Shape;4730;p55"/>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731" name="Google Shape;4731;p55"/>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732" name="Google Shape;4732;p55"/>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733" name="Google Shape;4733;p55"/>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734" name="Google Shape;4734;p55"/>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735" name="Google Shape;4735;p55"/>
            <p:cNvGrpSpPr/>
            <p:nvPr/>
          </p:nvGrpSpPr>
          <p:grpSpPr>
            <a:xfrm>
              <a:off x="7734309" y="2063282"/>
              <a:ext cx="570957" cy="620095"/>
              <a:chOff x="7734309" y="2063282"/>
              <a:chExt cx="570957" cy="620095"/>
            </a:xfrm>
          </p:grpSpPr>
          <p:grpSp>
            <p:nvGrpSpPr>
              <p:cNvPr id="4736" name="Google Shape;4736;p55"/>
              <p:cNvGrpSpPr/>
              <p:nvPr/>
            </p:nvGrpSpPr>
            <p:grpSpPr>
              <a:xfrm>
                <a:off x="8031573" y="2063282"/>
                <a:ext cx="273693" cy="620095"/>
                <a:chOff x="8031573" y="2063282"/>
                <a:chExt cx="273693" cy="620095"/>
              </a:xfrm>
            </p:grpSpPr>
            <p:sp>
              <p:nvSpPr>
                <p:cNvPr id="4737" name="Google Shape;4737;p5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55"/>
              <p:cNvGrpSpPr/>
              <p:nvPr/>
            </p:nvGrpSpPr>
            <p:grpSpPr>
              <a:xfrm flipH="1">
                <a:off x="7734309" y="2063282"/>
                <a:ext cx="273693" cy="620095"/>
                <a:chOff x="8031573" y="2063282"/>
                <a:chExt cx="273693" cy="620095"/>
              </a:xfrm>
            </p:grpSpPr>
            <p:sp>
              <p:nvSpPr>
                <p:cNvPr id="4742" name="Google Shape;4742;p5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746" name="Google Shape;4746;p55"/>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5"/>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8" name="Google Shape;4748;p55"/>
          <p:cNvGrpSpPr/>
          <p:nvPr/>
        </p:nvGrpSpPr>
        <p:grpSpPr>
          <a:xfrm>
            <a:off x="7821480" y="2716716"/>
            <a:ext cx="602567" cy="601884"/>
            <a:chOff x="1186975" y="238125"/>
            <a:chExt cx="5244275" cy="5238325"/>
          </a:xfrm>
        </p:grpSpPr>
        <p:sp>
          <p:nvSpPr>
            <p:cNvPr id="4749" name="Google Shape;4749;p5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5"/>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5"/>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5"/>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55"/>
          <p:cNvGrpSpPr/>
          <p:nvPr/>
        </p:nvGrpSpPr>
        <p:grpSpPr>
          <a:xfrm>
            <a:off x="3264218" y="1856199"/>
            <a:ext cx="651848" cy="687338"/>
            <a:chOff x="3400515" y="2056248"/>
            <a:chExt cx="698134" cy="735987"/>
          </a:xfrm>
        </p:grpSpPr>
        <p:grpSp>
          <p:nvGrpSpPr>
            <p:cNvPr id="4754" name="Google Shape;4754;p55"/>
            <p:cNvGrpSpPr/>
            <p:nvPr/>
          </p:nvGrpSpPr>
          <p:grpSpPr>
            <a:xfrm>
              <a:off x="3400515" y="2283913"/>
              <a:ext cx="312919" cy="219900"/>
              <a:chOff x="3400515" y="2283913"/>
              <a:chExt cx="312919" cy="219900"/>
            </a:xfrm>
          </p:grpSpPr>
          <p:sp>
            <p:nvSpPr>
              <p:cNvPr id="4755" name="Google Shape;4755;p55"/>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756" name="Google Shape;4756;p55"/>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757" name="Google Shape;4757;p55"/>
            <p:cNvGrpSpPr/>
            <p:nvPr/>
          </p:nvGrpSpPr>
          <p:grpSpPr>
            <a:xfrm>
              <a:off x="3547823" y="2461089"/>
              <a:ext cx="219900" cy="331146"/>
              <a:chOff x="3547823" y="2461089"/>
              <a:chExt cx="219900" cy="331146"/>
            </a:xfrm>
          </p:grpSpPr>
          <p:sp>
            <p:nvSpPr>
              <p:cNvPr id="4758" name="Google Shape;4758;p55"/>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759" name="Google Shape;4759;p55"/>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760" name="Google Shape;4760;p55"/>
            <p:cNvGrpSpPr/>
            <p:nvPr/>
          </p:nvGrpSpPr>
          <p:grpSpPr>
            <a:xfrm>
              <a:off x="3734138" y="2461089"/>
              <a:ext cx="219900" cy="331146"/>
              <a:chOff x="3734138" y="2461089"/>
              <a:chExt cx="219900" cy="331146"/>
            </a:xfrm>
          </p:grpSpPr>
          <p:sp>
            <p:nvSpPr>
              <p:cNvPr id="4761" name="Google Shape;4761;p55"/>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762" name="Google Shape;4762;p55"/>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763" name="Google Shape;4763;p55"/>
            <p:cNvGrpSpPr/>
            <p:nvPr/>
          </p:nvGrpSpPr>
          <p:grpSpPr>
            <a:xfrm>
              <a:off x="3787560" y="2281742"/>
              <a:ext cx="311089" cy="219900"/>
              <a:chOff x="3787560" y="2281742"/>
              <a:chExt cx="311089" cy="219900"/>
            </a:xfrm>
          </p:grpSpPr>
          <p:sp>
            <p:nvSpPr>
              <p:cNvPr id="4764" name="Google Shape;4764;p55"/>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765" name="Google Shape;4765;p55"/>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766" name="Google Shape;4766;p55"/>
            <p:cNvGrpSpPr/>
            <p:nvPr/>
          </p:nvGrpSpPr>
          <p:grpSpPr>
            <a:xfrm>
              <a:off x="3637290" y="2056248"/>
              <a:ext cx="219900" cy="330736"/>
              <a:chOff x="3637290" y="2056248"/>
              <a:chExt cx="219900" cy="330736"/>
            </a:xfrm>
          </p:grpSpPr>
          <p:sp>
            <p:nvSpPr>
              <p:cNvPr id="4767" name="Google Shape;4767;p55"/>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768" name="Google Shape;4768;p55"/>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769" name="Google Shape;4769;p55"/>
          <p:cNvGrpSpPr/>
          <p:nvPr/>
        </p:nvGrpSpPr>
        <p:grpSpPr>
          <a:xfrm>
            <a:off x="2555923" y="2726206"/>
            <a:ext cx="1268144" cy="592394"/>
            <a:chOff x="238125" y="1188750"/>
            <a:chExt cx="7140450" cy="3335550"/>
          </a:xfrm>
        </p:grpSpPr>
        <p:sp>
          <p:nvSpPr>
            <p:cNvPr id="4770" name="Google Shape;4770;p5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5" name="Google Shape;4775;p55"/>
          <p:cNvGrpSpPr/>
          <p:nvPr/>
        </p:nvGrpSpPr>
        <p:grpSpPr>
          <a:xfrm>
            <a:off x="6663824" y="2728360"/>
            <a:ext cx="1053944" cy="590147"/>
            <a:chOff x="238125" y="1335475"/>
            <a:chExt cx="5418735" cy="3034175"/>
          </a:xfrm>
        </p:grpSpPr>
        <p:sp>
          <p:nvSpPr>
            <p:cNvPr id="4776" name="Google Shape;4776;p5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9" name="Google Shape;4779;p55"/>
          <p:cNvGrpSpPr/>
          <p:nvPr/>
        </p:nvGrpSpPr>
        <p:grpSpPr>
          <a:xfrm>
            <a:off x="4094633" y="3533260"/>
            <a:ext cx="1268207" cy="638939"/>
            <a:chOff x="3967651" y="3645904"/>
            <a:chExt cx="1479304" cy="745292"/>
          </a:xfrm>
        </p:grpSpPr>
        <p:grpSp>
          <p:nvGrpSpPr>
            <p:cNvPr id="4780" name="Google Shape;4780;p55"/>
            <p:cNvGrpSpPr/>
            <p:nvPr/>
          </p:nvGrpSpPr>
          <p:grpSpPr>
            <a:xfrm>
              <a:off x="3967651" y="4009026"/>
              <a:ext cx="1479304" cy="382170"/>
              <a:chOff x="3967651" y="4009026"/>
              <a:chExt cx="1479304" cy="382170"/>
            </a:xfrm>
          </p:grpSpPr>
          <p:grpSp>
            <p:nvGrpSpPr>
              <p:cNvPr id="4781" name="Google Shape;4781;p55"/>
              <p:cNvGrpSpPr/>
              <p:nvPr/>
            </p:nvGrpSpPr>
            <p:grpSpPr>
              <a:xfrm>
                <a:off x="4892216" y="4195630"/>
                <a:ext cx="554739" cy="195566"/>
                <a:chOff x="3604375" y="4892160"/>
                <a:chExt cx="1651500" cy="582215"/>
              </a:xfrm>
            </p:grpSpPr>
            <p:sp>
              <p:nvSpPr>
                <p:cNvPr id="4782" name="Google Shape;4782;p55"/>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5"/>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55"/>
              <p:cNvGrpSpPr/>
              <p:nvPr/>
            </p:nvGrpSpPr>
            <p:grpSpPr>
              <a:xfrm>
                <a:off x="3967651" y="4146303"/>
                <a:ext cx="579402" cy="244893"/>
                <a:chOff x="851875" y="4745310"/>
                <a:chExt cx="1724925" cy="729065"/>
              </a:xfrm>
            </p:grpSpPr>
            <p:sp>
              <p:nvSpPr>
                <p:cNvPr id="4785" name="Google Shape;4785;p55"/>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5"/>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7" name="Google Shape;4787;p55"/>
              <p:cNvGrpSpPr/>
              <p:nvPr/>
            </p:nvGrpSpPr>
            <p:grpSpPr>
              <a:xfrm>
                <a:off x="4460753" y="4009026"/>
                <a:ext cx="493110" cy="382170"/>
                <a:chOff x="2319875" y="4336625"/>
                <a:chExt cx="1468025" cy="1137750"/>
              </a:xfrm>
            </p:grpSpPr>
            <p:sp>
              <p:nvSpPr>
                <p:cNvPr id="4788" name="Google Shape;4788;p55"/>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5"/>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0" name="Google Shape;4790;p55"/>
            <p:cNvGrpSpPr/>
            <p:nvPr/>
          </p:nvGrpSpPr>
          <p:grpSpPr>
            <a:xfrm>
              <a:off x="4479443" y="3645904"/>
              <a:ext cx="455965" cy="388789"/>
              <a:chOff x="2957425" y="238100"/>
              <a:chExt cx="1910200" cy="1628775"/>
            </a:xfrm>
          </p:grpSpPr>
          <p:sp>
            <p:nvSpPr>
              <p:cNvPr id="4791" name="Google Shape;4791;p55"/>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5"/>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5"/>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5"/>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5"/>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5"/>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1" name="Google Shape;4801;p55"/>
          <p:cNvGrpSpPr/>
          <p:nvPr/>
        </p:nvGrpSpPr>
        <p:grpSpPr>
          <a:xfrm>
            <a:off x="2480746" y="3534460"/>
            <a:ext cx="1243128" cy="637739"/>
            <a:chOff x="2496310" y="3693351"/>
            <a:chExt cx="1342906" cy="688926"/>
          </a:xfrm>
        </p:grpSpPr>
        <p:grpSp>
          <p:nvGrpSpPr>
            <p:cNvPr id="4802" name="Google Shape;4802;p55"/>
            <p:cNvGrpSpPr/>
            <p:nvPr/>
          </p:nvGrpSpPr>
          <p:grpSpPr>
            <a:xfrm>
              <a:off x="2496310" y="3693351"/>
              <a:ext cx="1342906" cy="688875"/>
              <a:chOff x="2496310" y="3693351"/>
              <a:chExt cx="1342906" cy="688875"/>
            </a:xfrm>
          </p:grpSpPr>
          <p:sp>
            <p:nvSpPr>
              <p:cNvPr id="4803" name="Google Shape;4803;p55"/>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5"/>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5"/>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5"/>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09" name="Google Shape;4809;p55"/>
              <p:cNvCxnSpPr>
                <a:stCxn id="480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810" name="Google Shape;4810;p55"/>
              <p:cNvCxnSpPr>
                <a:stCxn id="480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811" name="Google Shape;4811;p55"/>
              <p:cNvCxnSpPr>
                <a:stCxn id="480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812" name="Google Shape;4812;p55"/>
              <p:cNvCxnSpPr>
                <a:stCxn id="480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813" name="Google Shape;4813;p55"/>
              <p:cNvCxnSpPr>
                <a:stCxn id="480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814" name="Google Shape;4814;p55"/>
            <p:cNvGrpSpPr/>
            <p:nvPr/>
          </p:nvGrpSpPr>
          <p:grpSpPr>
            <a:xfrm>
              <a:off x="2675275" y="3930557"/>
              <a:ext cx="1003306" cy="451719"/>
              <a:chOff x="2675275" y="4174282"/>
              <a:chExt cx="1003306" cy="451719"/>
            </a:xfrm>
          </p:grpSpPr>
          <p:sp>
            <p:nvSpPr>
              <p:cNvPr id="4815" name="Google Shape;4815;p55"/>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5"/>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8" name="Google Shape;4818;p55"/>
          <p:cNvGrpSpPr/>
          <p:nvPr/>
        </p:nvGrpSpPr>
        <p:grpSpPr>
          <a:xfrm>
            <a:off x="1654417" y="971307"/>
            <a:ext cx="574511" cy="874709"/>
            <a:chOff x="1715404" y="1112080"/>
            <a:chExt cx="642270" cy="977984"/>
          </a:xfrm>
        </p:grpSpPr>
        <p:grpSp>
          <p:nvGrpSpPr>
            <p:cNvPr id="4819" name="Google Shape;4819;p55"/>
            <p:cNvGrpSpPr/>
            <p:nvPr/>
          </p:nvGrpSpPr>
          <p:grpSpPr>
            <a:xfrm>
              <a:off x="1715404" y="1112080"/>
              <a:ext cx="642270" cy="977984"/>
              <a:chOff x="1715404" y="1112080"/>
              <a:chExt cx="642270" cy="977984"/>
            </a:xfrm>
          </p:grpSpPr>
          <p:sp>
            <p:nvSpPr>
              <p:cNvPr id="4820" name="Google Shape;4820;p55"/>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5"/>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2" name="Google Shape;4822;p55"/>
            <p:cNvGrpSpPr/>
            <p:nvPr/>
          </p:nvGrpSpPr>
          <p:grpSpPr>
            <a:xfrm>
              <a:off x="1768927" y="1165603"/>
              <a:ext cx="535225" cy="851367"/>
              <a:chOff x="1768927" y="1165603"/>
              <a:chExt cx="535225" cy="851367"/>
            </a:xfrm>
          </p:grpSpPr>
          <p:sp>
            <p:nvSpPr>
              <p:cNvPr id="4823" name="Google Shape;4823;p55"/>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5"/>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5" name="Google Shape;4825;p55"/>
            <p:cNvGrpSpPr/>
            <p:nvPr/>
          </p:nvGrpSpPr>
          <p:grpSpPr>
            <a:xfrm>
              <a:off x="1822449" y="1219125"/>
              <a:ext cx="428180" cy="718859"/>
              <a:chOff x="1822449" y="1219125"/>
              <a:chExt cx="428180" cy="718859"/>
            </a:xfrm>
          </p:grpSpPr>
          <p:sp>
            <p:nvSpPr>
              <p:cNvPr id="4826" name="Google Shape;4826;p55"/>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8" name="Google Shape;4828;p55"/>
            <p:cNvGrpSpPr/>
            <p:nvPr/>
          </p:nvGrpSpPr>
          <p:grpSpPr>
            <a:xfrm>
              <a:off x="1875972" y="1272648"/>
              <a:ext cx="321135" cy="586939"/>
              <a:chOff x="1875972" y="1272648"/>
              <a:chExt cx="321135" cy="586939"/>
            </a:xfrm>
          </p:grpSpPr>
          <p:sp>
            <p:nvSpPr>
              <p:cNvPr id="4829" name="Google Shape;4829;p55"/>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5"/>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1" name="Google Shape;4831;p55"/>
          <p:cNvGrpSpPr/>
          <p:nvPr/>
        </p:nvGrpSpPr>
        <p:grpSpPr>
          <a:xfrm>
            <a:off x="7761578" y="3528028"/>
            <a:ext cx="293855" cy="644170"/>
            <a:chOff x="241025" y="3151575"/>
            <a:chExt cx="293855" cy="644170"/>
          </a:xfrm>
        </p:grpSpPr>
        <p:sp>
          <p:nvSpPr>
            <p:cNvPr id="4832" name="Google Shape;4832;p55"/>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5"/>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4" name="Google Shape;4834;p55"/>
          <p:cNvGrpSpPr/>
          <p:nvPr/>
        </p:nvGrpSpPr>
        <p:grpSpPr>
          <a:xfrm>
            <a:off x="709562" y="2728028"/>
            <a:ext cx="1779649" cy="591620"/>
            <a:chOff x="246070" y="1983375"/>
            <a:chExt cx="1855347" cy="616849"/>
          </a:xfrm>
        </p:grpSpPr>
        <p:sp>
          <p:nvSpPr>
            <p:cNvPr id="4835" name="Google Shape;4835;p55"/>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5"/>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5"/>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5"/>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5"/>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5"/>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4" name="Google Shape;4844;p55"/>
          <p:cNvGrpSpPr/>
          <p:nvPr/>
        </p:nvGrpSpPr>
        <p:grpSpPr>
          <a:xfrm>
            <a:off x="2320428" y="971307"/>
            <a:ext cx="711055" cy="745993"/>
            <a:chOff x="2496269" y="1171698"/>
            <a:chExt cx="761953" cy="799392"/>
          </a:xfrm>
        </p:grpSpPr>
        <p:grpSp>
          <p:nvGrpSpPr>
            <p:cNvPr id="4845" name="Google Shape;4845;p55"/>
            <p:cNvGrpSpPr/>
            <p:nvPr/>
          </p:nvGrpSpPr>
          <p:grpSpPr>
            <a:xfrm>
              <a:off x="2496269" y="1171698"/>
              <a:ext cx="761953" cy="723022"/>
              <a:chOff x="2496269" y="1171698"/>
              <a:chExt cx="761953" cy="723022"/>
            </a:xfrm>
          </p:grpSpPr>
          <p:sp>
            <p:nvSpPr>
              <p:cNvPr id="4846" name="Google Shape;4846;p55"/>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8" name="Google Shape;4848;p55"/>
              <p:cNvGrpSpPr/>
              <p:nvPr/>
            </p:nvGrpSpPr>
            <p:grpSpPr>
              <a:xfrm>
                <a:off x="2496269" y="1171698"/>
                <a:ext cx="761953" cy="723022"/>
                <a:chOff x="2496269" y="1120652"/>
                <a:chExt cx="761953" cy="723022"/>
              </a:xfrm>
            </p:grpSpPr>
            <p:grpSp>
              <p:nvGrpSpPr>
                <p:cNvPr id="4849" name="Google Shape;4849;p55"/>
                <p:cNvGrpSpPr/>
                <p:nvPr/>
              </p:nvGrpSpPr>
              <p:grpSpPr>
                <a:xfrm>
                  <a:off x="2496269" y="1120652"/>
                  <a:ext cx="761953" cy="723022"/>
                  <a:chOff x="2496269" y="1120652"/>
                  <a:chExt cx="761953" cy="723022"/>
                </a:xfrm>
              </p:grpSpPr>
              <p:grpSp>
                <p:nvGrpSpPr>
                  <p:cNvPr id="4850" name="Google Shape;4850;p55"/>
                  <p:cNvGrpSpPr/>
                  <p:nvPr/>
                </p:nvGrpSpPr>
                <p:grpSpPr>
                  <a:xfrm>
                    <a:off x="2496269" y="1304589"/>
                    <a:ext cx="407089" cy="305057"/>
                    <a:chOff x="2496269" y="1304589"/>
                    <a:chExt cx="407089" cy="305057"/>
                  </a:xfrm>
                </p:grpSpPr>
                <p:sp>
                  <p:nvSpPr>
                    <p:cNvPr id="4851" name="Google Shape;4851;p55"/>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55"/>
                  <p:cNvGrpSpPr/>
                  <p:nvPr/>
                </p:nvGrpSpPr>
                <p:grpSpPr>
                  <a:xfrm>
                    <a:off x="2586468" y="1493376"/>
                    <a:ext cx="358850" cy="349656"/>
                    <a:chOff x="2586468" y="1493376"/>
                    <a:chExt cx="358850" cy="349656"/>
                  </a:xfrm>
                </p:grpSpPr>
                <p:sp>
                  <p:nvSpPr>
                    <p:cNvPr id="4854" name="Google Shape;4854;p55"/>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5"/>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6" name="Google Shape;4856;p55"/>
                  <p:cNvGrpSpPr/>
                  <p:nvPr/>
                </p:nvGrpSpPr>
                <p:grpSpPr>
                  <a:xfrm>
                    <a:off x="2807939" y="1494024"/>
                    <a:ext cx="358857" cy="349650"/>
                    <a:chOff x="2807939" y="1494024"/>
                    <a:chExt cx="358857" cy="349650"/>
                  </a:xfrm>
                </p:grpSpPr>
                <p:sp>
                  <p:nvSpPr>
                    <p:cNvPr id="4857" name="Google Shape;4857;p55"/>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5"/>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55"/>
                  <p:cNvGrpSpPr/>
                  <p:nvPr/>
                </p:nvGrpSpPr>
                <p:grpSpPr>
                  <a:xfrm>
                    <a:off x="2851133" y="1305635"/>
                    <a:ext cx="407089" cy="305057"/>
                    <a:chOff x="2851133" y="1305635"/>
                    <a:chExt cx="407089" cy="305057"/>
                  </a:xfrm>
                </p:grpSpPr>
                <p:sp>
                  <p:nvSpPr>
                    <p:cNvPr id="4860" name="Google Shape;4860;p55"/>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5"/>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2" name="Google Shape;4862;p55"/>
                  <p:cNvGrpSpPr/>
                  <p:nvPr/>
                </p:nvGrpSpPr>
                <p:grpSpPr>
                  <a:xfrm>
                    <a:off x="2727495" y="1120652"/>
                    <a:ext cx="300271" cy="396358"/>
                    <a:chOff x="2727495" y="1120652"/>
                    <a:chExt cx="300271" cy="396358"/>
                  </a:xfrm>
                </p:grpSpPr>
                <p:sp>
                  <p:nvSpPr>
                    <p:cNvPr id="4863" name="Google Shape;4863;p55"/>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5"/>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5" name="Google Shape;4865;p55"/>
                <p:cNvGrpSpPr/>
                <p:nvPr/>
              </p:nvGrpSpPr>
              <p:grpSpPr>
                <a:xfrm>
                  <a:off x="2722305" y="1350460"/>
                  <a:ext cx="308357" cy="308344"/>
                  <a:chOff x="2722305" y="1350460"/>
                  <a:chExt cx="308357" cy="308344"/>
                </a:xfrm>
              </p:grpSpPr>
              <p:sp>
                <p:nvSpPr>
                  <p:cNvPr id="4866" name="Google Shape;4866;p55"/>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7" name="Google Shape;4867;p55"/>
                  <p:cNvGrpSpPr/>
                  <p:nvPr/>
                </p:nvGrpSpPr>
                <p:grpSpPr>
                  <a:xfrm>
                    <a:off x="2725064" y="1364529"/>
                    <a:ext cx="297954" cy="280182"/>
                    <a:chOff x="2725064" y="1364529"/>
                    <a:chExt cx="297954" cy="280182"/>
                  </a:xfrm>
                </p:grpSpPr>
                <p:sp>
                  <p:nvSpPr>
                    <p:cNvPr id="4868" name="Google Shape;4868;p55"/>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5"/>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5"/>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5"/>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5"/>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873" name="Google Shape;4873;p55"/>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5"/>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5"/>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5"/>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8" name="Google Shape;4878;p55"/>
          <p:cNvGrpSpPr/>
          <p:nvPr/>
        </p:nvGrpSpPr>
        <p:grpSpPr>
          <a:xfrm>
            <a:off x="3909129" y="2727412"/>
            <a:ext cx="1569144" cy="591015"/>
            <a:chOff x="3820100" y="3023049"/>
            <a:chExt cx="1303926" cy="491162"/>
          </a:xfrm>
        </p:grpSpPr>
        <p:grpSp>
          <p:nvGrpSpPr>
            <p:cNvPr id="4879" name="Google Shape;4879;p55"/>
            <p:cNvGrpSpPr/>
            <p:nvPr/>
          </p:nvGrpSpPr>
          <p:grpSpPr>
            <a:xfrm>
              <a:off x="3820100" y="3023072"/>
              <a:ext cx="1303926" cy="491139"/>
              <a:chOff x="3820100" y="3023072"/>
              <a:chExt cx="1303926" cy="491139"/>
            </a:xfrm>
          </p:grpSpPr>
          <p:sp>
            <p:nvSpPr>
              <p:cNvPr id="4880" name="Google Shape;4880;p55"/>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5"/>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55"/>
            <p:cNvGrpSpPr/>
            <p:nvPr/>
          </p:nvGrpSpPr>
          <p:grpSpPr>
            <a:xfrm>
              <a:off x="4132439" y="3023645"/>
              <a:ext cx="393633" cy="177096"/>
              <a:chOff x="4132439" y="3023645"/>
              <a:chExt cx="393633" cy="177096"/>
            </a:xfrm>
          </p:grpSpPr>
          <p:sp>
            <p:nvSpPr>
              <p:cNvPr id="4883" name="Google Shape;4883;p55"/>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5"/>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5" name="Google Shape;4885;p55"/>
            <p:cNvGrpSpPr/>
            <p:nvPr/>
          </p:nvGrpSpPr>
          <p:grpSpPr>
            <a:xfrm>
              <a:off x="3921811" y="3023049"/>
              <a:ext cx="1002397" cy="388943"/>
              <a:chOff x="3921811" y="3023049"/>
              <a:chExt cx="1002397" cy="388943"/>
            </a:xfrm>
          </p:grpSpPr>
          <p:sp>
            <p:nvSpPr>
              <p:cNvPr id="4886" name="Google Shape;4886;p55"/>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55"/>
            <p:cNvGrpSpPr/>
            <p:nvPr/>
          </p:nvGrpSpPr>
          <p:grpSpPr>
            <a:xfrm>
              <a:off x="4023645" y="3023049"/>
              <a:ext cx="683032" cy="286722"/>
              <a:chOff x="4023645" y="3023049"/>
              <a:chExt cx="683032" cy="286722"/>
            </a:xfrm>
          </p:grpSpPr>
          <p:sp>
            <p:nvSpPr>
              <p:cNvPr id="4889" name="Google Shape;4889;p55"/>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5"/>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91" name="Google Shape;4891;p55"/>
          <p:cNvGrpSpPr/>
          <p:nvPr/>
        </p:nvGrpSpPr>
        <p:grpSpPr>
          <a:xfrm>
            <a:off x="1541251" y="1854258"/>
            <a:ext cx="713522" cy="688025"/>
            <a:chOff x="1706078" y="2092648"/>
            <a:chExt cx="660913" cy="637296"/>
          </a:xfrm>
        </p:grpSpPr>
        <p:sp>
          <p:nvSpPr>
            <p:cNvPr id="4892" name="Google Shape;4892;p55"/>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3" name="Google Shape;4893;p55"/>
            <p:cNvGrpSpPr/>
            <p:nvPr/>
          </p:nvGrpSpPr>
          <p:grpSpPr>
            <a:xfrm>
              <a:off x="1706078" y="2092648"/>
              <a:ext cx="660913" cy="575241"/>
              <a:chOff x="1706078" y="2092648"/>
              <a:chExt cx="660913" cy="575241"/>
            </a:xfrm>
          </p:grpSpPr>
          <p:sp>
            <p:nvSpPr>
              <p:cNvPr id="4894" name="Google Shape;4894;p55"/>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5"/>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5"/>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97" name="Google Shape;4897;p55"/>
          <p:cNvGrpSpPr/>
          <p:nvPr/>
        </p:nvGrpSpPr>
        <p:grpSpPr>
          <a:xfrm>
            <a:off x="6303109" y="971806"/>
            <a:ext cx="1317459" cy="684168"/>
            <a:chOff x="238125" y="999450"/>
            <a:chExt cx="7140700" cy="3708225"/>
          </a:xfrm>
        </p:grpSpPr>
        <p:sp>
          <p:nvSpPr>
            <p:cNvPr id="4898" name="Google Shape;4898;p55"/>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5"/>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10" name="Shape 4910"/>
        <p:cNvGrpSpPr/>
        <p:nvPr/>
      </p:nvGrpSpPr>
      <p:grpSpPr>
        <a:xfrm>
          <a:off x="0" y="0"/>
          <a:ext cx="0" cy="0"/>
          <a:chOff x="0" y="0"/>
          <a:chExt cx="0" cy="0"/>
        </a:xfrm>
      </p:grpSpPr>
      <p:grpSp>
        <p:nvGrpSpPr>
          <p:cNvPr id="4911" name="Google Shape;4911;p56"/>
          <p:cNvGrpSpPr/>
          <p:nvPr/>
        </p:nvGrpSpPr>
        <p:grpSpPr>
          <a:xfrm>
            <a:off x="717027" y="967622"/>
            <a:ext cx="1636117" cy="1526144"/>
            <a:chOff x="729238" y="1179665"/>
            <a:chExt cx="1636117" cy="1526144"/>
          </a:xfrm>
        </p:grpSpPr>
        <p:grpSp>
          <p:nvGrpSpPr>
            <p:cNvPr id="4912" name="Google Shape;4912;p56"/>
            <p:cNvGrpSpPr/>
            <p:nvPr/>
          </p:nvGrpSpPr>
          <p:grpSpPr>
            <a:xfrm>
              <a:off x="729238" y="1179665"/>
              <a:ext cx="80700" cy="1526144"/>
              <a:chOff x="729238" y="1179665"/>
              <a:chExt cx="80700" cy="1526144"/>
            </a:xfrm>
          </p:grpSpPr>
          <p:sp>
            <p:nvSpPr>
              <p:cNvPr id="4913" name="Google Shape;4913;p56"/>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6"/>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6"/>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6"/>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3" name="Google Shape;4923;p56"/>
            <p:cNvGrpSpPr/>
            <p:nvPr/>
          </p:nvGrpSpPr>
          <p:grpSpPr>
            <a:xfrm>
              <a:off x="903098" y="1179665"/>
              <a:ext cx="80700" cy="1526144"/>
              <a:chOff x="903098" y="1179665"/>
              <a:chExt cx="80700" cy="1526144"/>
            </a:xfrm>
          </p:grpSpPr>
          <p:sp>
            <p:nvSpPr>
              <p:cNvPr id="4924" name="Google Shape;4924;p56"/>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6"/>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6"/>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6"/>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6"/>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6"/>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4" name="Google Shape;4934;p56"/>
            <p:cNvGrpSpPr/>
            <p:nvPr/>
          </p:nvGrpSpPr>
          <p:grpSpPr>
            <a:xfrm>
              <a:off x="1076958" y="1179665"/>
              <a:ext cx="80700" cy="1526144"/>
              <a:chOff x="1076958" y="1179665"/>
              <a:chExt cx="80700" cy="1526144"/>
            </a:xfrm>
          </p:grpSpPr>
          <p:sp>
            <p:nvSpPr>
              <p:cNvPr id="4935" name="Google Shape;4935;p56"/>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6"/>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6"/>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6"/>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6"/>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6"/>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6"/>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56"/>
            <p:cNvGrpSpPr/>
            <p:nvPr/>
          </p:nvGrpSpPr>
          <p:grpSpPr>
            <a:xfrm>
              <a:off x="1247707" y="1179665"/>
              <a:ext cx="80700" cy="1526144"/>
              <a:chOff x="1247707" y="1179665"/>
              <a:chExt cx="80700" cy="1526144"/>
            </a:xfrm>
          </p:grpSpPr>
          <p:sp>
            <p:nvSpPr>
              <p:cNvPr id="4946" name="Google Shape;4946;p56"/>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6"/>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6"/>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56"/>
            <p:cNvGrpSpPr/>
            <p:nvPr/>
          </p:nvGrpSpPr>
          <p:grpSpPr>
            <a:xfrm>
              <a:off x="1421567" y="1179665"/>
              <a:ext cx="80700" cy="1526144"/>
              <a:chOff x="1421567" y="1179665"/>
              <a:chExt cx="80700" cy="1526144"/>
            </a:xfrm>
          </p:grpSpPr>
          <p:sp>
            <p:nvSpPr>
              <p:cNvPr id="4957" name="Google Shape;4957;p56"/>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6"/>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6"/>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6"/>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6"/>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6"/>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6"/>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6"/>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 name="Google Shape;4967;p56"/>
            <p:cNvGrpSpPr/>
            <p:nvPr/>
          </p:nvGrpSpPr>
          <p:grpSpPr>
            <a:xfrm>
              <a:off x="1592327" y="1179665"/>
              <a:ext cx="80700" cy="1526144"/>
              <a:chOff x="1592327" y="1179665"/>
              <a:chExt cx="80700" cy="1526144"/>
            </a:xfrm>
          </p:grpSpPr>
          <p:sp>
            <p:nvSpPr>
              <p:cNvPr id="4968" name="Google Shape;4968;p56"/>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6"/>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6"/>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6"/>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6"/>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6"/>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8" name="Google Shape;4978;p56"/>
            <p:cNvGrpSpPr/>
            <p:nvPr/>
          </p:nvGrpSpPr>
          <p:grpSpPr>
            <a:xfrm>
              <a:off x="1766187" y="1179665"/>
              <a:ext cx="80700" cy="1526144"/>
              <a:chOff x="1766187" y="1179665"/>
              <a:chExt cx="80700" cy="1526144"/>
            </a:xfrm>
          </p:grpSpPr>
          <p:sp>
            <p:nvSpPr>
              <p:cNvPr id="4979" name="Google Shape;4979;p56"/>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6"/>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6"/>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6"/>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6"/>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6"/>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6"/>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6"/>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6"/>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56"/>
            <p:cNvGrpSpPr/>
            <p:nvPr/>
          </p:nvGrpSpPr>
          <p:grpSpPr>
            <a:xfrm>
              <a:off x="1936935" y="1179665"/>
              <a:ext cx="80700" cy="1526144"/>
              <a:chOff x="1936935" y="1179665"/>
              <a:chExt cx="80700" cy="1526144"/>
            </a:xfrm>
          </p:grpSpPr>
          <p:sp>
            <p:nvSpPr>
              <p:cNvPr id="4990" name="Google Shape;4990;p56"/>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6"/>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6"/>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6"/>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6"/>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0" name="Google Shape;5000;p56"/>
            <p:cNvGrpSpPr/>
            <p:nvPr/>
          </p:nvGrpSpPr>
          <p:grpSpPr>
            <a:xfrm>
              <a:off x="2110795" y="1179665"/>
              <a:ext cx="80700" cy="1526144"/>
              <a:chOff x="2110795" y="1179665"/>
              <a:chExt cx="80700" cy="1526144"/>
            </a:xfrm>
          </p:grpSpPr>
          <p:sp>
            <p:nvSpPr>
              <p:cNvPr id="5001" name="Google Shape;5001;p56"/>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6"/>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6"/>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6"/>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1" name="Google Shape;5011;p56"/>
            <p:cNvGrpSpPr/>
            <p:nvPr/>
          </p:nvGrpSpPr>
          <p:grpSpPr>
            <a:xfrm>
              <a:off x="2284655" y="1179665"/>
              <a:ext cx="80700" cy="1526144"/>
              <a:chOff x="2284655" y="1179665"/>
              <a:chExt cx="80700" cy="1526144"/>
            </a:xfrm>
          </p:grpSpPr>
          <p:sp>
            <p:nvSpPr>
              <p:cNvPr id="5012" name="Google Shape;5012;p56"/>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6"/>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6"/>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6"/>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6"/>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6"/>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2" name="Google Shape;5022;p56"/>
          <p:cNvGrpSpPr/>
          <p:nvPr/>
        </p:nvGrpSpPr>
        <p:grpSpPr>
          <a:xfrm>
            <a:off x="2611693" y="986760"/>
            <a:ext cx="1364248" cy="1102133"/>
            <a:chOff x="2623904" y="1198803"/>
            <a:chExt cx="1364248" cy="1102133"/>
          </a:xfrm>
        </p:grpSpPr>
        <p:grpSp>
          <p:nvGrpSpPr>
            <p:cNvPr id="5023" name="Google Shape;5023;p56"/>
            <p:cNvGrpSpPr/>
            <p:nvPr/>
          </p:nvGrpSpPr>
          <p:grpSpPr>
            <a:xfrm>
              <a:off x="2623907" y="1198803"/>
              <a:ext cx="1364245" cy="273000"/>
              <a:chOff x="2623907" y="1198803"/>
              <a:chExt cx="1364245" cy="273000"/>
            </a:xfrm>
          </p:grpSpPr>
          <p:sp>
            <p:nvSpPr>
              <p:cNvPr id="5024" name="Google Shape;5024;p5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6"/>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9" name="Google Shape;5029;p56"/>
            <p:cNvGrpSpPr/>
            <p:nvPr/>
          </p:nvGrpSpPr>
          <p:grpSpPr>
            <a:xfrm>
              <a:off x="2623904" y="1476964"/>
              <a:ext cx="1364245" cy="273000"/>
              <a:chOff x="2623904" y="1476964"/>
              <a:chExt cx="1364245" cy="273000"/>
            </a:xfrm>
          </p:grpSpPr>
          <p:sp>
            <p:nvSpPr>
              <p:cNvPr id="5030" name="Google Shape;5030;p5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6"/>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6"/>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6"/>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56"/>
            <p:cNvGrpSpPr/>
            <p:nvPr/>
          </p:nvGrpSpPr>
          <p:grpSpPr>
            <a:xfrm>
              <a:off x="2623907" y="1749775"/>
              <a:ext cx="1364245" cy="273000"/>
              <a:chOff x="2623907" y="1749775"/>
              <a:chExt cx="1364245" cy="273000"/>
            </a:xfrm>
          </p:grpSpPr>
          <p:sp>
            <p:nvSpPr>
              <p:cNvPr id="5036" name="Google Shape;5036;p5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6"/>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6"/>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56"/>
            <p:cNvGrpSpPr/>
            <p:nvPr/>
          </p:nvGrpSpPr>
          <p:grpSpPr>
            <a:xfrm>
              <a:off x="2623904" y="2027936"/>
              <a:ext cx="1364245" cy="273000"/>
              <a:chOff x="2623904" y="2027936"/>
              <a:chExt cx="1364245" cy="273000"/>
            </a:xfrm>
          </p:grpSpPr>
          <p:sp>
            <p:nvSpPr>
              <p:cNvPr id="5042" name="Google Shape;5042;p5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47" name="Google Shape;5047;p56"/>
          <p:cNvGrpSpPr/>
          <p:nvPr/>
        </p:nvGrpSpPr>
        <p:grpSpPr>
          <a:xfrm>
            <a:off x="2601154" y="2445833"/>
            <a:ext cx="1387541" cy="159124"/>
            <a:chOff x="3200660" y="2180272"/>
            <a:chExt cx="2563824" cy="378237"/>
          </a:xfrm>
        </p:grpSpPr>
        <p:sp>
          <p:nvSpPr>
            <p:cNvPr id="5048" name="Google Shape;5048;p5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56"/>
          <p:cNvGrpSpPr/>
          <p:nvPr/>
        </p:nvGrpSpPr>
        <p:grpSpPr>
          <a:xfrm>
            <a:off x="2597679" y="2723597"/>
            <a:ext cx="1390502" cy="159625"/>
            <a:chOff x="3530150" y="2790075"/>
            <a:chExt cx="1962600" cy="225300"/>
          </a:xfrm>
        </p:grpSpPr>
        <p:sp>
          <p:nvSpPr>
            <p:cNvPr id="5067" name="Google Shape;5067;p56"/>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6"/>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9" name="Google Shape;5069;p56"/>
          <p:cNvGrpSpPr/>
          <p:nvPr/>
        </p:nvGrpSpPr>
        <p:grpSpPr>
          <a:xfrm>
            <a:off x="2597736" y="3001862"/>
            <a:ext cx="1411629" cy="154175"/>
            <a:chOff x="3558802" y="4011244"/>
            <a:chExt cx="1866000" cy="111600"/>
          </a:xfrm>
        </p:grpSpPr>
        <p:sp>
          <p:nvSpPr>
            <p:cNvPr id="5070" name="Google Shape;5070;p56"/>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6"/>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56"/>
          <p:cNvGrpSpPr/>
          <p:nvPr/>
        </p:nvGrpSpPr>
        <p:grpSpPr>
          <a:xfrm>
            <a:off x="2598024" y="2207432"/>
            <a:ext cx="1383503" cy="119761"/>
            <a:chOff x="3465975" y="2270258"/>
            <a:chExt cx="1986364" cy="171947"/>
          </a:xfrm>
        </p:grpSpPr>
        <p:sp>
          <p:nvSpPr>
            <p:cNvPr id="5073" name="Google Shape;5073;p5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6"/>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6"/>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6"/>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6"/>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6"/>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1" name="Google Shape;5081;p56"/>
          <p:cNvGrpSpPr/>
          <p:nvPr/>
        </p:nvGrpSpPr>
        <p:grpSpPr>
          <a:xfrm>
            <a:off x="2609031" y="3571205"/>
            <a:ext cx="1369531" cy="195460"/>
            <a:chOff x="723300" y="4253549"/>
            <a:chExt cx="2276482" cy="324900"/>
          </a:xfrm>
        </p:grpSpPr>
        <p:sp>
          <p:nvSpPr>
            <p:cNvPr id="5082" name="Google Shape;5082;p5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6"/>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56"/>
          <p:cNvGrpSpPr/>
          <p:nvPr/>
        </p:nvGrpSpPr>
        <p:grpSpPr>
          <a:xfrm>
            <a:off x="2598592" y="3272446"/>
            <a:ext cx="1389066" cy="180119"/>
            <a:chOff x="705948" y="3788465"/>
            <a:chExt cx="2308953" cy="299400"/>
          </a:xfrm>
        </p:grpSpPr>
        <p:sp>
          <p:nvSpPr>
            <p:cNvPr id="5088" name="Google Shape;5088;p5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6"/>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6"/>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56"/>
          <p:cNvGrpSpPr/>
          <p:nvPr/>
        </p:nvGrpSpPr>
        <p:grpSpPr>
          <a:xfrm>
            <a:off x="4195583" y="1876400"/>
            <a:ext cx="1433821" cy="191501"/>
            <a:chOff x="4273350" y="2088443"/>
            <a:chExt cx="1433821" cy="191501"/>
          </a:xfrm>
        </p:grpSpPr>
        <p:grpSp>
          <p:nvGrpSpPr>
            <p:cNvPr id="5094" name="Google Shape;5094;p56"/>
            <p:cNvGrpSpPr/>
            <p:nvPr/>
          </p:nvGrpSpPr>
          <p:grpSpPr>
            <a:xfrm>
              <a:off x="4273350" y="2088443"/>
              <a:ext cx="1433821" cy="0"/>
              <a:chOff x="5224975" y="2962250"/>
              <a:chExt cx="1544400" cy="0"/>
            </a:xfrm>
          </p:grpSpPr>
          <p:cxnSp>
            <p:nvCxnSpPr>
              <p:cNvPr id="5095" name="Google Shape;5095;p5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096" name="Google Shape;5096;p56"/>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097" name="Google Shape;5097;p56"/>
            <p:cNvGrpSpPr/>
            <p:nvPr/>
          </p:nvGrpSpPr>
          <p:grpSpPr>
            <a:xfrm>
              <a:off x="4273350" y="2279944"/>
              <a:ext cx="1433821" cy="0"/>
              <a:chOff x="5224975" y="2962250"/>
              <a:chExt cx="1544400" cy="0"/>
            </a:xfrm>
          </p:grpSpPr>
          <p:cxnSp>
            <p:nvCxnSpPr>
              <p:cNvPr id="5098" name="Google Shape;5098;p5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099" name="Google Shape;5099;p56"/>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100" name="Google Shape;5100;p56"/>
          <p:cNvGrpSpPr/>
          <p:nvPr/>
        </p:nvGrpSpPr>
        <p:grpSpPr>
          <a:xfrm>
            <a:off x="2646529" y="3885304"/>
            <a:ext cx="1304609" cy="294074"/>
            <a:chOff x="2658741" y="4097347"/>
            <a:chExt cx="1304609" cy="294074"/>
          </a:xfrm>
        </p:grpSpPr>
        <p:grpSp>
          <p:nvGrpSpPr>
            <p:cNvPr id="5101" name="Google Shape;5101;p56"/>
            <p:cNvGrpSpPr/>
            <p:nvPr/>
          </p:nvGrpSpPr>
          <p:grpSpPr>
            <a:xfrm>
              <a:off x="2658741" y="4097347"/>
              <a:ext cx="118572" cy="294074"/>
              <a:chOff x="3343310" y="4475555"/>
              <a:chExt cx="127717" cy="316753"/>
            </a:xfrm>
          </p:grpSpPr>
          <p:sp>
            <p:nvSpPr>
              <p:cNvPr id="5102" name="Google Shape;5102;p5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4" name="Google Shape;5104;p56"/>
            <p:cNvGrpSpPr/>
            <p:nvPr/>
          </p:nvGrpSpPr>
          <p:grpSpPr>
            <a:xfrm>
              <a:off x="3815519" y="4098388"/>
              <a:ext cx="147831" cy="291991"/>
              <a:chOff x="3527539" y="4476677"/>
              <a:chExt cx="159232" cy="314510"/>
            </a:xfrm>
          </p:grpSpPr>
          <p:sp>
            <p:nvSpPr>
              <p:cNvPr id="5105" name="Google Shape;5105;p5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7" name="Google Shape;5107;p56"/>
            <p:cNvGrpSpPr/>
            <p:nvPr/>
          </p:nvGrpSpPr>
          <p:grpSpPr>
            <a:xfrm>
              <a:off x="3511696" y="4098388"/>
              <a:ext cx="147831" cy="291991"/>
              <a:chOff x="3527539" y="4476677"/>
              <a:chExt cx="159232" cy="314510"/>
            </a:xfrm>
          </p:grpSpPr>
          <p:sp>
            <p:nvSpPr>
              <p:cNvPr id="5108" name="Google Shape;5108;p5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56"/>
            <p:cNvGrpSpPr/>
            <p:nvPr/>
          </p:nvGrpSpPr>
          <p:grpSpPr>
            <a:xfrm>
              <a:off x="3207874" y="4098388"/>
              <a:ext cx="147831" cy="291991"/>
              <a:chOff x="3527539" y="4476677"/>
              <a:chExt cx="159232" cy="314510"/>
            </a:xfrm>
          </p:grpSpPr>
          <p:sp>
            <p:nvSpPr>
              <p:cNvPr id="5111" name="Google Shape;5111;p5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56"/>
            <p:cNvGrpSpPr/>
            <p:nvPr/>
          </p:nvGrpSpPr>
          <p:grpSpPr>
            <a:xfrm>
              <a:off x="2933305" y="4097347"/>
              <a:ext cx="118572" cy="294074"/>
              <a:chOff x="3343310" y="4475555"/>
              <a:chExt cx="127717" cy="316753"/>
            </a:xfrm>
          </p:grpSpPr>
          <p:sp>
            <p:nvSpPr>
              <p:cNvPr id="5114" name="Google Shape;5114;p5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16" name="Google Shape;5116;p56"/>
          <p:cNvGrpSpPr/>
          <p:nvPr/>
        </p:nvGrpSpPr>
        <p:grpSpPr>
          <a:xfrm>
            <a:off x="4197138" y="963998"/>
            <a:ext cx="1430711" cy="751237"/>
            <a:chOff x="5159450" y="1919950"/>
            <a:chExt cx="1541050" cy="862500"/>
          </a:xfrm>
        </p:grpSpPr>
        <p:sp>
          <p:nvSpPr>
            <p:cNvPr id="5117" name="Google Shape;5117;p5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118" name="Google Shape;5118;p56"/>
            <p:cNvGrpSpPr/>
            <p:nvPr/>
          </p:nvGrpSpPr>
          <p:grpSpPr>
            <a:xfrm>
              <a:off x="5159450" y="1919950"/>
              <a:ext cx="1541050" cy="862500"/>
              <a:chOff x="5159450" y="1919950"/>
              <a:chExt cx="1541050" cy="862500"/>
            </a:xfrm>
          </p:grpSpPr>
          <p:cxnSp>
            <p:nvCxnSpPr>
              <p:cNvPr id="5119" name="Google Shape;5119;p5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120" name="Google Shape;5120;p5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121" name="Google Shape;5121;p56"/>
          <p:cNvGrpSpPr/>
          <p:nvPr/>
        </p:nvGrpSpPr>
        <p:grpSpPr>
          <a:xfrm>
            <a:off x="4245275" y="2227768"/>
            <a:ext cx="1334436" cy="967914"/>
            <a:chOff x="4294923" y="2439811"/>
            <a:chExt cx="1334436" cy="967914"/>
          </a:xfrm>
        </p:grpSpPr>
        <p:grpSp>
          <p:nvGrpSpPr>
            <p:cNvPr id="5122" name="Google Shape;5122;p56"/>
            <p:cNvGrpSpPr/>
            <p:nvPr/>
          </p:nvGrpSpPr>
          <p:grpSpPr>
            <a:xfrm>
              <a:off x="4960455" y="2469658"/>
              <a:ext cx="668904" cy="885524"/>
              <a:chOff x="4960455" y="2469658"/>
              <a:chExt cx="668904" cy="885524"/>
            </a:xfrm>
          </p:grpSpPr>
          <p:sp>
            <p:nvSpPr>
              <p:cNvPr id="5123" name="Google Shape;5123;p56"/>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6"/>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6"/>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6"/>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6"/>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6"/>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9" name="Google Shape;5129;p56"/>
            <p:cNvGrpSpPr/>
            <p:nvPr/>
          </p:nvGrpSpPr>
          <p:grpSpPr>
            <a:xfrm>
              <a:off x="4294923" y="2469658"/>
              <a:ext cx="668951" cy="885524"/>
              <a:chOff x="4294923" y="2469658"/>
              <a:chExt cx="668951" cy="885524"/>
            </a:xfrm>
          </p:grpSpPr>
          <p:sp>
            <p:nvSpPr>
              <p:cNvPr id="5130" name="Google Shape;5130;p56"/>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6"/>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6"/>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6"/>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6"/>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6"/>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6" name="Google Shape;5136;p56"/>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7" name="Google Shape;5137;p56"/>
          <p:cNvGrpSpPr/>
          <p:nvPr/>
        </p:nvGrpSpPr>
        <p:grpSpPr>
          <a:xfrm>
            <a:off x="4231478" y="3282213"/>
            <a:ext cx="1430949" cy="897289"/>
            <a:chOff x="4351371" y="3547942"/>
            <a:chExt cx="1345130" cy="843475"/>
          </a:xfrm>
        </p:grpSpPr>
        <p:grpSp>
          <p:nvGrpSpPr>
            <p:cNvPr id="5138" name="Google Shape;5138;p56"/>
            <p:cNvGrpSpPr/>
            <p:nvPr/>
          </p:nvGrpSpPr>
          <p:grpSpPr>
            <a:xfrm>
              <a:off x="4351371" y="4209917"/>
              <a:ext cx="1345130" cy="181500"/>
              <a:chOff x="4351371" y="4209917"/>
              <a:chExt cx="1345130" cy="181500"/>
            </a:xfrm>
          </p:grpSpPr>
          <p:sp>
            <p:nvSpPr>
              <p:cNvPr id="5139" name="Google Shape;5139;p56"/>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40" name="Google Shape;5140;p56"/>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141" name="Google Shape;5141;p56"/>
            <p:cNvGrpSpPr/>
            <p:nvPr/>
          </p:nvGrpSpPr>
          <p:grpSpPr>
            <a:xfrm>
              <a:off x="4403010" y="3985221"/>
              <a:ext cx="1109518" cy="181500"/>
              <a:chOff x="4403010" y="3985221"/>
              <a:chExt cx="1109518" cy="181500"/>
            </a:xfrm>
          </p:grpSpPr>
          <p:sp>
            <p:nvSpPr>
              <p:cNvPr id="5142" name="Google Shape;5142;p56"/>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43" name="Google Shape;5143;p56"/>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144" name="Google Shape;5144;p56"/>
            <p:cNvGrpSpPr/>
            <p:nvPr/>
          </p:nvGrpSpPr>
          <p:grpSpPr>
            <a:xfrm>
              <a:off x="4618704" y="3766582"/>
              <a:ext cx="807858" cy="181500"/>
              <a:chOff x="4618704" y="3766582"/>
              <a:chExt cx="807858" cy="181500"/>
            </a:xfrm>
          </p:grpSpPr>
          <p:sp>
            <p:nvSpPr>
              <p:cNvPr id="5145" name="Google Shape;5145;p56"/>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46" name="Google Shape;5146;p56"/>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147" name="Google Shape;5147;p56"/>
            <p:cNvGrpSpPr/>
            <p:nvPr/>
          </p:nvGrpSpPr>
          <p:grpSpPr>
            <a:xfrm>
              <a:off x="4735238" y="3547942"/>
              <a:ext cx="462839" cy="181500"/>
              <a:chOff x="4735238" y="3547942"/>
              <a:chExt cx="462839" cy="181500"/>
            </a:xfrm>
          </p:grpSpPr>
          <p:sp>
            <p:nvSpPr>
              <p:cNvPr id="5148" name="Google Shape;5148;p56"/>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49" name="Google Shape;5149;p56"/>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150" name="Google Shape;5150;p56"/>
          <p:cNvGrpSpPr/>
          <p:nvPr/>
        </p:nvGrpSpPr>
        <p:grpSpPr>
          <a:xfrm>
            <a:off x="7407836" y="2217537"/>
            <a:ext cx="1020955" cy="928853"/>
            <a:chOff x="926675" y="238125"/>
            <a:chExt cx="5755100" cy="5232975"/>
          </a:xfrm>
        </p:grpSpPr>
        <p:sp>
          <p:nvSpPr>
            <p:cNvPr id="5151" name="Google Shape;5151;p56"/>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6"/>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6"/>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6"/>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56"/>
          <p:cNvGrpSpPr/>
          <p:nvPr/>
        </p:nvGrpSpPr>
        <p:grpSpPr>
          <a:xfrm>
            <a:off x="715210" y="2616272"/>
            <a:ext cx="1695374" cy="1560837"/>
            <a:chOff x="727421" y="2828315"/>
            <a:chExt cx="1695374" cy="1560837"/>
          </a:xfrm>
        </p:grpSpPr>
        <p:grpSp>
          <p:nvGrpSpPr>
            <p:cNvPr id="5156" name="Google Shape;5156;p56"/>
            <p:cNvGrpSpPr/>
            <p:nvPr/>
          </p:nvGrpSpPr>
          <p:grpSpPr>
            <a:xfrm>
              <a:off x="727421" y="2828315"/>
              <a:ext cx="1695374" cy="1560837"/>
              <a:chOff x="734799" y="2782450"/>
              <a:chExt cx="1571100" cy="1577400"/>
            </a:xfrm>
          </p:grpSpPr>
          <p:cxnSp>
            <p:nvCxnSpPr>
              <p:cNvPr id="5157" name="Google Shape;5157;p5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158" name="Google Shape;5158;p5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159" name="Google Shape;5159;p56"/>
            <p:cNvGrpSpPr/>
            <p:nvPr/>
          </p:nvGrpSpPr>
          <p:grpSpPr>
            <a:xfrm>
              <a:off x="819108" y="2882501"/>
              <a:ext cx="1556791" cy="1426186"/>
              <a:chOff x="819108" y="2882501"/>
              <a:chExt cx="1556791" cy="1426186"/>
            </a:xfrm>
          </p:grpSpPr>
          <p:grpSp>
            <p:nvGrpSpPr>
              <p:cNvPr id="5160" name="Google Shape;5160;p56"/>
              <p:cNvGrpSpPr/>
              <p:nvPr/>
            </p:nvGrpSpPr>
            <p:grpSpPr>
              <a:xfrm>
                <a:off x="819108" y="2882501"/>
                <a:ext cx="103104" cy="1426186"/>
                <a:chOff x="4674013" y="3100904"/>
                <a:chExt cx="122758" cy="1698043"/>
              </a:xfrm>
            </p:grpSpPr>
            <p:sp>
              <p:nvSpPr>
                <p:cNvPr id="5161" name="Google Shape;5161;p5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56"/>
              <p:cNvGrpSpPr/>
              <p:nvPr/>
            </p:nvGrpSpPr>
            <p:grpSpPr>
              <a:xfrm>
                <a:off x="1062475" y="2882501"/>
                <a:ext cx="103104" cy="1426186"/>
                <a:chOff x="4940438" y="3100904"/>
                <a:chExt cx="122758" cy="1698043"/>
              </a:xfrm>
            </p:grpSpPr>
            <p:sp>
              <p:nvSpPr>
                <p:cNvPr id="5169" name="Google Shape;5169;p5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56"/>
              <p:cNvGrpSpPr/>
              <p:nvPr/>
            </p:nvGrpSpPr>
            <p:grpSpPr>
              <a:xfrm>
                <a:off x="1299324" y="2882501"/>
                <a:ext cx="103104" cy="1426186"/>
                <a:chOff x="5206863" y="3100904"/>
                <a:chExt cx="122758" cy="1698043"/>
              </a:xfrm>
            </p:grpSpPr>
            <p:sp>
              <p:nvSpPr>
                <p:cNvPr id="5177" name="Google Shape;5177;p5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4" name="Google Shape;5184;p56"/>
              <p:cNvGrpSpPr/>
              <p:nvPr/>
            </p:nvGrpSpPr>
            <p:grpSpPr>
              <a:xfrm>
                <a:off x="1786057" y="2882501"/>
                <a:ext cx="103104" cy="1426186"/>
                <a:chOff x="6006138" y="3143629"/>
                <a:chExt cx="122758" cy="1698043"/>
              </a:xfrm>
            </p:grpSpPr>
            <p:sp>
              <p:nvSpPr>
                <p:cNvPr id="5185" name="Google Shape;5185;p5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56"/>
              <p:cNvGrpSpPr/>
              <p:nvPr/>
            </p:nvGrpSpPr>
            <p:grpSpPr>
              <a:xfrm>
                <a:off x="2029422" y="2882501"/>
                <a:ext cx="103104" cy="1426186"/>
                <a:chOff x="6805413" y="3100904"/>
                <a:chExt cx="122758" cy="1698043"/>
              </a:xfrm>
            </p:grpSpPr>
            <p:sp>
              <p:nvSpPr>
                <p:cNvPr id="5193" name="Google Shape;5193;p5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56"/>
              <p:cNvGrpSpPr/>
              <p:nvPr/>
            </p:nvGrpSpPr>
            <p:grpSpPr>
              <a:xfrm>
                <a:off x="2272795" y="2882501"/>
                <a:ext cx="103104" cy="1426186"/>
                <a:chOff x="5206863" y="3100904"/>
                <a:chExt cx="122758" cy="1698043"/>
              </a:xfrm>
            </p:grpSpPr>
            <p:sp>
              <p:nvSpPr>
                <p:cNvPr id="5201" name="Google Shape;5201;p5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56"/>
              <p:cNvGrpSpPr/>
              <p:nvPr/>
            </p:nvGrpSpPr>
            <p:grpSpPr>
              <a:xfrm>
                <a:off x="1542694" y="2882501"/>
                <a:ext cx="103104" cy="1426186"/>
                <a:chOff x="6006138" y="3143629"/>
                <a:chExt cx="122758" cy="1698043"/>
              </a:xfrm>
            </p:grpSpPr>
            <p:sp>
              <p:nvSpPr>
                <p:cNvPr id="5209" name="Google Shape;5209;p5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16" name="Google Shape;5216;p56"/>
          <p:cNvGrpSpPr/>
          <p:nvPr/>
        </p:nvGrpSpPr>
        <p:grpSpPr>
          <a:xfrm>
            <a:off x="5671260" y="3305994"/>
            <a:ext cx="2749952" cy="870677"/>
            <a:chOff x="238125" y="1725700"/>
            <a:chExt cx="7139025" cy="2260325"/>
          </a:xfrm>
        </p:grpSpPr>
        <p:sp>
          <p:nvSpPr>
            <p:cNvPr id="5217" name="Google Shape;5217;p56"/>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6"/>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6"/>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6"/>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6"/>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6"/>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6"/>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6"/>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6"/>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6"/>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56"/>
          <p:cNvGrpSpPr/>
          <p:nvPr/>
        </p:nvGrpSpPr>
        <p:grpSpPr>
          <a:xfrm>
            <a:off x="5941424" y="2247740"/>
            <a:ext cx="1105452" cy="916747"/>
            <a:chOff x="5249100" y="1210600"/>
            <a:chExt cx="3502700" cy="2904775"/>
          </a:xfrm>
        </p:grpSpPr>
        <p:sp>
          <p:nvSpPr>
            <p:cNvPr id="5228" name="Google Shape;5228;p5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32" name="Google Shape;5232;p56"/>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233" name="Google Shape;5233;p56"/>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234" name="Google Shape;5234;p56"/>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235" name="Google Shape;5235;p56"/>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236" name="Google Shape;5236;p56"/>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56"/>
          <p:cNvGrpSpPr/>
          <p:nvPr/>
        </p:nvGrpSpPr>
        <p:grpSpPr>
          <a:xfrm>
            <a:off x="7123972" y="967158"/>
            <a:ext cx="1304650" cy="1124856"/>
            <a:chOff x="7287122" y="1165658"/>
            <a:chExt cx="1219413" cy="1051365"/>
          </a:xfrm>
        </p:grpSpPr>
        <p:grpSp>
          <p:nvGrpSpPr>
            <p:cNvPr id="5238" name="Google Shape;5238;p56"/>
            <p:cNvGrpSpPr/>
            <p:nvPr/>
          </p:nvGrpSpPr>
          <p:grpSpPr>
            <a:xfrm>
              <a:off x="7287122" y="1969723"/>
              <a:ext cx="1219413" cy="247300"/>
              <a:chOff x="7287122" y="1969723"/>
              <a:chExt cx="1219413" cy="247300"/>
            </a:xfrm>
          </p:grpSpPr>
          <p:sp>
            <p:nvSpPr>
              <p:cNvPr id="5239" name="Google Shape;5239;p5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0" name="Google Shape;5240;p56"/>
              <p:cNvGrpSpPr/>
              <p:nvPr/>
            </p:nvGrpSpPr>
            <p:grpSpPr>
              <a:xfrm>
                <a:off x="7287122" y="2063892"/>
                <a:ext cx="1151753" cy="73428"/>
                <a:chOff x="7287122" y="2063892"/>
                <a:chExt cx="1151753" cy="73428"/>
              </a:xfrm>
            </p:grpSpPr>
            <p:sp>
              <p:nvSpPr>
                <p:cNvPr id="5241" name="Google Shape;5241;p5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42" name="Google Shape;5242;p5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243" name="Google Shape;5243;p56"/>
            <p:cNvGrpSpPr/>
            <p:nvPr/>
          </p:nvGrpSpPr>
          <p:grpSpPr>
            <a:xfrm>
              <a:off x="7287122" y="1712201"/>
              <a:ext cx="1219403" cy="246767"/>
              <a:chOff x="7287122" y="1712201"/>
              <a:chExt cx="1219403" cy="246767"/>
            </a:xfrm>
          </p:grpSpPr>
          <p:sp>
            <p:nvSpPr>
              <p:cNvPr id="5244" name="Google Shape;5244;p5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5" name="Google Shape;5245;p56"/>
              <p:cNvGrpSpPr/>
              <p:nvPr/>
            </p:nvGrpSpPr>
            <p:grpSpPr>
              <a:xfrm>
                <a:off x="7287122" y="1842861"/>
                <a:ext cx="1005303" cy="73419"/>
                <a:chOff x="7287122" y="1842861"/>
                <a:chExt cx="1005303" cy="73419"/>
              </a:xfrm>
            </p:grpSpPr>
            <p:sp>
              <p:nvSpPr>
                <p:cNvPr id="5246" name="Google Shape;5246;p5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47" name="Google Shape;5247;p5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248" name="Google Shape;5248;p56"/>
            <p:cNvGrpSpPr/>
            <p:nvPr/>
          </p:nvGrpSpPr>
          <p:grpSpPr>
            <a:xfrm>
              <a:off x="7287122" y="1447520"/>
              <a:ext cx="1219403" cy="286667"/>
              <a:chOff x="7287122" y="1447520"/>
              <a:chExt cx="1219403" cy="286667"/>
            </a:xfrm>
          </p:grpSpPr>
          <p:sp>
            <p:nvSpPr>
              <p:cNvPr id="5249" name="Google Shape;5249;p5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0" name="Google Shape;5250;p56"/>
              <p:cNvGrpSpPr/>
              <p:nvPr/>
            </p:nvGrpSpPr>
            <p:grpSpPr>
              <a:xfrm>
                <a:off x="7287122" y="1581977"/>
                <a:ext cx="852803" cy="73428"/>
                <a:chOff x="7287122" y="1581977"/>
                <a:chExt cx="852803" cy="73428"/>
              </a:xfrm>
            </p:grpSpPr>
            <p:sp>
              <p:nvSpPr>
                <p:cNvPr id="5251" name="Google Shape;5251;p5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52" name="Google Shape;5252;p5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253" name="Google Shape;5253;p56"/>
            <p:cNvGrpSpPr/>
            <p:nvPr/>
          </p:nvGrpSpPr>
          <p:grpSpPr>
            <a:xfrm>
              <a:off x="7287122" y="1165658"/>
              <a:ext cx="1219403" cy="344253"/>
              <a:chOff x="7287122" y="1165658"/>
              <a:chExt cx="1219403" cy="344253"/>
            </a:xfrm>
          </p:grpSpPr>
          <p:sp>
            <p:nvSpPr>
              <p:cNvPr id="5254" name="Google Shape;5254;p5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5" name="Google Shape;5255;p56"/>
              <p:cNvGrpSpPr/>
              <p:nvPr/>
            </p:nvGrpSpPr>
            <p:grpSpPr>
              <a:xfrm>
                <a:off x="7287122" y="1341025"/>
                <a:ext cx="695703" cy="73419"/>
                <a:chOff x="7287122" y="1341025"/>
                <a:chExt cx="695703" cy="73419"/>
              </a:xfrm>
            </p:grpSpPr>
            <p:sp>
              <p:nvSpPr>
                <p:cNvPr id="5256" name="Google Shape;5256;p5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57" name="Google Shape;5257;p5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258" name="Google Shape;5258;p56"/>
          <p:cNvGrpSpPr/>
          <p:nvPr/>
        </p:nvGrpSpPr>
        <p:grpSpPr>
          <a:xfrm>
            <a:off x="5790464" y="973181"/>
            <a:ext cx="1397729" cy="1098540"/>
            <a:chOff x="5900602" y="1193063"/>
            <a:chExt cx="1299851" cy="1021707"/>
          </a:xfrm>
        </p:grpSpPr>
        <p:grpSp>
          <p:nvGrpSpPr>
            <p:cNvPr id="5259" name="Google Shape;5259;p56"/>
            <p:cNvGrpSpPr/>
            <p:nvPr/>
          </p:nvGrpSpPr>
          <p:grpSpPr>
            <a:xfrm>
              <a:off x="6520337" y="1193063"/>
              <a:ext cx="341815" cy="799959"/>
              <a:chOff x="6520337" y="1193063"/>
              <a:chExt cx="341815" cy="799959"/>
            </a:xfrm>
          </p:grpSpPr>
          <p:grpSp>
            <p:nvGrpSpPr>
              <p:cNvPr id="5260" name="Google Shape;5260;p56"/>
              <p:cNvGrpSpPr/>
              <p:nvPr/>
            </p:nvGrpSpPr>
            <p:grpSpPr>
              <a:xfrm>
                <a:off x="6520337" y="1589527"/>
                <a:ext cx="213950" cy="403494"/>
                <a:chOff x="6520337" y="1589527"/>
                <a:chExt cx="213950" cy="403494"/>
              </a:xfrm>
            </p:grpSpPr>
            <p:sp>
              <p:nvSpPr>
                <p:cNvPr id="5261" name="Google Shape;5261;p5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6"/>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3" name="Google Shape;5263;p56"/>
              <p:cNvGrpSpPr/>
              <p:nvPr/>
            </p:nvGrpSpPr>
            <p:grpSpPr>
              <a:xfrm>
                <a:off x="6577204" y="1193063"/>
                <a:ext cx="284947" cy="464512"/>
                <a:chOff x="6577204" y="1193063"/>
                <a:chExt cx="284947" cy="464512"/>
              </a:xfrm>
            </p:grpSpPr>
            <p:sp>
              <p:nvSpPr>
                <p:cNvPr id="5264" name="Google Shape;5264;p5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65" name="Google Shape;5265;p56"/>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266" name="Google Shape;5266;p56"/>
            <p:cNvGrpSpPr/>
            <p:nvPr/>
          </p:nvGrpSpPr>
          <p:grpSpPr>
            <a:xfrm>
              <a:off x="6238903" y="1193063"/>
              <a:ext cx="300475" cy="900152"/>
              <a:chOff x="6238903" y="1193063"/>
              <a:chExt cx="300475" cy="900152"/>
            </a:xfrm>
          </p:grpSpPr>
          <p:grpSp>
            <p:nvGrpSpPr>
              <p:cNvPr id="5267" name="Google Shape;5267;p56"/>
              <p:cNvGrpSpPr/>
              <p:nvPr/>
            </p:nvGrpSpPr>
            <p:grpSpPr>
              <a:xfrm>
                <a:off x="6290865" y="1489315"/>
                <a:ext cx="248514" cy="603900"/>
                <a:chOff x="6290865" y="1489315"/>
                <a:chExt cx="248514" cy="603900"/>
              </a:xfrm>
            </p:grpSpPr>
            <p:sp>
              <p:nvSpPr>
                <p:cNvPr id="5268" name="Google Shape;5268;p5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6"/>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0" name="Google Shape;5270;p56"/>
              <p:cNvGrpSpPr/>
              <p:nvPr/>
            </p:nvGrpSpPr>
            <p:grpSpPr>
              <a:xfrm>
                <a:off x="6238903" y="1193063"/>
                <a:ext cx="284947" cy="333087"/>
                <a:chOff x="6238903" y="1193063"/>
                <a:chExt cx="284947" cy="333087"/>
              </a:xfrm>
            </p:grpSpPr>
            <p:sp>
              <p:nvSpPr>
                <p:cNvPr id="5271" name="Google Shape;5271;p5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72" name="Google Shape;5272;p56"/>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273" name="Google Shape;5273;p56"/>
            <p:cNvGrpSpPr/>
            <p:nvPr/>
          </p:nvGrpSpPr>
          <p:grpSpPr>
            <a:xfrm>
              <a:off x="5900602" y="1193063"/>
              <a:ext cx="444345" cy="1021707"/>
              <a:chOff x="5900602" y="1193063"/>
              <a:chExt cx="444345" cy="1021707"/>
            </a:xfrm>
          </p:grpSpPr>
          <p:grpSp>
            <p:nvGrpSpPr>
              <p:cNvPr id="5274" name="Google Shape;5274;p56"/>
              <p:cNvGrpSpPr/>
              <p:nvPr/>
            </p:nvGrpSpPr>
            <p:grpSpPr>
              <a:xfrm>
                <a:off x="6046501" y="1367785"/>
                <a:ext cx="298446" cy="846986"/>
                <a:chOff x="6046501" y="1367785"/>
                <a:chExt cx="298446" cy="846986"/>
              </a:xfrm>
            </p:grpSpPr>
            <p:sp>
              <p:nvSpPr>
                <p:cNvPr id="5275" name="Google Shape;5275;p5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6"/>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56"/>
              <p:cNvGrpSpPr/>
              <p:nvPr/>
            </p:nvGrpSpPr>
            <p:grpSpPr>
              <a:xfrm>
                <a:off x="5900602" y="1193063"/>
                <a:ext cx="284947" cy="182312"/>
                <a:chOff x="5900602" y="1193063"/>
                <a:chExt cx="284947" cy="182312"/>
              </a:xfrm>
            </p:grpSpPr>
            <p:sp>
              <p:nvSpPr>
                <p:cNvPr id="5278" name="Google Shape;5278;p5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79" name="Google Shape;5279;p5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280" name="Google Shape;5280;p56"/>
            <p:cNvGrpSpPr/>
            <p:nvPr/>
          </p:nvGrpSpPr>
          <p:grpSpPr>
            <a:xfrm>
              <a:off x="6738300" y="1193063"/>
              <a:ext cx="462153" cy="707634"/>
              <a:chOff x="6738300" y="1193063"/>
              <a:chExt cx="462153" cy="707634"/>
            </a:xfrm>
          </p:grpSpPr>
          <p:grpSp>
            <p:nvGrpSpPr>
              <p:cNvPr id="5281" name="Google Shape;5281;p56"/>
              <p:cNvGrpSpPr/>
              <p:nvPr/>
            </p:nvGrpSpPr>
            <p:grpSpPr>
              <a:xfrm>
                <a:off x="6915505" y="1193063"/>
                <a:ext cx="284947" cy="597387"/>
                <a:chOff x="6915505" y="1193063"/>
                <a:chExt cx="284947" cy="597387"/>
              </a:xfrm>
            </p:grpSpPr>
            <p:sp>
              <p:nvSpPr>
                <p:cNvPr id="5282" name="Google Shape;5282;p5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83" name="Google Shape;5283;p56"/>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284" name="Google Shape;5284;p56"/>
              <p:cNvGrpSpPr/>
              <p:nvPr/>
            </p:nvGrpSpPr>
            <p:grpSpPr>
              <a:xfrm>
                <a:off x="6738300" y="1684725"/>
                <a:ext cx="230066" cy="215971"/>
                <a:chOff x="6738300" y="1684725"/>
                <a:chExt cx="230066" cy="215971"/>
              </a:xfrm>
            </p:grpSpPr>
            <p:sp>
              <p:nvSpPr>
                <p:cNvPr id="5285" name="Google Shape;5285;p56"/>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6"/>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90" name="Shape 5290"/>
        <p:cNvGrpSpPr/>
        <p:nvPr/>
      </p:nvGrpSpPr>
      <p:grpSpPr>
        <a:xfrm>
          <a:off x="0" y="0"/>
          <a:ext cx="0" cy="0"/>
          <a:chOff x="0" y="0"/>
          <a:chExt cx="0" cy="0"/>
        </a:xfrm>
      </p:grpSpPr>
      <p:grpSp>
        <p:nvGrpSpPr>
          <p:cNvPr id="5291" name="Google Shape;5291;p57"/>
          <p:cNvGrpSpPr/>
          <p:nvPr/>
        </p:nvGrpSpPr>
        <p:grpSpPr>
          <a:xfrm>
            <a:off x="821785" y="2307635"/>
            <a:ext cx="339235" cy="298186"/>
            <a:chOff x="898875" y="244725"/>
            <a:chExt cx="481800" cy="423500"/>
          </a:xfrm>
        </p:grpSpPr>
        <p:sp>
          <p:nvSpPr>
            <p:cNvPr id="5292" name="Google Shape;5292;p57"/>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3" name="Google Shape;5293;p57"/>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4" name="Google Shape;5294;p57"/>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5" name="Google Shape;5295;p57"/>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6" name="Google Shape;5296;p57"/>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7" name="Google Shape;5297;p57"/>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8" name="Google Shape;5298;p57"/>
          <p:cNvGrpSpPr/>
          <p:nvPr/>
        </p:nvGrpSpPr>
        <p:grpSpPr>
          <a:xfrm>
            <a:off x="1260167" y="2287103"/>
            <a:ext cx="298169" cy="339253"/>
            <a:chOff x="1529350" y="258825"/>
            <a:chExt cx="423475" cy="481825"/>
          </a:xfrm>
        </p:grpSpPr>
        <p:sp>
          <p:nvSpPr>
            <p:cNvPr id="5299" name="Google Shape;5299;p57"/>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0" name="Google Shape;5300;p57"/>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1" name="Google Shape;5301;p57"/>
          <p:cNvGrpSpPr/>
          <p:nvPr/>
        </p:nvGrpSpPr>
        <p:grpSpPr>
          <a:xfrm>
            <a:off x="2102437" y="2287102"/>
            <a:ext cx="298169" cy="339253"/>
            <a:chOff x="2707500" y="249400"/>
            <a:chExt cx="423475" cy="481825"/>
          </a:xfrm>
        </p:grpSpPr>
        <p:sp>
          <p:nvSpPr>
            <p:cNvPr id="5302" name="Google Shape;5302;p57"/>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3" name="Google Shape;5303;p57"/>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4" name="Google Shape;5304;p57"/>
          <p:cNvGrpSpPr/>
          <p:nvPr/>
        </p:nvGrpSpPr>
        <p:grpSpPr>
          <a:xfrm>
            <a:off x="2516052" y="2287428"/>
            <a:ext cx="305386" cy="338602"/>
            <a:chOff x="3300325" y="249875"/>
            <a:chExt cx="433725" cy="480900"/>
          </a:xfrm>
        </p:grpSpPr>
        <p:sp>
          <p:nvSpPr>
            <p:cNvPr id="5305" name="Google Shape;5305;p57"/>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6" name="Google Shape;5306;p57"/>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7" name="Google Shape;5307;p57"/>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8" name="Google Shape;5308;p57"/>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9" name="Google Shape;5309;p57"/>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0" name="Google Shape;5310;p57"/>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1" name="Google Shape;5311;p57"/>
          <p:cNvGrpSpPr/>
          <p:nvPr/>
        </p:nvGrpSpPr>
        <p:grpSpPr>
          <a:xfrm>
            <a:off x="1653142" y="2367273"/>
            <a:ext cx="340890" cy="178912"/>
            <a:chOff x="2084325" y="363300"/>
            <a:chExt cx="484150" cy="254100"/>
          </a:xfrm>
        </p:grpSpPr>
        <p:sp>
          <p:nvSpPr>
            <p:cNvPr id="5312" name="Google Shape;5312;p57"/>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3" name="Google Shape;5313;p57"/>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4" name="Google Shape;5314;p57"/>
          <p:cNvGrpSpPr/>
          <p:nvPr/>
        </p:nvGrpSpPr>
        <p:grpSpPr>
          <a:xfrm>
            <a:off x="2905137" y="2287349"/>
            <a:ext cx="352349" cy="338760"/>
            <a:chOff x="3854700" y="249750"/>
            <a:chExt cx="500425" cy="481125"/>
          </a:xfrm>
        </p:grpSpPr>
        <p:sp>
          <p:nvSpPr>
            <p:cNvPr id="5315" name="Google Shape;5315;p57"/>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6" name="Google Shape;5316;p57"/>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7" name="Google Shape;5317;p57"/>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8" name="Google Shape;5318;p57"/>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9" name="Google Shape;5319;p57"/>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0" name="Google Shape;5320;p57"/>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1" name="Google Shape;5321;p57"/>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2" name="Google Shape;5322;p57"/>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3" name="Google Shape;5323;p57"/>
          <p:cNvGrpSpPr/>
          <p:nvPr/>
        </p:nvGrpSpPr>
        <p:grpSpPr>
          <a:xfrm>
            <a:off x="3323126" y="2287349"/>
            <a:ext cx="352349" cy="338760"/>
            <a:chOff x="4447550" y="249750"/>
            <a:chExt cx="500425" cy="481125"/>
          </a:xfrm>
        </p:grpSpPr>
        <p:sp>
          <p:nvSpPr>
            <p:cNvPr id="5324" name="Google Shape;5324;p57"/>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5" name="Google Shape;5325;p57"/>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6" name="Google Shape;5326;p57"/>
          <p:cNvGrpSpPr/>
          <p:nvPr/>
        </p:nvGrpSpPr>
        <p:grpSpPr>
          <a:xfrm>
            <a:off x="3752328" y="2287102"/>
            <a:ext cx="339253" cy="339253"/>
            <a:chOff x="5049725" y="249400"/>
            <a:chExt cx="481825" cy="481825"/>
          </a:xfrm>
        </p:grpSpPr>
        <p:sp>
          <p:nvSpPr>
            <p:cNvPr id="5327" name="Google Shape;5327;p57"/>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8" name="Google Shape;5328;p57"/>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9" name="Google Shape;5329;p57"/>
          <p:cNvGrpSpPr/>
          <p:nvPr/>
        </p:nvGrpSpPr>
        <p:grpSpPr>
          <a:xfrm>
            <a:off x="4166269" y="2287102"/>
            <a:ext cx="339253" cy="339253"/>
            <a:chOff x="5660400" y="238125"/>
            <a:chExt cx="481825" cy="481825"/>
          </a:xfrm>
        </p:grpSpPr>
        <p:sp>
          <p:nvSpPr>
            <p:cNvPr id="5330" name="Google Shape;5330;p57"/>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1" name="Google Shape;5331;p57"/>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2" name="Google Shape;5332;p57"/>
          <p:cNvGrpSpPr/>
          <p:nvPr/>
        </p:nvGrpSpPr>
        <p:grpSpPr>
          <a:xfrm>
            <a:off x="4582955" y="2287102"/>
            <a:ext cx="339253" cy="339253"/>
            <a:chOff x="6235400" y="249400"/>
            <a:chExt cx="481825" cy="481825"/>
          </a:xfrm>
        </p:grpSpPr>
        <p:sp>
          <p:nvSpPr>
            <p:cNvPr id="5333" name="Google Shape;5333;p57"/>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4" name="Google Shape;5334;p57"/>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5" name="Google Shape;5335;p57"/>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6" name="Google Shape;5336;p57"/>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7" name="Google Shape;5337;p57"/>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8" name="Google Shape;5338;p57"/>
          <p:cNvGrpSpPr/>
          <p:nvPr/>
        </p:nvGrpSpPr>
        <p:grpSpPr>
          <a:xfrm>
            <a:off x="821301" y="2731810"/>
            <a:ext cx="340204" cy="298116"/>
            <a:chOff x="899850" y="871450"/>
            <a:chExt cx="483175" cy="423400"/>
          </a:xfrm>
        </p:grpSpPr>
        <p:sp>
          <p:nvSpPr>
            <p:cNvPr id="5339" name="Google Shape;5339;p57"/>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0" name="Google Shape;5340;p57"/>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1" name="Google Shape;5341;p57"/>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2" name="Google Shape;5342;p57"/>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43" name="Google Shape;5343;p57"/>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44" name="Google Shape;5344;p57"/>
          <p:cNvGrpSpPr/>
          <p:nvPr/>
        </p:nvGrpSpPr>
        <p:grpSpPr>
          <a:xfrm>
            <a:off x="1653301" y="2711232"/>
            <a:ext cx="340573" cy="339271"/>
            <a:chOff x="2085450" y="842250"/>
            <a:chExt cx="483700" cy="481850"/>
          </a:xfrm>
        </p:grpSpPr>
        <p:sp>
          <p:nvSpPr>
            <p:cNvPr id="5345" name="Google Shape;5345;p57"/>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6" name="Google Shape;5346;p57"/>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7" name="Google Shape;5347;p57"/>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8" name="Google Shape;5348;p57"/>
          <p:cNvGrpSpPr/>
          <p:nvPr/>
        </p:nvGrpSpPr>
        <p:grpSpPr>
          <a:xfrm>
            <a:off x="2081868" y="2711241"/>
            <a:ext cx="339306" cy="339253"/>
            <a:chOff x="2685825" y="840375"/>
            <a:chExt cx="481900" cy="481825"/>
          </a:xfrm>
        </p:grpSpPr>
        <p:sp>
          <p:nvSpPr>
            <p:cNvPr id="5349" name="Google Shape;5349;p57"/>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0" name="Google Shape;5350;p57"/>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1" name="Google Shape;5351;p57"/>
          <p:cNvGrpSpPr/>
          <p:nvPr/>
        </p:nvGrpSpPr>
        <p:grpSpPr>
          <a:xfrm>
            <a:off x="2493529" y="2710924"/>
            <a:ext cx="350431" cy="339887"/>
            <a:chOff x="3270675" y="841800"/>
            <a:chExt cx="497700" cy="482725"/>
          </a:xfrm>
        </p:grpSpPr>
        <p:sp>
          <p:nvSpPr>
            <p:cNvPr id="5352" name="Google Shape;5352;p57"/>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3" name="Google Shape;5353;p57"/>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4" name="Google Shape;5354;p57"/>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55" name="Google Shape;5355;p57"/>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56" name="Google Shape;5356;p57"/>
          <p:cNvGrpSpPr/>
          <p:nvPr/>
        </p:nvGrpSpPr>
        <p:grpSpPr>
          <a:xfrm>
            <a:off x="3329675" y="2731783"/>
            <a:ext cx="339253" cy="298169"/>
            <a:chOff x="4467200" y="877100"/>
            <a:chExt cx="481825" cy="423475"/>
          </a:xfrm>
        </p:grpSpPr>
        <p:sp>
          <p:nvSpPr>
            <p:cNvPr id="5357" name="Google Shape;5357;p57"/>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8" name="Google Shape;5358;p57"/>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9" name="Google Shape;5359;p57"/>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0" name="Google Shape;5360;p57"/>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1" name="Google Shape;5361;p57"/>
          <p:cNvGrpSpPr/>
          <p:nvPr/>
        </p:nvGrpSpPr>
        <p:grpSpPr>
          <a:xfrm>
            <a:off x="3744565" y="2711232"/>
            <a:ext cx="354778" cy="339271"/>
            <a:chOff x="5045500" y="842250"/>
            <a:chExt cx="503875" cy="481850"/>
          </a:xfrm>
        </p:grpSpPr>
        <p:sp>
          <p:nvSpPr>
            <p:cNvPr id="5362" name="Google Shape;5362;p57"/>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3" name="Google Shape;5363;p57"/>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4" name="Google Shape;5364;p57"/>
          <p:cNvGrpSpPr/>
          <p:nvPr/>
        </p:nvGrpSpPr>
        <p:grpSpPr>
          <a:xfrm>
            <a:off x="4167413" y="2737451"/>
            <a:ext cx="336965" cy="286833"/>
            <a:chOff x="5645200" y="879425"/>
            <a:chExt cx="478575" cy="407375"/>
          </a:xfrm>
        </p:grpSpPr>
        <p:sp>
          <p:nvSpPr>
            <p:cNvPr id="5365" name="Google Shape;5365;p57"/>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6" name="Google Shape;5366;p57"/>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7" name="Google Shape;5367;p57"/>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8" name="Google Shape;5368;p57"/>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9" name="Google Shape;5369;p57"/>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0" name="Google Shape;5370;p57"/>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1" name="Google Shape;5371;p57"/>
          <p:cNvGrpSpPr/>
          <p:nvPr/>
        </p:nvGrpSpPr>
        <p:grpSpPr>
          <a:xfrm>
            <a:off x="4603488" y="2711241"/>
            <a:ext cx="298186" cy="339253"/>
            <a:chOff x="6264525" y="842250"/>
            <a:chExt cx="423500" cy="481825"/>
          </a:xfrm>
        </p:grpSpPr>
        <p:sp>
          <p:nvSpPr>
            <p:cNvPr id="5372" name="Google Shape;5372;p57"/>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3" name="Google Shape;5373;p57"/>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4" name="Google Shape;5374;p57"/>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5" name="Google Shape;5375;p57"/>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6" name="Google Shape;5376;p57"/>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7" name="Google Shape;5377;p57"/>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8" name="Google Shape;5378;p57"/>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9" name="Google Shape;5379;p57"/>
          <p:cNvGrpSpPr/>
          <p:nvPr/>
        </p:nvGrpSpPr>
        <p:grpSpPr>
          <a:xfrm>
            <a:off x="821776" y="3125895"/>
            <a:ext cx="339253" cy="339253"/>
            <a:chOff x="900750" y="1436075"/>
            <a:chExt cx="481825" cy="481825"/>
          </a:xfrm>
        </p:grpSpPr>
        <p:sp>
          <p:nvSpPr>
            <p:cNvPr id="5380" name="Google Shape;5380;p57"/>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1" name="Google Shape;5381;p57"/>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2" name="Google Shape;5382;p57"/>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3" name="Google Shape;5383;p57"/>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4" name="Google Shape;5384;p57"/>
          <p:cNvGrpSpPr/>
          <p:nvPr/>
        </p:nvGrpSpPr>
        <p:grpSpPr>
          <a:xfrm>
            <a:off x="1239624" y="3186183"/>
            <a:ext cx="339253" cy="218676"/>
            <a:chOff x="1492675" y="1520750"/>
            <a:chExt cx="481825" cy="310575"/>
          </a:xfrm>
        </p:grpSpPr>
        <p:sp>
          <p:nvSpPr>
            <p:cNvPr id="5385" name="Google Shape;5385;p57"/>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6" name="Google Shape;5386;p57"/>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7" name="Google Shape;5387;p57"/>
          <p:cNvGrpSpPr/>
          <p:nvPr/>
        </p:nvGrpSpPr>
        <p:grpSpPr>
          <a:xfrm>
            <a:off x="1647421" y="3125877"/>
            <a:ext cx="352332" cy="339288"/>
            <a:chOff x="2071000" y="1435025"/>
            <a:chExt cx="500400" cy="481875"/>
          </a:xfrm>
        </p:grpSpPr>
        <p:sp>
          <p:nvSpPr>
            <p:cNvPr id="5388" name="Google Shape;5388;p57"/>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9" name="Google Shape;5389;p57"/>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0" name="Google Shape;5390;p57"/>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1" name="Google Shape;5391;p57"/>
          <p:cNvGrpSpPr/>
          <p:nvPr/>
        </p:nvGrpSpPr>
        <p:grpSpPr>
          <a:xfrm>
            <a:off x="2075584" y="3146709"/>
            <a:ext cx="351874" cy="297623"/>
            <a:chOff x="2678350" y="1464650"/>
            <a:chExt cx="499750" cy="422700"/>
          </a:xfrm>
        </p:grpSpPr>
        <p:sp>
          <p:nvSpPr>
            <p:cNvPr id="5392" name="Google Shape;5392;p57"/>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3" name="Google Shape;5393;p57"/>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4" name="Google Shape;5394;p57"/>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5" name="Google Shape;5395;p57"/>
          <p:cNvGrpSpPr/>
          <p:nvPr/>
        </p:nvGrpSpPr>
        <p:grpSpPr>
          <a:xfrm>
            <a:off x="2499118" y="3125895"/>
            <a:ext cx="339253" cy="339253"/>
            <a:chOff x="3271200" y="1435075"/>
            <a:chExt cx="481825" cy="481825"/>
          </a:xfrm>
        </p:grpSpPr>
        <p:sp>
          <p:nvSpPr>
            <p:cNvPr id="5396" name="Google Shape;5396;p57"/>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7" name="Google Shape;5397;p57"/>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8" name="Google Shape;5398;p57"/>
          <p:cNvGrpSpPr/>
          <p:nvPr/>
        </p:nvGrpSpPr>
        <p:grpSpPr>
          <a:xfrm>
            <a:off x="2909591" y="3125877"/>
            <a:ext cx="343442" cy="339288"/>
            <a:chOff x="3858100" y="1435075"/>
            <a:chExt cx="487775" cy="481875"/>
          </a:xfrm>
        </p:grpSpPr>
        <p:sp>
          <p:nvSpPr>
            <p:cNvPr id="5399" name="Google Shape;5399;p57"/>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0" name="Google Shape;5400;p57"/>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1" name="Google Shape;5401;p57"/>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2" name="Google Shape;5402;p57"/>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3" name="Google Shape;5403;p57"/>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4" name="Google Shape;5404;p57"/>
          <p:cNvGrpSpPr/>
          <p:nvPr/>
        </p:nvGrpSpPr>
        <p:grpSpPr>
          <a:xfrm>
            <a:off x="3329674" y="3125895"/>
            <a:ext cx="339253" cy="339253"/>
            <a:chOff x="4456875" y="1435075"/>
            <a:chExt cx="481825" cy="481825"/>
          </a:xfrm>
        </p:grpSpPr>
        <p:sp>
          <p:nvSpPr>
            <p:cNvPr id="5405" name="Google Shape;5405;p57"/>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6" name="Google Shape;5406;p57"/>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7" name="Google Shape;5407;p57"/>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8" name="Google Shape;5408;p57"/>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9" name="Google Shape;5409;p57"/>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0" name="Google Shape;5410;p57"/>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1" name="Google Shape;5411;p57"/>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2" name="Google Shape;5412;p57"/>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3" name="Google Shape;5413;p57"/>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4" name="Google Shape;5414;p57"/>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5" name="Google Shape;5415;p57"/>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6" name="Google Shape;5416;p57"/>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7" name="Google Shape;5417;p57"/>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8" name="Google Shape;5418;p57"/>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9" name="Google Shape;5419;p57"/>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0" name="Google Shape;5420;p57"/>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1" name="Google Shape;5421;p57"/>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2" name="Google Shape;5422;p57"/>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3" name="Google Shape;5423;p57"/>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4" name="Google Shape;5424;p57"/>
          <p:cNvGrpSpPr/>
          <p:nvPr/>
        </p:nvGrpSpPr>
        <p:grpSpPr>
          <a:xfrm>
            <a:off x="3750665" y="3125886"/>
            <a:ext cx="342580" cy="339271"/>
            <a:chOff x="5049725" y="1435050"/>
            <a:chExt cx="486550" cy="481850"/>
          </a:xfrm>
        </p:grpSpPr>
        <p:sp>
          <p:nvSpPr>
            <p:cNvPr id="5425" name="Google Shape;5425;p57"/>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6" name="Google Shape;5426;p57"/>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7" name="Google Shape;5427;p57"/>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8" name="Google Shape;5428;p57"/>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9" name="Google Shape;5429;p57"/>
          <p:cNvGrpSpPr/>
          <p:nvPr/>
        </p:nvGrpSpPr>
        <p:grpSpPr>
          <a:xfrm>
            <a:off x="4166216" y="3125895"/>
            <a:ext cx="339359" cy="339253"/>
            <a:chOff x="5642475" y="1435075"/>
            <a:chExt cx="481975" cy="481825"/>
          </a:xfrm>
        </p:grpSpPr>
        <p:sp>
          <p:nvSpPr>
            <p:cNvPr id="5430" name="Google Shape;5430;p57"/>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1" name="Google Shape;5431;p57"/>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2" name="Google Shape;5432;p57"/>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3" name="Google Shape;5433;p57"/>
          <p:cNvGrpSpPr/>
          <p:nvPr/>
        </p:nvGrpSpPr>
        <p:grpSpPr>
          <a:xfrm>
            <a:off x="4580702" y="3125886"/>
            <a:ext cx="343759" cy="339271"/>
            <a:chOff x="6232000" y="1435050"/>
            <a:chExt cx="488225" cy="481850"/>
          </a:xfrm>
        </p:grpSpPr>
        <p:sp>
          <p:nvSpPr>
            <p:cNvPr id="5434" name="Google Shape;5434;p57"/>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5" name="Google Shape;5435;p57"/>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6" name="Google Shape;5436;p57"/>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7" name="Google Shape;5437;p57"/>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8" name="Google Shape;5438;p57"/>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9" name="Google Shape;5439;p57"/>
          <p:cNvGrpSpPr/>
          <p:nvPr/>
        </p:nvGrpSpPr>
        <p:grpSpPr>
          <a:xfrm>
            <a:off x="841438" y="3539545"/>
            <a:ext cx="299929" cy="337792"/>
            <a:chOff x="924450" y="2028975"/>
            <a:chExt cx="425975" cy="479750"/>
          </a:xfrm>
        </p:grpSpPr>
        <p:sp>
          <p:nvSpPr>
            <p:cNvPr id="5440" name="Google Shape;5440;p57"/>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1" name="Google Shape;5441;p57"/>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2" name="Google Shape;5442;p57"/>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43" name="Google Shape;5443;p57"/>
          <p:cNvGrpSpPr/>
          <p:nvPr/>
        </p:nvGrpSpPr>
        <p:grpSpPr>
          <a:xfrm>
            <a:off x="1653934" y="3559347"/>
            <a:ext cx="339306" cy="298186"/>
            <a:chOff x="2085450" y="2057100"/>
            <a:chExt cx="481900" cy="423500"/>
          </a:xfrm>
        </p:grpSpPr>
        <p:sp>
          <p:nvSpPr>
            <p:cNvPr id="5444" name="Google Shape;5444;p57"/>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5" name="Google Shape;5445;p57"/>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6" name="Google Shape;5446;p57"/>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47" name="Google Shape;5447;p57"/>
          <p:cNvGrpSpPr/>
          <p:nvPr/>
        </p:nvGrpSpPr>
        <p:grpSpPr>
          <a:xfrm>
            <a:off x="2081868" y="3582592"/>
            <a:ext cx="339306" cy="251698"/>
            <a:chOff x="2678275" y="2090100"/>
            <a:chExt cx="481900" cy="357475"/>
          </a:xfrm>
        </p:grpSpPr>
        <p:sp>
          <p:nvSpPr>
            <p:cNvPr id="5448" name="Google Shape;5448;p57"/>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9" name="Google Shape;5449;p57"/>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0" name="Google Shape;5450;p57"/>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1" name="Google Shape;5451;p57"/>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2" name="Google Shape;5452;p57"/>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53" name="Google Shape;5453;p57"/>
          <p:cNvGrpSpPr/>
          <p:nvPr/>
        </p:nvGrpSpPr>
        <p:grpSpPr>
          <a:xfrm>
            <a:off x="2559072" y="3594790"/>
            <a:ext cx="219345" cy="227301"/>
            <a:chOff x="3357325" y="2093500"/>
            <a:chExt cx="311525" cy="322825"/>
          </a:xfrm>
        </p:grpSpPr>
        <p:sp>
          <p:nvSpPr>
            <p:cNvPr id="5454" name="Google Shape;5454;p57"/>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5" name="Google Shape;5455;p57"/>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6" name="Google Shape;5456;p57"/>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57" name="Google Shape;5457;p57"/>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458" name="Google Shape;5458;p57"/>
          <p:cNvGrpSpPr/>
          <p:nvPr/>
        </p:nvGrpSpPr>
        <p:grpSpPr>
          <a:xfrm>
            <a:off x="3353262" y="3538814"/>
            <a:ext cx="292078" cy="339253"/>
            <a:chOff x="4492800" y="2027925"/>
            <a:chExt cx="414825" cy="481825"/>
          </a:xfrm>
        </p:grpSpPr>
        <p:sp>
          <p:nvSpPr>
            <p:cNvPr id="5459" name="Google Shape;5459;p57"/>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0" name="Google Shape;5460;p57"/>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61" name="Google Shape;5461;p57"/>
          <p:cNvGrpSpPr/>
          <p:nvPr/>
        </p:nvGrpSpPr>
        <p:grpSpPr>
          <a:xfrm>
            <a:off x="3752354" y="3538805"/>
            <a:ext cx="339200" cy="339271"/>
            <a:chOff x="5049725" y="2027900"/>
            <a:chExt cx="481750" cy="481850"/>
          </a:xfrm>
        </p:grpSpPr>
        <p:sp>
          <p:nvSpPr>
            <p:cNvPr id="5462" name="Google Shape;5462;p57"/>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3" name="Google Shape;5463;p57"/>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4" name="Google Shape;5464;p57"/>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5" name="Google Shape;5465;p57"/>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6" name="Google Shape;5466;p57"/>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7" name="Google Shape;5467;p57"/>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8" name="Google Shape;5468;p57"/>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9" name="Google Shape;5469;p57"/>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70" name="Google Shape;5470;p57"/>
          <p:cNvGrpSpPr/>
          <p:nvPr/>
        </p:nvGrpSpPr>
        <p:grpSpPr>
          <a:xfrm>
            <a:off x="4225950" y="3538893"/>
            <a:ext cx="219890" cy="339095"/>
            <a:chOff x="5726350" y="2028150"/>
            <a:chExt cx="312300" cy="481600"/>
          </a:xfrm>
        </p:grpSpPr>
        <p:sp>
          <p:nvSpPr>
            <p:cNvPr id="5471" name="Google Shape;5471;p57"/>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2" name="Google Shape;5472;p57"/>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3" name="Google Shape;5473;p57"/>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74" name="Google Shape;5474;p57"/>
          <p:cNvGrpSpPr/>
          <p:nvPr/>
        </p:nvGrpSpPr>
        <p:grpSpPr>
          <a:xfrm>
            <a:off x="4586141" y="3542000"/>
            <a:ext cx="332881" cy="332881"/>
            <a:chOff x="6239925" y="2032450"/>
            <a:chExt cx="472775" cy="472775"/>
          </a:xfrm>
        </p:grpSpPr>
        <p:sp>
          <p:nvSpPr>
            <p:cNvPr id="5475" name="Google Shape;5475;p57"/>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6" name="Google Shape;5476;p57"/>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77" name="Google Shape;5477;p57"/>
          <p:cNvGrpSpPr/>
          <p:nvPr/>
        </p:nvGrpSpPr>
        <p:grpSpPr>
          <a:xfrm>
            <a:off x="5035233" y="2364092"/>
            <a:ext cx="334641" cy="185425"/>
            <a:chOff x="903075" y="2730000"/>
            <a:chExt cx="475275" cy="263350"/>
          </a:xfrm>
        </p:grpSpPr>
        <p:sp>
          <p:nvSpPr>
            <p:cNvPr id="5478" name="Google Shape;5478;p57"/>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9" name="Google Shape;5479;p57"/>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0" name="Google Shape;5480;p57"/>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81" name="Google Shape;5481;p57"/>
          <p:cNvGrpSpPr/>
          <p:nvPr/>
        </p:nvGrpSpPr>
        <p:grpSpPr>
          <a:xfrm>
            <a:off x="1239624" y="3538814"/>
            <a:ext cx="339253" cy="339253"/>
            <a:chOff x="1492675" y="2027925"/>
            <a:chExt cx="481825" cy="481825"/>
          </a:xfrm>
        </p:grpSpPr>
        <p:sp>
          <p:nvSpPr>
            <p:cNvPr id="5482" name="Google Shape;5482;p57"/>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3" name="Google Shape;5483;p57"/>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4" name="Google Shape;5484;p57"/>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5" name="Google Shape;5485;p57"/>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6" name="Google Shape;5486;p57"/>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87" name="Google Shape;5487;p57"/>
          <p:cNvGrpSpPr/>
          <p:nvPr/>
        </p:nvGrpSpPr>
        <p:grpSpPr>
          <a:xfrm>
            <a:off x="5466000" y="2287178"/>
            <a:ext cx="339253" cy="339253"/>
            <a:chOff x="1492675" y="2620775"/>
            <a:chExt cx="481825" cy="481825"/>
          </a:xfrm>
        </p:grpSpPr>
        <p:sp>
          <p:nvSpPr>
            <p:cNvPr id="5488" name="Google Shape;5488;p57"/>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9" name="Google Shape;5489;p57"/>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90" name="Google Shape;5490;p57"/>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491" name="Google Shape;5491;p57"/>
          <p:cNvGrpSpPr/>
          <p:nvPr/>
        </p:nvGrpSpPr>
        <p:grpSpPr>
          <a:xfrm>
            <a:off x="6289754" y="2303161"/>
            <a:ext cx="333585" cy="307287"/>
            <a:chOff x="2682350" y="2643425"/>
            <a:chExt cx="473775" cy="436425"/>
          </a:xfrm>
        </p:grpSpPr>
        <p:sp>
          <p:nvSpPr>
            <p:cNvPr id="5492" name="Google Shape;5492;p57"/>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3" name="Google Shape;5493;p57"/>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4" name="Google Shape;5494;p57"/>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5" name="Google Shape;5495;p57"/>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6" name="Google Shape;5496;p57"/>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7" name="Google Shape;5497;p57"/>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8" name="Google Shape;5498;p57"/>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99" name="Google Shape;5499;p57"/>
          <p:cNvGrpSpPr/>
          <p:nvPr/>
        </p:nvGrpSpPr>
        <p:grpSpPr>
          <a:xfrm>
            <a:off x="6755243" y="2287178"/>
            <a:ext cx="238531" cy="339253"/>
            <a:chOff x="3342725" y="2620775"/>
            <a:chExt cx="338775" cy="481825"/>
          </a:xfrm>
        </p:grpSpPr>
        <p:sp>
          <p:nvSpPr>
            <p:cNvPr id="5500" name="Google Shape;5500;p57"/>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1" name="Google Shape;5501;p57"/>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2" name="Google Shape;5502;p57"/>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03" name="Google Shape;5503;p57"/>
          <p:cNvGrpSpPr/>
          <p:nvPr/>
        </p:nvGrpSpPr>
        <p:grpSpPr>
          <a:xfrm>
            <a:off x="7148994" y="2287178"/>
            <a:ext cx="278296" cy="339253"/>
            <a:chOff x="3907325" y="2620775"/>
            <a:chExt cx="395250" cy="481825"/>
          </a:xfrm>
        </p:grpSpPr>
        <p:sp>
          <p:nvSpPr>
            <p:cNvPr id="5504" name="Google Shape;5504;p57"/>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5" name="Google Shape;5505;p57"/>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6" name="Google Shape;5506;p57"/>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7" name="Google Shape;5507;p57"/>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08" name="Google Shape;5508;p57"/>
          <p:cNvGrpSpPr/>
          <p:nvPr/>
        </p:nvGrpSpPr>
        <p:grpSpPr>
          <a:xfrm>
            <a:off x="7542181" y="2297783"/>
            <a:ext cx="339253" cy="318042"/>
            <a:chOff x="4456875" y="2635825"/>
            <a:chExt cx="481825" cy="451700"/>
          </a:xfrm>
        </p:grpSpPr>
        <p:sp>
          <p:nvSpPr>
            <p:cNvPr id="5509" name="Google Shape;5509;p57"/>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0" name="Google Shape;5510;p57"/>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1" name="Google Shape;5511;p57"/>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2" name="Google Shape;5512;p57"/>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3" name="Google Shape;5513;p57"/>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4" name="Google Shape;5514;p57"/>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15" name="Google Shape;5515;p57"/>
          <p:cNvGrpSpPr/>
          <p:nvPr/>
        </p:nvGrpSpPr>
        <p:grpSpPr>
          <a:xfrm>
            <a:off x="7967105" y="2297783"/>
            <a:ext cx="339253" cy="318042"/>
            <a:chOff x="5049725" y="2635825"/>
            <a:chExt cx="481825" cy="451700"/>
          </a:xfrm>
        </p:grpSpPr>
        <p:sp>
          <p:nvSpPr>
            <p:cNvPr id="5516" name="Google Shape;5516;p57"/>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7" name="Google Shape;5517;p57"/>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8" name="Google Shape;5518;p57"/>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19" name="Google Shape;5519;p57"/>
          <p:cNvGrpSpPr/>
          <p:nvPr/>
        </p:nvGrpSpPr>
        <p:grpSpPr>
          <a:xfrm>
            <a:off x="2211475" y="3952243"/>
            <a:ext cx="338566" cy="338373"/>
            <a:chOff x="5643000" y="2621375"/>
            <a:chExt cx="480850" cy="480575"/>
          </a:xfrm>
        </p:grpSpPr>
        <p:sp>
          <p:nvSpPr>
            <p:cNvPr id="5520" name="Google Shape;5520;p57"/>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1" name="Google Shape;5521;p57"/>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2" name="Google Shape;5522;p57"/>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3" name="Google Shape;5523;p57"/>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4" name="Google Shape;5524;p57"/>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5" name="Google Shape;5525;p57"/>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6" name="Google Shape;5526;p57"/>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27" name="Google Shape;5527;p57"/>
          <p:cNvGrpSpPr/>
          <p:nvPr/>
        </p:nvGrpSpPr>
        <p:grpSpPr>
          <a:xfrm>
            <a:off x="4032695" y="3951803"/>
            <a:ext cx="339359" cy="339253"/>
            <a:chOff x="6235250" y="2620775"/>
            <a:chExt cx="481975" cy="481825"/>
          </a:xfrm>
        </p:grpSpPr>
        <p:sp>
          <p:nvSpPr>
            <p:cNvPr id="5528" name="Google Shape;5528;p57"/>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9" name="Google Shape;5529;p57"/>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0" name="Google Shape;5530;p57"/>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1" name="Google Shape;5531;p57"/>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2" name="Google Shape;5532;p57"/>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533" name="Google Shape;5533;p57"/>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534" name="Google Shape;5534;p57"/>
          <p:cNvGrpSpPr/>
          <p:nvPr/>
        </p:nvGrpSpPr>
        <p:grpSpPr>
          <a:xfrm>
            <a:off x="5465078" y="2711317"/>
            <a:ext cx="341101" cy="339253"/>
            <a:chOff x="1535000" y="3223325"/>
            <a:chExt cx="484450" cy="481825"/>
          </a:xfrm>
        </p:grpSpPr>
        <p:sp>
          <p:nvSpPr>
            <p:cNvPr id="5535" name="Google Shape;5535;p57"/>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6" name="Google Shape;5536;p57"/>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7" name="Google Shape;5537;p57"/>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38" name="Google Shape;5538;p57"/>
          <p:cNvGrpSpPr/>
          <p:nvPr/>
        </p:nvGrpSpPr>
        <p:grpSpPr>
          <a:xfrm>
            <a:off x="5872645" y="2746618"/>
            <a:ext cx="339253" cy="268649"/>
            <a:chOff x="2085525" y="3263750"/>
            <a:chExt cx="481825" cy="381550"/>
          </a:xfrm>
        </p:grpSpPr>
        <p:sp>
          <p:nvSpPr>
            <p:cNvPr id="5539" name="Google Shape;5539;p57"/>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0" name="Google Shape;5540;p57"/>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541" name="Google Shape;5541;p57"/>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542" name="Google Shape;5542;p57"/>
          <p:cNvGrpSpPr/>
          <p:nvPr/>
        </p:nvGrpSpPr>
        <p:grpSpPr>
          <a:xfrm>
            <a:off x="6704407" y="2711308"/>
            <a:ext cx="340204" cy="339271"/>
            <a:chOff x="3270450" y="3213625"/>
            <a:chExt cx="483175" cy="481850"/>
          </a:xfrm>
        </p:grpSpPr>
        <p:sp>
          <p:nvSpPr>
            <p:cNvPr id="5543" name="Google Shape;5543;p57"/>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4" name="Google Shape;5544;p57"/>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45" name="Google Shape;5545;p57"/>
          <p:cNvGrpSpPr/>
          <p:nvPr/>
        </p:nvGrpSpPr>
        <p:grpSpPr>
          <a:xfrm>
            <a:off x="7203676" y="2711317"/>
            <a:ext cx="168931" cy="339253"/>
            <a:chOff x="3984950" y="3213600"/>
            <a:chExt cx="239925" cy="481825"/>
          </a:xfrm>
        </p:grpSpPr>
        <p:sp>
          <p:nvSpPr>
            <p:cNvPr id="5546" name="Google Shape;5546;p57"/>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7" name="Google Shape;5547;p57"/>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548" name="Google Shape;5548;p57"/>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9" name="Google Shape;5549;p57"/>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550" name="Google Shape;5550;p57"/>
          <p:cNvGrpSpPr/>
          <p:nvPr/>
        </p:nvGrpSpPr>
        <p:grpSpPr>
          <a:xfrm>
            <a:off x="1736111" y="3981487"/>
            <a:ext cx="355218" cy="279880"/>
            <a:chOff x="5629975" y="3255775"/>
            <a:chExt cx="504500" cy="397500"/>
          </a:xfrm>
        </p:grpSpPr>
        <p:sp>
          <p:nvSpPr>
            <p:cNvPr id="5551" name="Google Shape;5551;p57"/>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2" name="Google Shape;5552;p57"/>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3" name="Google Shape;5553;p57"/>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4" name="Google Shape;5554;p57"/>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5" name="Google Shape;5555;p57"/>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56" name="Google Shape;5556;p57"/>
          <p:cNvGrpSpPr/>
          <p:nvPr/>
        </p:nvGrpSpPr>
        <p:grpSpPr>
          <a:xfrm>
            <a:off x="3572294" y="3981593"/>
            <a:ext cx="340256" cy="279669"/>
            <a:chOff x="6234950" y="3255925"/>
            <a:chExt cx="483250" cy="397200"/>
          </a:xfrm>
        </p:grpSpPr>
        <p:sp>
          <p:nvSpPr>
            <p:cNvPr id="5557" name="Google Shape;5557;p57"/>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8" name="Google Shape;5558;p57"/>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9" name="Google Shape;5559;p57"/>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0" name="Google Shape;5560;p57"/>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1" name="Google Shape;5561;p57"/>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2" name="Google Shape;5562;p57"/>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63" name="Google Shape;5563;p57"/>
          <p:cNvGrpSpPr/>
          <p:nvPr/>
        </p:nvGrpSpPr>
        <p:grpSpPr>
          <a:xfrm>
            <a:off x="5043532" y="3125970"/>
            <a:ext cx="318042" cy="339253"/>
            <a:chOff x="914900" y="3806450"/>
            <a:chExt cx="451700" cy="481825"/>
          </a:xfrm>
        </p:grpSpPr>
        <p:sp>
          <p:nvSpPr>
            <p:cNvPr id="5564" name="Google Shape;5564;p57"/>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5" name="Google Shape;5565;p57"/>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6" name="Google Shape;5566;p57"/>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7" name="Google Shape;5567;p57"/>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8" name="Google Shape;5568;p57"/>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69" name="Google Shape;5569;p57"/>
          <p:cNvGrpSpPr/>
          <p:nvPr/>
        </p:nvGrpSpPr>
        <p:grpSpPr>
          <a:xfrm>
            <a:off x="5462454" y="3125785"/>
            <a:ext cx="346347" cy="339623"/>
            <a:chOff x="1490050" y="3805975"/>
            <a:chExt cx="491900" cy="482350"/>
          </a:xfrm>
        </p:grpSpPr>
        <p:sp>
          <p:nvSpPr>
            <p:cNvPr id="5570" name="Google Shape;5570;p57"/>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1" name="Google Shape;5571;p57"/>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2" name="Google Shape;5572;p57"/>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3" name="Google Shape;5573;p57"/>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74" name="Google Shape;5574;p57"/>
          <p:cNvGrpSpPr/>
          <p:nvPr/>
        </p:nvGrpSpPr>
        <p:grpSpPr>
          <a:xfrm>
            <a:off x="5886322" y="3125970"/>
            <a:ext cx="311899" cy="339253"/>
            <a:chOff x="2104275" y="3806450"/>
            <a:chExt cx="442975" cy="481825"/>
          </a:xfrm>
        </p:grpSpPr>
        <p:sp>
          <p:nvSpPr>
            <p:cNvPr id="5575" name="Google Shape;5575;p57"/>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6" name="Google Shape;5576;p57"/>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77" name="Google Shape;5577;p57"/>
          <p:cNvGrpSpPr/>
          <p:nvPr/>
        </p:nvGrpSpPr>
        <p:grpSpPr>
          <a:xfrm>
            <a:off x="6309839" y="3125970"/>
            <a:ext cx="293416" cy="339253"/>
            <a:chOff x="2710875" y="3806450"/>
            <a:chExt cx="416725" cy="481825"/>
          </a:xfrm>
        </p:grpSpPr>
        <p:sp>
          <p:nvSpPr>
            <p:cNvPr id="5578" name="Google Shape;5578;p57"/>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9" name="Google Shape;5579;p57"/>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80" name="Google Shape;5580;p57"/>
          <p:cNvGrpSpPr/>
          <p:nvPr/>
        </p:nvGrpSpPr>
        <p:grpSpPr>
          <a:xfrm>
            <a:off x="6704883" y="3166412"/>
            <a:ext cx="339253" cy="258369"/>
            <a:chOff x="3271200" y="3863875"/>
            <a:chExt cx="481825" cy="366950"/>
          </a:xfrm>
        </p:grpSpPr>
        <p:sp>
          <p:nvSpPr>
            <p:cNvPr id="5581" name="Google Shape;5581;p57"/>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2" name="Google Shape;5582;p57"/>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83" name="Google Shape;5583;p57"/>
          <p:cNvGrpSpPr/>
          <p:nvPr/>
        </p:nvGrpSpPr>
        <p:grpSpPr>
          <a:xfrm>
            <a:off x="7140377" y="3126199"/>
            <a:ext cx="295528" cy="338795"/>
            <a:chOff x="3895050" y="3806775"/>
            <a:chExt cx="419725" cy="481175"/>
          </a:xfrm>
        </p:grpSpPr>
        <p:sp>
          <p:nvSpPr>
            <p:cNvPr id="5584" name="Google Shape;5584;p57"/>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5" name="Google Shape;5585;p57"/>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86" name="Google Shape;5586;p57"/>
          <p:cNvGrpSpPr/>
          <p:nvPr/>
        </p:nvGrpSpPr>
        <p:grpSpPr>
          <a:xfrm>
            <a:off x="7543659" y="3125979"/>
            <a:ext cx="336296" cy="339235"/>
            <a:chOff x="4464775" y="3806475"/>
            <a:chExt cx="477625" cy="481800"/>
          </a:xfrm>
        </p:grpSpPr>
        <p:sp>
          <p:nvSpPr>
            <p:cNvPr id="5587" name="Google Shape;5587;p57"/>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8" name="Google Shape;5588;p57"/>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9" name="Google Shape;5589;p57"/>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0" name="Google Shape;5590;p57"/>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1" name="Google Shape;5591;p57"/>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2" name="Google Shape;5592;p57"/>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93" name="Google Shape;5593;p57"/>
          <p:cNvGrpSpPr/>
          <p:nvPr/>
        </p:nvGrpSpPr>
        <p:grpSpPr>
          <a:xfrm>
            <a:off x="7967105" y="3125970"/>
            <a:ext cx="339253" cy="339253"/>
            <a:chOff x="5049725" y="3806450"/>
            <a:chExt cx="481825" cy="481825"/>
          </a:xfrm>
        </p:grpSpPr>
        <p:sp>
          <p:nvSpPr>
            <p:cNvPr id="5594" name="Google Shape;5594;p57"/>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5" name="Google Shape;5595;p57"/>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6" name="Google Shape;5596;p57"/>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97" name="Google Shape;5597;p57"/>
          <p:cNvGrpSpPr/>
          <p:nvPr/>
        </p:nvGrpSpPr>
        <p:grpSpPr>
          <a:xfrm>
            <a:off x="1276714" y="3951798"/>
            <a:ext cx="339253" cy="339253"/>
            <a:chOff x="5651375" y="3806450"/>
            <a:chExt cx="481825" cy="481825"/>
          </a:xfrm>
        </p:grpSpPr>
        <p:sp>
          <p:nvSpPr>
            <p:cNvPr id="5598" name="Google Shape;5598;p57"/>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9" name="Google Shape;5599;p57"/>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0" name="Google Shape;5600;p57"/>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1" name="Google Shape;5601;p57"/>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02" name="Google Shape;5602;p57"/>
          <p:cNvGrpSpPr/>
          <p:nvPr/>
        </p:nvGrpSpPr>
        <p:grpSpPr>
          <a:xfrm>
            <a:off x="3153646" y="3953787"/>
            <a:ext cx="298503" cy="335275"/>
            <a:chOff x="6264300" y="3809300"/>
            <a:chExt cx="423950" cy="476175"/>
          </a:xfrm>
        </p:grpSpPr>
        <p:sp>
          <p:nvSpPr>
            <p:cNvPr id="5603" name="Google Shape;5603;p57"/>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4" name="Google Shape;5604;p57"/>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5" name="Google Shape;5605;p57"/>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06" name="Google Shape;5606;p57"/>
          <p:cNvGrpSpPr/>
          <p:nvPr/>
        </p:nvGrpSpPr>
        <p:grpSpPr>
          <a:xfrm>
            <a:off x="5032267" y="3538881"/>
            <a:ext cx="340573" cy="339271"/>
            <a:chOff x="898875" y="4399275"/>
            <a:chExt cx="483700" cy="481850"/>
          </a:xfrm>
        </p:grpSpPr>
        <p:sp>
          <p:nvSpPr>
            <p:cNvPr id="5607" name="Google Shape;5607;p57"/>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8" name="Google Shape;5608;p57"/>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9" name="Google Shape;5609;p57"/>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0" name="Google Shape;5610;p57"/>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1" name="Google Shape;5611;p57"/>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2" name="Google Shape;5612;p57"/>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3" name="Google Shape;5613;p57"/>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4" name="Google Shape;5614;p57"/>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15" name="Google Shape;5615;p57"/>
          <p:cNvGrpSpPr/>
          <p:nvPr/>
        </p:nvGrpSpPr>
        <p:grpSpPr>
          <a:xfrm>
            <a:off x="5466000" y="3554133"/>
            <a:ext cx="339253" cy="308765"/>
            <a:chOff x="1492675" y="4420975"/>
            <a:chExt cx="481825" cy="438525"/>
          </a:xfrm>
        </p:grpSpPr>
        <p:sp>
          <p:nvSpPr>
            <p:cNvPr id="5616" name="Google Shape;5616;p57"/>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7" name="Google Shape;5617;p57"/>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8" name="Google Shape;5618;p57"/>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9" name="Google Shape;5619;p57"/>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0" name="Google Shape;5620;p57"/>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21" name="Google Shape;5621;p57"/>
          <p:cNvGrpSpPr/>
          <p:nvPr/>
        </p:nvGrpSpPr>
        <p:grpSpPr>
          <a:xfrm>
            <a:off x="5870982" y="3539558"/>
            <a:ext cx="342580" cy="337915"/>
            <a:chOff x="2084100" y="4400250"/>
            <a:chExt cx="486550" cy="479925"/>
          </a:xfrm>
        </p:grpSpPr>
        <p:sp>
          <p:nvSpPr>
            <p:cNvPr id="5622" name="Google Shape;5622;p57"/>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3" name="Google Shape;5623;p57"/>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4" name="Google Shape;5624;p57"/>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5" name="Google Shape;5625;p57"/>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6" name="Google Shape;5626;p57"/>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7" name="Google Shape;5627;p57"/>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28" name="Google Shape;5628;p57"/>
          <p:cNvGrpSpPr/>
          <p:nvPr/>
        </p:nvGrpSpPr>
        <p:grpSpPr>
          <a:xfrm>
            <a:off x="6307462" y="3538907"/>
            <a:ext cx="298169" cy="339218"/>
            <a:chOff x="2707950" y="4399325"/>
            <a:chExt cx="423475" cy="481775"/>
          </a:xfrm>
        </p:grpSpPr>
        <p:sp>
          <p:nvSpPr>
            <p:cNvPr id="5629" name="Google Shape;5629;p57"/>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0" name="Google Shape;5630;p57"/>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1" name="Google Shape;5631;p57"/>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2" name="Google Shape;5632;p57"/>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3" name="Google Shape;5633;p57"/>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4" name="Google Shape;5634;p57"/>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5" name="Google Shape;5635;p57"/>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6" name="Google Shape;5636;p57"/>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7" name="Google Shape;5637;p57"/>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8" name="Google Shape;5638;p57"/>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9" name="Google Shape;5639;p57"/>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0" name="Google Shape;5640;p57"/>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41" name="Google Shape;5641;p57"/>
          <p:cNvGrpSpPr/>
          <p:nvPr/>
        </p:nvGrpSpPr>
        <p:grpSpPr>
          <a:xfrm>
            <a:off x="6736981" y="3538881"/>
            <a:ext cx="275057" cy="339271"/>
            <a:chOff x="3330525" y="4399275"/>
            <a:chExt cx="390650" cy="481850"/>
          </a:xfrm>
        </p:grpSpPr>
        <p:sp>
          <p:nvSpPr>
            <p:cNvPr id="5642" name="Google Shape;5642;p57"/>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3" name="Google Shape;5643;p57"/>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4" name="Google Shape;5644;p57"/>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5" name="Google Shape;5645;p57"/>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6" name="Google Shape;5646;p57"/>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7" name="Google Shape;5647;p57"/>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8" name="Google Shape;5648;p57"/>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49" name="Google Shape;5649;p57"/>
          <p:cNvGrpSpPr/>
          <p:nvPr/>
        </p:nvGrpSpPr>
        <p:grpSpPr>
          <a:xfrm>
            <a:off x="7161510" y="3538890"/>
            <a:ext cx="253265" cy="339253"/>
            <a:chOff x="3938800" y="4399275"/>
            <a:chExt cx="359700" cy="481825"/>
          </a:xfrm>
        </p:grpSpPr>
        <p:sp>
          <p:nvSpPr>
            <p:cNvPr id="5650" name="Google Shape;5650;p57"/>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1" name="Google Shape;5651;p57"/>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2" name="Google Shape;5652;p57"/>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3" name="Google Shape;5653;p57"/>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4" name="Google Shape;5654;p57"/>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55" name="Google Shape;5655;p57"/>
          <p:cNvGrpSpPr/>
          <p:nvPr/>
        </p:nvGrpSpPr>
        <p:grpSpPr>
          <a:xfrm>
            <a:off x="7632288" y="3538890"/>
            <a:ext cx="159039" cy="339253"/>
            <a:chOff x="4584850" y="4399275"/>
            <a:chExt cx="225875" cy="481825"/>
          </a:xfrm>
        </p:grpSpPr>
        <p:sp>
          <p:nvSpPr>
            <p:cNvPr id="5656" name="Google Shape;5656;p57"/>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7" name="Google Shape;5657;p57"/>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658" name="Google Shape;5658;p57"/>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659" name="Google Shape;5659;p57"/>
          <p:cNvGrpSpPr/>
          <p:nvPr/>
        </p:nvGrpSpPr>
        <p:grpSpPr>
          <a:xfrm>
            <a:off x="817316" y="3951795"/>
            <a:ext cx="339253" cy="339253"/>
            <a:chOff x="5642550" y="4399275"/>
            <a:chExt cx="481825" cy="481825"/>
          </a:xfrm>
        </p:grpSpPr>
        <p:sp>
          <p:nvSpPr>
            <p:cNvPr id="5660" name="Google Shape;5660;p57"/>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1" name="Google Shape;5661;p57"/>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2" name="Google Shape;5662;p57"/>
          <p:cNvGrpSpPr/>
          <p:nvPr/>
        </p:nvGrpSpPr>
        <p:grpSpPr>
          <a:xfrm>
            <a:off x="2670186" y="3963703"/>
            <a:ext cx="363316" cy="315437"/>
            <a:chOff x="6218300" y="4416175"/>
            <a:chExt cx="516000" cy="448000"/>
          </a:xfrm>
        </p:grpSpPr>
        <p:sp>
          <p:nvSpPr>
            <p:cNvPr id="5663" name="Google Shape;5663;p57"/>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4" name="Google Shape;5664;p57"/>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5" name="Google Shape;5665;p57"/>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6" name="Google Shape;5666;p57"/>
          <p:cNvGrpSpPr/>
          <p:nvPr/>
        </p:nvGrpSpPr>
        <p:grpSpPr>
          <a:xfrm>
            <a:off x="5870391" y="3951792"/>
            <a:ext cx="339253" cy="339253"/>
            <a:chOff x="899850" y="4992125"/>
            <a:chExt cx="481825" cy="481825"/>
          </a:xfrm>
        </p:grpSpPr>
        <p:sp>
          <p:nvSpPr>
            <p:cNvPr id="5667" name="Google Shape;5667;p57"/>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8" name="Google Shape;5668;p57"/>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9" name="Google Shape;5669;p57"/>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0" name="Google Shape;5670;p57"/>
          <p:cNvGrpSpPr/>
          <p:nvPr/>
        </p:nvGrpSpPr>
        <p:grpSpPr>
          <a:xfrm>
            <a:off x="5410993" y="3951792"/>
            <a:ext cx="339253" cy="339253"/>
            <a:chOff x="1492675" y="4992125"/>
            <a:chExt cx="481825" cy="481825"/>
          </a:xfrm>
        </p:grpSpPr>
        <p:sp>
          <p:nvSpPr>
            <p:cNvPr id="5671" name="Google Shape;5671;p57"/>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2" name="Google Shape;5672;p57"/>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3" name="Google Shape;5673;p57"/>
          <p:cNvGrpSpPr/>
          <p:nvPr/>
        </p:nvGrpSpPr>
        <p:grpSpPr>
          <a:xfrm>
            <a:off x="4951595" y="3951792"/>
            <a:ext cx="339253" cy="339253"/>
            <a:chOff x="2085525" y="4992125"/>
            <a:chExt cx="481825" cy="481825"/>
          </a:xfrm>
        </p:grpSpPr>
        <p:sp>
          <p:nvSpPr>
            <p:cNvPr id="5674" name="Google Shape;5674;p57"/>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5" name="Google Shape;5675;p57"/>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6" name="Google Shape;5676;p57"/>
          <p:cNvGrpSpPr/>
          <p:nvPr/>
        </p:nvGrpSpPr>
        <p:grpSpPr>
          <a:xfrm>
            <a:off x="6789344" y="3951792"/>
            <a:ext cx="339253" cy="339253"/>
            <a:chOff x="2678350" y="4992125"/>
            <a:chExt cx="481825" cy="481825"/>
          </a:xfrm>
        </p:grpSpPr>
        <p:sp>
          <p:nvSpPr>
            <p:cNvPr id="5677" name="Google Shape;5677;p57"/>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8" name="Google Shape;5678;p57"/>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9" name="Google Shape;5679;p57"/>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80" name="Google Shape;5680;p57"/>
          <p:cNvGrpSpPr/>
          <p:nvPr/>
        </p:nvGrpSpPr>
        <p:grpSpPr>
          <a:xfrm>
            <a:off x="4492198" y="3951792"/>
            <a:ext cx="339253" cy="339253"/>
            <a:chOff x="3271200" y="4992125"/>
            <a:chExt cx="481825" cy="481825"/>
          </a:xfrm>
        </p:grpSpPr>
        <p:sp>
          <p:nvSpPr>
            <p:cNvPr id="5681" name="Google Shape;5681;p57"/>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2" name="Google Shape;5682;p57"/>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3" name="Google Shape;5683;p57"/>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84" name="Google Shape;5684;p57"/>
          <p:cNvGrpSpPr/>
          <p:nvPr/>
        </p:nvGrpSpPr>
        <p:grpSpPr>
          <a:xfrm>
            <a:off x="6329788" y="3952813"/>
            <a:ext cx="339411" cy="337211"/>
            <a:chOff x="5049575" y="4993600"/>
            <a:chExt cx="482050" cy="478925"/>
          </a:xfrm>
        </p:grpSpPr>
        <p:sp>
          <p:nvSpPr>
            <p:cNvPr id="5685" name="Google Shape;5685;p57"/>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6" name="Google Shape;5686;p57"/>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7" name="Google Shape;5687;p57"/>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8" name="Google Shape;5688;p57"/>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689" name="Google Shape;5689;p57"/>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690" name="Google Shape;5690;p5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691" name="Google Shape;5691;p57"/>
          <p:cNvGrpSpPr/>
          <p:nvPr/>
        </p:nvGrpSpPr>
        <p:grpSpPr>
          <a:xfrm>
            <a:off x="7248742" y="3975375"/>
            <a:ext cx="195300" cy="343772"/>
            <a:chOff x="3999225" y="4364775"/>
            <a:chExt cx="195300" cy="343772"/>
          </a:xfrm>
        </p:grpSpPr>
        <p:grpSp>
          <p:nvGrpSpPr>
            <p:cNvPr id="5692" name="Google Shape;5692;p57"/>
            <p:cNvGrpSpPr/>
            <p:nvPr/>
          </p:nvGrpSpPr>
          <p:grpSpPr>
            <a:xfrm>
              <a:off x="4048568" y="4562577"/>
              <a:ext cx="97317" cy="145970"/>
              <a:chOff x="1529575" y="2222650"/>
              <a:chExt cx="203125" cy="304675"/>
            </a:xfrm>
          </p:grpSpPr>
          <p:sp>
            <p:nvSpPr>
              <p:cNvPr id="5693" name="Google Shape;5693;p57"/>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7"/>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5" name="Google Shape;5695;p57"/>
            <p:cNvGrpSpPr/>
            <p:nvPr/>
          </p:nvGrpSpPr>
          <p:grpSpPr>
            <a:xfrm>
              <a:off x="3999225" y="4364775"/>
              <a:ext cx="195300" cy="195300"/>
              <a:chOff x="3999225" y="4364775"/>
              <a:chExt cx="195300" cy="195300"/>
            </a:xfrm>
          </p:grpSpPr>
          <p:sp>
            <p:nvSpPr>
              <p:cNvPr id="5696" name="Google Shape;5696;p57"/>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7"/>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8" name="Google Shape;5698;p57"/>
          <p:cNvGrpSpPr/>
          <p:nvPr/>
        </p:nvGrpSpPr>
        <p:grpSpPr>
          <a:xfrm>
            <a:off x="7564186" y="3991627"/>
            <a:ext cx="277088" cy="259611"/>
            <a:chOff x="4335888" y="4398114"/>
            <a:chExt cx="277088" cy="259611"/>
          </a:xfrm>
        </p:grpSpPr>
        <p:grpSp>
          <p:nvGrpSpPr>
            <p:cNvPr id="5699" name="Google Shape;5699;p57"/>
            <p:cNvGrpSpPr/>
            <p:nvPr/>
          </p:nvGrpSpPr>
          <p:grpSpPr>
            <a:xfrm>
              <a:off x="4335888" y="4462425"/>
              <a:ext cx="195300" cy="195300"/>
              <a:chOff x="4335888" y="4462425"/>
              <a:chExt cx="195300" cy="195300"/>
            </a:xfrm>
          </p:grpSpPr>
          <p:sp>
            <p:nvSpPr>
              <p:cNvPr id="5700" name="Google Shape;5700;p57"/>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7"/>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57"/>
            <p:cNvGrpSpPr/>
            <p:nvPr/>
          </p:nvGrpSpPr>
          <p:grpSpPr>
            <a:xfrm>
              <a:off x="4509813" y="4398114"/>
              <a:ext cx="103162" cy="103198"/>
              <a:chOff x="2277975" y="2021700"/>
              <a:chExt cx="215325" cy="215400"/>
            </a:xfrm>
          </p:grpSpPr>
          <p:sp>
            <p:nvSpPr>
              <p:cNvPr id="5703" name="Google Shape;5703;p57"/>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7"/>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5" name="Google Shape;5705;p57"/>
          <p:cNvGrpSpPr/>
          <p:nvPr/>
        </p:nvGrpSpPr>
        <p:grpSpPr>
          <a:xfrm>
            <a:off x="7961419" y="4049613"/>
            <a:ext cx="392275" cy="195300"/>
            <a:chOff x="4752588" y="4440200"/>
            <a:chExt cx="392275" cy="195300"/>
          </a:xfrm>
        </p:grpSpPr>
        <p:grpSp>
          <p:nvGrpSpPr>
            <p:cNvPr id="5706" name="Google Shape;5706;p57"/>
            <p:cNvGrpSpPr/>
            <p:nvPr/>
          </p:nvGrpSpPr>
          <p:grpSpPr>
            <a:xfrm>
              <a:off x="4950384" y="4469728"/>
              <a:ext cx="194479" cy="136244"/>
              <a:chOff x="3163375" y="2175125"/>
              <a:chExt cx="405925" cy="284375"/>
            </a:xfrm>
          </p:grpSpPr>
          <p:sp>
            <p:nvSpPr>
              <p:cNvPr id="5707" name="Google Shape;5707;p57"/>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7"/>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7"/>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0" name="Google Shape;5710;p57"/>
            <p:cNvGrpSpPr/>
            <p:nvPr/>
          </p:nvGrpSpPr>
          <p:grpSpPr>
            <a:xfrm>
              <a:off x="4752588" y="4440200"/>
              <a:ext cx="195300" cy="195300"/>
              <a:chOff x="4335888" y="4462425"/>
              <a:chExt cx="195300" cy="195300"/>
            </a:xfrm>
          </p:grpSpPr>
          <p:sp>
            <p:nvSpPr>
              <p:cNvPr id="5711" name="Google Shape;5711;p57"/>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7"/>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16" name="Shape 5716"/>
        <p:cNvGrpSpPr/>
        <p:nvPr/>
      </p:nvGrpSpPr>
      <p:grpSpPr>
        <a:xfrm>
          <a:off x="0" y="0"/>
          <a:ext cx="0" cy="0"/>
          <a:chOff x="0" y="0"/>
          <a:chExt cx="0" cy="0"/>
        </a:xfrm>
      </p:grpSpPr>
      <p:grpSp>
        <p:nvGrpSpPr>
          <p:cNvPr id="5717" name="Google Shape;5717;p58"/>
          <p:cNvGrpSpPr/>
          <p:nvPr/>
        </p:nvGrpSpPr>
        <p:grpSpPr>
          <a:xfrm>
            <a:off x="856199" y="1311179"/>
            <a:ext cx="322099" cy="370529"/>
            <a:chOff x="-42971725" y="3217825"/>
            <a:chExt cx="275675" cy="317125"/>
          </a:xfrm>
        </p:grpSpPr>
        <p:sp>
          <p:nvSpPr>
            <p:cNvPr id="5718" name="Google Shape;5718;p58"/>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8"/>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8"/>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58"/>
          <p:cNvGrpSpPr/>
          <p:nvPr/>
        </p:nvGrpSpPr>
        <p:grpSpPr>
          <a:xfrm>
            <a:off x="828113" y="1779835"/>
            <a:ext cx="378270" cy="337551"/>
            <a:chOff x="-42996150" y="3612600"/>
            <a:chExt cx="323750" cy="288900"/>
          </a:xfrm>
        </p:grpSpPr>
        <p:sp>
          <p:nvSpPr>
            <p:cNvPr id="5722" name="Google Shape;5722;p58"/>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8"/>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8"/>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5" name="Google Shape;5725;p58"/>
          <p:cNvGrpSpPr/>
          <p:nvPr/>
        </p:nvGrpSpPr>
        <p:grpSpPr>
          <a:xfrm>
            <a:off x="830874" y="2189205"/>
            <a:ext cx="372749" cy="370909"/>
            <a:chOff x="-42994575" y="3950300"/>
            <a:chExt cx="319025" cy="317450"/>
          </a:xfrm>
        </p:grpSpPr>
        <p:sp>
          <p:nvSpPr>
            <p:cNvPr id="5726" name="Google Shape;5726;p58"/>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8"/>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8"/>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58"/>
          <p:cNvGrpSpPr/>
          <p:nvPr/>
        </p:nvGrpSpPr>
        <p:grpSpPr>
          <a:xfrm>
            <a:off x="2984269" y="1336037"/>
            <a:ext cx="371785" cy="370879"/>
            <a:chOff x="-41111350" y="3239100"/>
            <a:chExt cx="318200" cy="317425"/>
          </a:xfrm>
        </p:grpSpPr>
        <p:sp>
          <p:nvSpPr>
            <p:cNvPr id="5730" name="Google Shape;5730;p58"/>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8"/>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8"/>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8"/>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58"/>
          <p:cNvGrpSpPr/>
          <p:nvPr/>
        </p:nvGrpSpPr>
        <p:grpSpPr>
          <a:xfrm>
            <a:off x="2980588" y="1771568"/>
            <a:ext cx="379146" cy="370967"/>
            <a:chOff x="-41117650" y="3605525"/>
            <a:chExt cx="324500" cy="317500"/>
          </a:xfrm>
        </p:grpSpPr>
        <p:sp>
          <p:nvSpPr>
            <p:cNvPr id="5735" name="Google Shape;5735;p58"/>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8"/>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8"/>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8" name="Google Shape;5738;p58"/>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9" name="Google Shape;5739;p58"/>
          <p:cNvGrpSpPr/>
          <p:nvPr/>
        </p:nvGrpSpPr>
        <p:grpSpPr>
          <a:xfrm>
            <a:off x="1806843" y="2663092"/>
            <a:ext cx="216271" cy="371814"/>
            <a:chOff x="-39205300" y="3220175"/>
            <a:chExt cx="185100" cy="318225"/>
          </a:xfrm>
        </p:grpSpPr>
        <p:sp>
          <p:nvSpPr>
            <p:cNvPr id="5740" name="Google Shape;5740;p58"/>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8"/>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58"/>
          <p:cNvGrpSpPr/>
          <p:nvPr/>
        </p:nvGrpSpPr>
        <p:grpSpPr>
          <a:xfrm>
            <a:off x="1772370" y="3123163"/>
            <a:ext cx="300016" cy="369273"/>
            <a:chOff x="-39248625" y="3588600"/>
            <a:chExt cx="256775" cy="316050"/>
          </a:xfrm>
        </p:grpSpPr>
        <p:sp>
          <p:nvSpPr>
            <p:cNvPr id="5743" name="Google Shape;5743;p58"/>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8"/>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5" name="Google Shape;5745;p58"/>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8"/>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7" name="Google Shape;5747;p58"/>
          <p:cNvGrpSpPr/>
          <p:nvPr/>
        </p:nvGrpSpPr>
        <p:grpSpPr>
          <a:xfrm>
            <a:off x="1223084" y="1311179"/>
            <a:ext cx="429504" cy="370879"/>
            <a:chOff x="-42651700" y="3217825"/>
            <a:chExt cx="367600" cy="317425"/>
          </a:xfrm>
        </p:grpSpPr>
        <p:sp>
          <p:nvSpPr>
            <p:cNvPr id="5748" name="Google Shape;5748;p58"/>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8"/>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8"/>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8"/>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2" name="Google Shape;5752;p58"/>
          <p:cNvGrpSpPr/>
          <p:nvPr/>
        </p:nvGrpSpPr>
        <p:grpSpPr>
          <a:xfrm>
            <a:off x="1258516" y="1750829"/>
            <a:ext cx="358640" cy="363226"/>
            <a:chOff x="-42617300" y="3587775"/>
            <a:chExt cx="306950" cy="310875"/>
          </a:xfrm>
        </p:grpSpPr>
        <p:sp>
          <p:nvSpPr>
            <p:cNvPr id="5753" name="Google Shape;5753;p58"/>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8"/>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5" name="Google Shape;5755;p58"/>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6" name="Google Shape;5756;p58"/>
          <p:cNvGrpSpPr/>
          <p:nvPr/>
        </p:nvGrpSpPr>
        <p:grpSpPr>
          <a:xfrm>
            <a:off x="3430343" y="1335569"/>
            <a:ext cx="376926" cy="370324"/>
            <a:chOff x="-40748275" y="3238700"/>
            <a:chExt cx="322600" cy="316950"/>
          </a:xfrm>
        </p:grpSpPr>
        <p:sp>
          <p:nvSpPr>
            <p:cNvPr id="5757" name="Google Shape;5757;p58"/>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8"/>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8"/>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8"/>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8"/>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8"/>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3" name="Google Shape;5763;p58"/>
          <p:cNvGrpSpPr/>
          <p:nvPr/>
        </p:nvGrpSpPr>
        <p:grpSpPr>
          <a:xfrm>
            <a:off x="3432899" y="1803553"/>
            <a:ext cx="371814" cy="338690"/>
            <a:chOff x="-40745125" y="3632900"/>
            <a:chExt cx="318225" cy="289875"/>
          </a:xfrm>
        </p:grpSpPr>
        <p:sp>
          <p:nvSpPr>
            <p:cNvPr id="5764" name="Google Shape;5764;p58"/>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8"/>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8"/>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8"/>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8"/>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8"/>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8"/>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58"/>
          <p:cNvGrpSpPr/>
          <p:nvPr/>
        </p:nvGrpSpPr>
        <p:grpSpPr>
          <a:xfrm>
            <a:off x="3437047" y="2214764"/>
            <a:ext cx="363518" cy="370178"/>
            <a:chOff x="-40742750" y="3972175"/>
            <a:chExt cx="311125" cy="316825"/>
          </a:xfrm>
        </p:grpSpPr>
        <p:sp>
          <p:nvSpPr>
            <p:cNvPr id="5772" name="Google Shape;5772;p58"/>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8"/>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58"/>
          <p:cNvGrpSpPr/>
          <p:nvPr/>
        </p:nvGrpSpPr>
        <p:grpSpPr>
          <a:xfrm>
            <a:off x="2219708" y="2664932"/>
            <a:ext cx="266892" cy="369974"/>
            <a:chOff x="-38860325" y="3221750"/>
            <a:chExt cx="228425" cy="316650"/>
          </a:xfrm>
        </p:grpSpPr>
        <p:sp>
          <p:nvSpPr>
            <p:cNvPr id="5775" name="Google Shape;5775;p58"/>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8"/>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8"/>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8"/>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9" name="Google Shape;5779;p58"/>
          <p:cNvGrpSpPr/>
          <p:nvPr/>
        </p:nvGrpSpPr>
        <p:grpSpPr>
          <a:xfrm>
            <a:off x="2170515" y="3126989"/>
            <a:ext cx="380081" cy="367111"/>
            <a:chOff x="-38905225" y="3591875"/>
            <a:chExt cx="325300" cy="314200"/>
          </a:xfrm>
        </p:grpSpPr>
        <p:sp>
          <p:nvSpPr>
            <p:cNvPr id="5780" name="Google Shape;5780;p58"/>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8"/>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8"/>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3" name="Google Shape;5783;p58"/>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4" name="Google Shape;5784;p58"/>
          <p:cNvGrpSpPr/>
          <p:nvPr/>
        </p:nvGrpSpPr>
        <p:grpSpPr>
          <a:xfrm>
            <a:off x="3977265" y="3112069"/>
            <a:ext cx="290815" cy="369740"/>
            <a:chOff x="-37370925" y="3579105"/>
            <a:chExt cx="248900" cy="316450"/>
          </a:xfrm>
        </p:grpSpPr>
        <p:sp>
          <p:nvSpPr>
            <p:cNvPr id="5785" name="Google Shape;5785;p58"/>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8"/>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7" name="Google Shape;5787;p58"/>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8"/>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9" name="Google Shape;5789;p58"/>
          <p:cNvGrpSpPr/>
          <p:nvPr/>
        </p:nvGrpSpPr>
        <p:grpSpPr>
          <a:xfrm>
            <a:off x="1670640" y="2190140"/>
            <a:ext cx="371814" cy="369974"/>
            <a:chOff x="-42259725" y="3951100"/>
            <a:chExt cx="318225" cy="316650"/>
          </a:xfrm>
        </p:grpSpPr>
        <p:sp>
          <p:nvSpPr>
            <p:cNvPr id="5790" name="Google Shape;5790;p58"/>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8"/>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58"/>
          <p:cNvGrpSpPr/>
          <p:nvPr/>
        </p:nvGrpSpPr>
        <p:grpSpPr>
          <a:xfrm>
            <a:off x="3869002" y="1369161"/>
            <a:ext cx="370879" cy="337755"/>
            <a:chOff x="-40378075" y="3267450"/>
            <a:chExt cx="317425" cy="289075"/>
          </a:xfrm>
        </p:grpSpPr>
        <p:sp>
          <p:nvSpPr>
            <p:cNvPr id="5793" name="Google Shape;5793;p58"/>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8"/>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8"/>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8"/>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58"/>
          <p:cNvGrpSpPr/>
          <p:nvPr/>
        </p:nvGrpSpPr>
        <p:grpSpPr>
          <a:xfrm>
            <a:off x="3872668" y="1770429"/>
            <a:ext cx="363548" cy="369974"/>
            <a:chOff x="-40372575" y="3604550"/>
            <a:chExt cx="311150" cy="316650"/>
          </a:xfrm>
        </p:grpSpPr>
        <p:sp>
          <p:nvSpPr>
            <p:cNvPr id="5798" name="Google Shape;5798;p58"/>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8"/>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8"/>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1" name="Google Shape;5801;p58"/>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2" name="Google Shape;5802;p58"/>
          <p:cNvGrpSpPr/>
          <p:nvPr/>
        </p:nvGrpSpPr>
        <p:grpSpPr>
          <a:xfrm>
            <a:off x="2596617" y="2663092"/>
            <a:ext cx="399038" cy="372165"/>
            <a:chOff x="-38542250" y="3220175"/>
            <a:chExt cx="341525" cy="318525"/>
          </a:xfrm>
        </p:grpSpPr>
        <p:sp>
          <p:nvSpPr>
            <p:cNvPr id="5803" name="Google Shape;5803;p58"/>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8"/>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8"/>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6" name="Google Shape;5806;p58"/>
          <p:cNvGrpSpPr/>
          <p:nvPr/>
        </p:nvGrpSpPr>
        <p:grpSpPr>
          <a:xfrm>
            <a:off x="2618549" y="3122462"/>
            <a:ext cx="369974" cy="369068"/>
            <a:chOff x="-38537400" y="3588000"/>
            <a:chExt cx="316650" cy="315875"/>
          </a:xfrm>
        </p:grpSpPr>
        <p:sp>
          <p:nvSpPr>
            <p:cNvPr id="5807" name="Google Shape;5807;p58"/>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8"/>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8"/>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8"/>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1" name="Google Shape;5811;p58"/>
          <p:cNvGrpSpPr/>
          <p:nvPr/>
        </p:nvGrpSpPr>
        <p:grpSpPr>
          <a:xfrm>
            <a:off x="2617629" y="3579991"/>
            <a:ext cx="371814" cy="369974"/>
            <a:chOff x="-38538975" y="3954250"/>
            <a:chExt cx="318225" cy="316650"/>
          </a:xfrm>
        </p:grpSpPr>
        <p:sp>
          <p:nvSpPr>
            <p:cNvPr id="5812" name="Google Shape;5812;p58"/>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8"/>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58"/>
          <p:cNvGrpSpPr/>
          <p:nvPr/>
        </p:nvGrpSpPr>
        <p:grpSpPr>
          <a:xfrm>
            <a:off x="3934941" y="3574918"/>
            <a:ext cx="375465" cy="371814"/>
            <a:chOff x="-37385100" y="3949908"/>
            <a:chExt cx="321350" cy="318225"/>
          </a:xfrm>
        </p:grpSpPr>
        <p:sp>
          <p:nvSpPr>
            <p:cNvPr id="5815" name="Google Shape;5815;p58"/>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8"/>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7" name="Google Shape;5817;p58"/>
          <p:cNvGrpSpPr/>
          <p:nvPr/>
        </p:nvGrpSpPr>
        <p:grpSpPr>
          <a:xfrm>
            <a:off x="2110600" y="1310478"/>
            <a:ext cx="370909" cy="370675"/>
            <a:chOff x="-41895050" y="3217225"/>
            <a:chExt cx="317450" cy="317250"/>
          </a:xfrm>
        </p:grpSpPr>
        <p:sp>
          <p:nvSpPr>
            <p:cNvPr id="5818" name="Google Shape;5818;p58"/>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8"/>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8"/>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8"/>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8"/>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58"/>
          <p:cNvGrpSpPr/>
          <p:nvPr/>
        </p:nvGrpSpPr>
        <p:grpSpPr>
          <a:xfrm>
            <a:off x="2110148" y="1747412"/>
            <a:ext cx="371814" cy="369974"/>
            <a:chOff x="-41893475" y="3584850"/>
            <a:chExt cx="318225" cy="316650"/>
          </a:xfrm>
        </p:grpSpPr>
        <p:sp>
          <p:nvSpPr>
            <p:cNvPr id="5824" name="Google Shape;5824;p58"/>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8"/>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8"/>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8"/>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8" name="Google Shape;5828;p58"/>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8"/>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0" name="Google Shape;5830;p58"/>
          <p:cNvGrpSpPr/>
          <p:nvPr/>
        </p:nvGrpSpPr>
        <p:grpSpPr>
          <a:xfrm>
            <a:off x="880176" y="3142704"/>
            <a:ext cx="337522" cy="370909"/>
            <a:chOff x="-39998250" y="3605325"/>
            <a:chExt cx="288875" cy="317450"/>
          </a:xfrm>
        </p:grpSpPr>
        <p:sp>
          <p:nvSpPr>
            <p:cNvPr id="5831" name="Google Shape;5831;p58"/>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8"/>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58"/>
          <p:cNvGrpSpPr/>
          <p:nvPr/>
        </p:nvGrpSpPr>
        <p:grpSpPr>
          <a:xfrm>
            <a:off x="863950" y="3601168"/>
            <a:ext cx="369974" cy="369945"/>
            <a:chOff x="-40011050" y="3972375"/>
            <a:chExt cx="316650" cy="316625"/>
          </a:xfrm>
        </p:grpSpPr>
        <p:sp>
          <p:nvSpPr>
            <p:cNvPr id="5834" name="Google Shape;5834;p58"/>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8"/>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58"/>
          <p:cNvGrpSpPr/>
          <p:nvPr/>
        </p:nvGrpSpPr>
        <p:grpSpPr>
          <a:xfrm>
            <a:off x="3095881" y="2665867"/>
            <a:ext cx="266921" cy="369039"/>
            <a:chOff x="-38129425" y="3222550"/>
            <a:chExt cx="228450" cy="315850"/>
          </a:xfrm>
        </p:grpSpPr>
        <p:sp>
          <p:nvSpPr>
            <p:cNvPr id="5837" name="Google Shape;5837;p58"/>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8"/>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9" name="Google Shape;5839;p58"/>
          <p:cNvGrpSpPr/>
          <p:nvPr/>
        </p:nvGrpSpPr>
        <p:grpSpPr>
          <a:xfrm>
            <a:off x="3050850" y="3122462"/>
            <a:ext cx="371785" cy="369974"/>
            <a:chOff x="-38172725" y="3588000"/>
            <a:chExt cx="318200" cy="316650"/>
          </a:xfrm>
        </p:grpSpPr>
        <p:sp>
          <p:nvSpPr>
            <p:cNvPr id="5840" name="Google Shape;5840;p58"/>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8"/>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8"/>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8"/>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8"/>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8"/>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8"/>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8"/>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58"/>
          <p:cNvGrpSpPr/>
          <p:nvPr/>
        </p:nvGrpSpPr>
        <p:grpSpPr>
          <a:xfrm>
            <a:off x="3126752" y="3580897"/>
            <a:ext cx="219981" cy="369974"/>
            <a:chOff x="-38109725" y="3955025"/>
            <a:chExt cx="188275" cy="316650"/>
          </a:xfrm>
        </p:grpSpPr>
        <p:sp>
          <p:nvSpPr>
            <p:cNvPr id="5849" name="Google Shape;5849;p58"/>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8"/>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1" name="Google Shape;5851;p58"/>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2" name="Google Shape;5852;p58"/>
          <p:cNvGrpSpPr/>
          <p:nvPr/>
        </p:nvGrpSpPr>
        <p:grpSpPr>
          <a:xfrm>
            <a:off x="2542151" y="1312318"/>
            <a:ext cx="373654" cy="369068"/>
            <a:chOff x="-41530375" y="3218800"/>
            <a:chExt cx="319800" cy="315875"/>
          </a:xfrm>
        </p:grpSpPr>
        <p:sp>
          <p:nvSpPr>
            <p:cNvPr id="5853" name="Google Shape;5853;p58"/>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8"/>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5" name="Google Shape;5855;p58"/>
          <p:cNvGrpSpPr/>
          <p:nvPr/>
        </p:nvGrpSpPr>
        <p:grpSpPr>
          <a:xfrm>
            <a:off x="2544444" y="1827476"/>
            <a:ext cx="369068" cy="289004"/>
            <a:chOff x="-41526450" y="3653375"/>
            <a:chExt cx="315875" cy="247350"/>
          </a:xfrm>
        </p:grpSpPr>
        <p:sp>
          <p:nvSpPr>
            <p:cNvPr id="5856" name="Google Shape;5856;p58"/>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8"/>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8" name="Google Shape;5858;p58"/>
          <p:cNvGrpSpPr/>
          <p:nvPr/>
        </p:nvGrpSpPr>
        <p:grpSpPr>
          <a:xfrm>
            <a:off x="2545831" y="2190140"/>
            <a:ext cx="366293" cy="369974"/>
            <a:chOff x="-41526450" y="3951100"/>
            <a:chExt cx="313500" cy="316650"/>
          </a:xfrm>
        </p:grpSpPr>
        <p:sp>
          <p:nvSpPr>
            <p:cNvPr id="5859" name="Google Shape;5859;p58"/>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8"/>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8"/>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58"/>
          <p:cNvGrpSpPr/>
          <p:nvPr/>
        </p:nvGrpSpPr>
        <p:grpSpPr>
          <a:xfrm>
            <a:off x="1311086" y="2684269"/>
            <a:ext cx="339595" cy="371814"/>
            <a:chOff x="-39625900" y="3238300"/>
            <a:chExt cx="290650" cy="318225"/>
          </a:xfrm>
        </p:grpSpPr>
        <p:sp>
          <p:nvSpPr>
            <p:cNvPr id="5863" name="Google Shape;5863;p58"/>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8"/>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5" name="Google Shape;5865;p58"/>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6" name="Google Shape;5866;p58"/>
          <p:cNvGrpSpPr/>
          <p:nvPr/>
        </p:nvGrpSpPr>
        <p:grpSpPr>
          <a:xfrm>
            <a:off x="1305137" y="3600730"/>
            <a:ext cx="366293" cy="370441"/>
            <a:chOff x="-39647175" y="3972000"/>
            <a:chExt cx="313500" cy="317050"/>
          </a:xfrm>
        </p:grpSpPr>
        <p:sp>
          <p:nvSpPr>
            <p:cNvPr id="5867" name="Google Shape;5867;p58"/>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8"/>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8"/>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58"/>
          <p:cNvGrpSpPr/>
          <p:nvPr/>
        </p:nvGrpSpPr>
        <p:grpSpPr>
          <a:xfrm>
            <a:off x="3474265" y="2664728"/>
            <a:ext cx="375495" cy="370879"/>
            <a:chOff x="-37808850" y="3221575"/>
            <a:chExt cx="321375" cy="317425"/>
          </a:xfrm>
        </p:grpSpPr>
        <p:sp>
          <p:nvSpPr>
            <p:cNvPr id="5871" name="Google Shape;5871;p58"/>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8"/>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58"/>
          <p:cNvGrpSpPr/>
          <p:nvPr/>
        </p:nvGrpSpPr>
        <p:grpSpPr>
          <a:xfrm>
            <a:off x="3483038" y="3186759"/>
            <a:ext cx="372749" cy="241158"/>
            <a:chOff x="-37806500" y="3643030"/>
            <a:chExt cx="319025" cy="206400"/>
          </a:xfrm>
        </p:grpSpPr>
        <p:sp>
          <p:nvSpPr>
            <p:cNvPr id="5874" name="Google Shape;5874;p58"/>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8"/>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6" name="Google Shape;5876;p58"/>
          <p:cNvGrpSpPr/>
          <p:nvPr/>
        </p:nvGrpSpPr>
        <p:grpSpPr>
          <a:xfrm>
            <a:off x="3485346" y="3579056"/>
            <a:ext cx="368134" cy="371814"/>
            <a:chOff x="-37804925" y="3953450"/>
            <a:chExt cx="315075" cy="318225"/>
          </a:xfrm>
        </p:grpSpPr>
        <p:sp>
          <p:nvSpPr>
            <p:cNvPr id="5877" name="Google Shape;5877;p58"/>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8"/>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8"/>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0" name="Google Shape;5880;p58"/>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1" name="Google Shape;5881;p58"/>
          <p:cNvGrpSpPr/>
          <p:nvPr/>
        </p:nvGrpSpPr>
        <p:grpSpPr>
          <a:xfrm>
            <a:off x="4840364" y="1328538"/>
            <a:ext cx="355663" cy="308725"/>
            <a:chOff x="-28462125" y="3199700"/>
            <a:chExt cx="298550" cy="259150"/>
          </a:xfrm>
        </p:grpSpPr>
        <p:sp>
          <p:nvSpPr>
            <p:cNvPr id="5882" name="Google Shape;5882;p58"/>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8"/>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8"/>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58"/>
          <p:cNvGrpSpPr/>
          <p:nvPr/>
        </p:nvGrpSpPr>
        <p:grpSpPr>
          <a:xfrm>
            <a:off x="4841317" y="1763228"/>
            <a:ext cx="353757" cy="352833"/>
            <a:chOff x="-28461325" y="3545475"/>
            <a:chExt cx="296950" cy="296175"/>
          </a:xfrm>
        </p:grpSpPr>
        <p:sp>
          <p:nvSpPr>
            <p:cNvPr id="5886" name="Google Shape;5886;p58"/>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8"/>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8"/>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8"/>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8"/>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8"/>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2" name="Google Shape;5892;p58"/>
          <p:cNvGrpSpPr/>
          <p:nvPr/>
        </p:nvGrpSpPr>
        <p:grpSpPr>
          <a:xfrm>
            <a:off x="4837550" y="2213272"/>
            <a:ext cx="361292" cy="352803"/>
            <a:chOff x="-28463700" y="3914875"/>
            <a:chExt cx="303275" cy="296150"/>
          </a:xfrm>
        </p:grpSpPr>
        <p:sp>
          <p:nvSpPr>
            <p:cNvPr id="5893" name="Google Shape;5893;p58"/>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8"/>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5" name="Google Shape;5895;p58"/>
          <p:cNvGrpSpPr/>
          <p:nvPr/>
        </p:nvGrpSpPr>
        <p:grpSpPr>
          <a:xfrm>
            <a:off x="7072335" y="1369355"/>
            <a:ext cx="351880" cy="227092"/>
            <a:chOff x="-26573400" y="3224125"/>
            <a:chExt cx="295375" cy="190625"/>
          </a:xfrm>
        </p:grpSpPr>
        <p:sp>
          <p:nvSpPr>
            <p:cNvPr id="5896" name="Google Shape;5896;p58"/>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8"/>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8" name="Google Shape;5898;p58"/>
          <p:cNvGrpSpPr/>
          <p:nvPr/>
        </p:nvGrpSpPr>
        <p:grpSpPr>
          <a:xfrm>
            <a:off x="7072335" y="1763690"/>
            <a:ext cx="351880" cy="351910"/>
            <a:chOff x="-26573400" y="3546250"/>
            <a:chExt cx="295375" cy="295400"/>
          </a:xfrm>
        </p:grpSpPr>
        <p:sp>
          <p:nvSpPr>
            <p:cNvPr id="5899" name="Google Shape;5899;p58"/>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8"/>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8"/>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8"/>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8"/>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4" name="Google Shape;5904;p58"/>
          <p:cNvGrpSpPr/>
          <p:nvPr/>
        </p:nvGrpSpPr>
        <p:grpSpPr>
          <a:xfrm>
            <a:off x="7060615" y="2213599"/>
            <a:ext cx="375319" cy="352148"/>
            <a:chOff x="-26583625" y="3917025"/>
            <a:chExt cx="315050" cy="295600"/>
          </a:xfrm>
        </p:grpSpPr>
        <p:sp>
          <p:nvSpPr>
            <p:cNvPr id="5905" name="Google Shape;5905;p58"/>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8"/>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8"/>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8"/>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9" name="Google Shape;5909;p58"/>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0" name="Google Shape;5910;p58"/>
          <p:cNvGrpSpPr/>
          <p:nvPr/>
        </p:nvGrpSpPr>
        <p:grpSpPr>
          <a:xfrm>
            <a:off x="5759130" y="3172629"/>
            <a:ext cx="289039" cy="352833"/>
            <a:chOff x="-24694925" y="3518700"/>
            <a:chExt cx="242625" cy="296175"/>
          </a:xfrm>
        </p:grpSpPr>
        <p:sp>
          <p:nvSpPr>
            <p:cNvPr id="5911" name="Google Shape;5911;p58"/>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8"/>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8"/>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8"/>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58"/>
          <p:cNvGrpSpPr/>
          <p:nvPr/>
        </p:nvGrpSpPr>
        <p:grpSpPr>
          <a:xfrm>
            <a:off x="5758668" y="3622657"/>
            <a:ext cx="289962" cy="352833"/>
            <a:chOff x="-24709100" y="3888875"/>
            <a:chExt cx="243400" cy="296175"/>
          </a:xfrm>
        </p:grpSpPr>
        <p:sp>
          <p:nvSpPr>
            <p:cNvPr id="5916" name="Google Shape;5916;p58"/>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8"/>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8"/>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58"/>
          <p:cNvGrpSpPr/>
          <p:nvPr/>
        </p:nvGrpSpPr>
        <p:grpSpPr>
          <a:xfrm>
            <a:off x="7958668" y="2695320"/>
            <a:ext cx="356556" cy="349557"/>
            <a:chOff x="-22863675" y="3131775"/>
            <a:chExt cx="299300" cy="293425"/>
          </a:xfrm>
        </p:grpSpPr>
        <p:sp>
          <p:nvSpPr>
            <p:cNvPr id="5920" name="Google Shape;5920;p58"/>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8"/>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8"/>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3" name="Google Shape;5923;p58"/>
          <p:cNvGrpSpPr/>
          <p:nvPr/>
        </p:nvGrpSpPr>
        <p:grpSpPr>
          <a:xfrm>
            <a:off x="5301532" y="1306499"/>
            <a:ext cx="310602" cy="352803"/>
            <a:chOff x="-28069875" y="3175300"/>
            <a:chExt cx="260725" cy="296150"/>
          </a:xfrm>
        </p:grpSpPr>
        <p:sp>
          <p:nvSpPr>
            <p:cNvPr id="5924" name="Google Shape;5924;p58"/>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8"/>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8"/>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8"/>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8"/>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8"/>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8"/>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8"/>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8"/>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3" name="Google Shape;5933;p58"/>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4" name="Google Shape;5934;p58"/>
          <p:cNvGrpSpPr/>
          <p:nvPr/>
        </p:nvGrpSpPr>
        <p:grpSpPr>
          <a:xfrm>
            <a:off x="5342810" y="2213733"/>
            <a:ext cx="228045" cy="351880"/>
            <a:chOff x="-28032075" y="3916450"/>
            <a:chExt cx="191425" cy="295375"/>
          </a:xfrm>
        </p:grpSpPr>
        <p:sp>
          <p:nvSpPr>
            <p:cNvPr id="5935" name="Google Shape;5935;p58"/>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8"/>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8"/>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58"/>
          <p:cNvGrpSpPr/>
          <p:nvPr/>
        </p:nvGrpSpPr>
        <p:grpSpPr>
          <a:xfrm>
            <a:off x="7508157" y="1306484"/>
            <a:ext cx="352833" cy="352833"/>
            <a:chOff x="-26201650" y="3176075"/>
            <a:chExt cx="296175" cy="296175"/>
          </a:xfrm>
        </p:grpSpPr>
        <p:sp>
          <p:nvSpPr>
            <p:cNvPr id="5939" name="Google Shape;5939;p58"/>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8"/>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58"/>
          <p:cNvGrpSpPr/>
          <p:nvPr/>
        </p:nvGrpSpPr>
        <p:grpSpPr>
          <a:xfrm>
            <a:off x="7507680" y="1763705"/>
            <a:ext cx="353786" cy="351880"/>
            <a:chOff x="-26204800" y="3547050"/>
            <a:chExt cx="296975" cy="295375"/>
          </a:xfrm>
        </p:grpSpPr>
        <p:sp>
          <p:nvSpPr>
            <p:cNvPr id="5942" name="Google Shape;5942;p58"/>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8"/>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4" name="Google Shape;5944;p58"/>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5" name="Google Shape;5945;p58"/>
          <p:cNvGrpSpPr/>
          <p:nvPr/>
        </p:nvGrpSpPr>
        <p:grpSpPr>
          <a:xfrm>
            <a:off x="6178935" y="2693683"/>
            <a:ext cx="345328" cy="352833"/>
            <a:chOff x="-24353875" y="3147725"/>
            <a:chExt cx="289875" cy="296175"/>
          </a:xfrm>
        </p:grpSpPr>
        <p:sp>
          <p:nvSpPr>
            <p:cNvPr id="5946" name="Google Shape;5946;p58"/>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8"/>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58"/>
          <p:cNvGrpSpPr/>
          <p:nvPr/>
        </p:nvGrpSpPr>
        <p:grpSpPr>
          <a:xfrm>
            <a:off x="6186917" y="3173090"/>
            <a:ext cx="329365" cy="351910"/>
            <a:chOff x="-24344425" y="3519475"/>
            <a:chExt cx="276475" cy="295400"/>
          </a:xfrm>
        </p:grpSpPr>
        <p:sp>
          <p:nvSpPr>
            <p:cNvPr id="5949" name="Google Shape;5949;p58"/>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8"/>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1" name="Google Shape;5951;p58"/>
          <p:cNvGrpSpPr/>
          <p:nvPr/>
        </p:nvGrpSpPr>
        <p:grpSpPr>
          <a:xfrm>
            <a:off x="6176597" y="3625010"/>
            <a:ext cx="350004" cy="348128"/>
            <a:chOff x="-24353075" y="3891250"/>
            <a:chExt cx="293800" cy="292225"/>
          </a:xfrm>
        </p:grpSpPr>
        <p:sp>
          <p:nvSpPr>
            <p:cNvPr id="5952" name="Google Shape;5952;p58"/>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8"/>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58"/>
          <p:cNvGrpSpPr/>
          <p:nvPr/>
        </p:nvGrpSpPr>
        <p:grpSpPr>
          <a:xfrm>
            <a:off x="7960068" y="3173313"/>
            <a:ext cx="353757" cy="351463"/>
            <a:chOff x="-22845575" y="3504075"/>
            <a:chExt cx="296950" cy="295025"/>
          </a:xfrm>
        </p:grpSpPr>
        <p:sp>
          <p:nvSpPr>
            <p:cNvPr id="5955" name="Google Shape;5955;p58"/>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8"/>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58"/>
          <p:cNvGrpSpPr/>
          <p:nvPr/>
        </p:nvGrpSpPr>
        <p:grpSpPr>
          <a:xfrm>
            <a:off x="5753249" y="1306961"/>
            <a:ext cx="299344" cy="351880"/>
            <a:chOff x="-27691025" y="3175300"/>
            <a:chExt cx="251275" cy="295375"/>
          </a:xfrm>
        </p:grpSpPr>
        <p:sp>
          <p:nvSpPr>
            <p:cNvPr id="5958" name="Google Shape;5958;p58"/>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8"/>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8"/>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8"/>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2" name="Google Shape;5962;p58"/>
          <p:cNvGrpSpPr/>
          <p:nvPr/>
        </p:nvGrpSpPr>
        <p:grpSpPr>
          <a:xfrm>
            <a:off x="5725566" y="1825637"/>
            <a:ext cx="354710" cy="228015"/>
            <a:chOff x="-27721750" y="3598250"/>
            <a:chExt cx="297750" cy="191400"/>
          </a:xfrm>
        </p:grpSpPr>
        <p:sp>
          <p:nvSpPr>
            <p:cNvPr id="5963" name="Google Shape;5963;p58"/>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8"/>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58"/>
          <p:cNvGrpSpPr/>
          <p:nvPr/>
        </p:nvGrpSpPr>
        <p:grpSpPr>
          <a:xfrm>
            <a:off x="5726966" y="2219183"/>
            <a:ext cx="351910" cy="340980"/>
            <a:chOff x="-27719400" y="3925600"/>
            <a:chExt cx="295400" cy="286225"/>
          </a:xfrm>
        </p:grpSpPr>
        <p:sp>
          <p:nvSpPr>
            <p:cNvPr id="5966" name="Google Shape;5966;p58"/>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8"/>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58"/>
          <p:cNvGrpSpPr/>
          <p:nvPr/>
        </p:nvGrpSpPr>
        <p:grpSpPr>
          <a:xfrm>
            <a:off x="7948238" y="1306023"/>
            <a:ext cx="353757" cy="353757"/>
            <a:chOff x="-25834600" y="3176875"/>
            <a:chExt cx="296950" cy="296950"/>
          </a:xfrm>
        </p:grpSpPr>
        <p:sp>
          <p:nvSpPr>
            <p:cNvPr id="5969" name="Google Shape;5969;p58"/>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8"/>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8"/>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8"/>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8"/>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58"/>
          <p:cNvGrpSpPr/>
          <p:nvPr/>
        </p:nvGrpSpPr>
        <p:grpSpPr>
          <a:xfrm>
            <a:off x="7948238" y="1774024"/>
            <a:ext cx="353757" cy="331241"/>
            <a:chOff x="-25834600" y="3564375"/>
            <a:chExt cx="296950" cy="278050"/>
          </a:xfrm>
        </p:grpSpPr>
        <p:sp>
          <p:nvSpPr>
            <p:cNvPr id="5975" name="Google Shape;5975;p58"/>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8"/>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8"/>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8"/>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8"/>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8"/>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8"/>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8"/>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3" name="Google Shape;5983;p58"/>
          <p:cNvGrpSpPr/>
          <p:nvPr/>
        </p:nvGrpSpPr>
        <p:grpSpPr>
          <a:xfrm>
            <a:off x="7946362" y="2213376"/>
            <a:ext cx="357509" cy="352595"/>
            <a:chOff x="-25834600" y="3915850"/>
            <a:chExt cx="300100" cy="295975"/>
          </a:xfrm>
        </p:grpSpPr>
        <p:sp>
          <p:nvSpPr>
            <p:cNvPr id="5984" name="Google Shape;5984;p58"/>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8"/>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8"/>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58"/>
          <p:cNvGrpSpPr/>
          <p:nvPr/>
        </p:nvGrpSpPr>
        <p:grpSpPr>
          <a:xfrm>
            <a:off x="6681790" y="2694606"/>
            <a:ext cx="228968" cy="350987"/>
            <a:chOff x="-23930925" y="3149300"/>
            <a:chExt cx="192200" cy="294625"/>
          </a:xfrm>
        </p:grpSpPr>
        <p:sp>
          <p:nvSpPr>
            <p:cNvPr id="5988" name="Google Shape;5988;p58"/>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8"/>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8"/>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8"/>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2" name="Google Shape;5992;p58"/>
          <p:cNvGrpSpPr/>
          <p:nvPr/>
        </p:nvGrpSpPr>
        <p:grpSpPr>
          <a:xfrm>
            <a:off x="6638620" y="3173090"/>
            <a:ext cx="315307" cy="351910"/>
            <a:chOff x="-23962425" y="3519475"/>
            <a:chExt cx="264675" cy="295400"/>
          </a:xfrm>
        </p:grpSpPr>
        <p:sp>
          <p:nvSpPr>
            <p:cNvPr id="5993" name="Google Shape;5993;p58"/>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8"/>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5" name="Google Shape;5995;p58"/>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6" name="Google Shape;5996;p58"/>
          <p:cNvGrpSpPr/>
          <p:nvPr/>
        </p:nvGrpSpPr>
        <p:grpSpPr>
          <a:xfrm>
            <a:off x="8017295" y="3623134"/>
            <a:ext cx="239302" cy="351880"/>
            <a:chOff x="-22788075" y="3904625"/>
            <a:chExt cx="200875" cy="295375"/>
          </a:xfrm>
        </p:grpSpPr>
        <p:sp>
          <p:nvSpPr>
            <p:cNvPr id="5997" name="Google Shape;5997;p58"/>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8"/>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8"/>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8"/>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58"/>
          <p:cNvGrpSpPr/>
          <p:nvPr/>
        </p:nvGrpSpPr>
        <p:grpSpPr>
          <a:xfrm>
            <a:off x="6172593" y="1306499"/>
            <a:ext cx="354710" cy="352803"/>
            <a:chOff x="-27351575" y="3175300"/>
            <a:chExt cx="297750" cy="296150"/>
          </a:xfrm>
        </p:grpSpPr>
        <p:sp>
          <p:nvSpPr>
            <p:cNvPr id="6002" name="Google Shape;6002;p58"/>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8"/>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8"/>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8"/>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58"/>
          <p:cNvGrpSpPr/>
          <p:nvPr/>
        </p:nvGrpSpPr>
        <p:grpSpPr>
          <a:xfrm>
            <a:off x="6218402" y="1758809"/>
            <a:ext cx="269293" cy="353072"/>
            <a:chOff x="-27313750" y="3545275"/>
            <a:chExt cx="226050" cy="296375"/>
          </a:xfrm>
        </p:grpSpPr>
        <p:sp>
          <p:nvSpPr>
            <p:cNvPr id="6007" name="Google Shape;6007;p58"/>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8"/>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8"/>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0" name="Google Shape;6010;p58"/>
          <p:cNvGrpSpPr/>
          <p:nvPr/>
        </p:nvGrpSpPr>
        <p:grpSpPr>
          <a:xfrm>
            <a:off x="6172593" y="2211380"/>
            <a:ext cx="354710" cy="356586"/>
            <a:chOff x="-27351575" y="3915650"/>
            <a:chExt cx="297750" cy="299325"/>
          </a:xfrm>
        </p:grpSpPr>
        <p:sp>
          <p:nvSpPr>
            <p:cNvPr id="6011" name="Google Shape;6011;p58"/>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8"/>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3" name="Google Shape;6013;p58"/>
          <p:cNvGrpSpPr/>
          <p:nvPr/>
        </p:nvGrpSpPr>
        <p:grpSpPr>
          <a:xfrm>
            <a:off x="4860084" y="2693579"/>
            <a:ext cx="319060" cy="353042"/>
            <a:chOff x="-25445525" y="3175900"/>
            <a:chExt cx="267825" cy="296350"/>
          </a:xfrm>
        </p:grpSpPr>
        <p:sp>
          <p:nvSpPr>
            <p:cNvPr id="6014" name="Google Shape;6014;p58"/>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8"/>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8"/>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7" name="Google Shape;6017;p58"/>
          <p:cNvGrpSpPr/>
          <p:nvPr/>
        </p:nvGrpSpPr>
        <p:grpSpPr>
          <a:xfrm>
            <a:off x="4841797" y="3183902"/>
            <a:ext cx="355633" cy="330288"/>
            <a:chOff x="-25465200" y="3565175"/>
            <a:chExt cx="298525" cy="277250"/>
          </a:xfrm>
        </p:grpSpPr>
        <p:sp>
          <p:nvSpPr>
            <p:cNvPr id="6018" name="Google Shape;6018;p58"/>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8"/>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58"/>
          <p:cNvGrpSpPr/>
          <p:nvPr/>
        </p:nvGrpSpPr>
        <p:grpSpPr>
          <a:xfrm>
            <a:off x="4841336" y="3623432"/>
            <a:ext cx="356556" cy="351285"/>
            <a:chOff x="-25465200" y="3916150"/>
            <a:chExt cx="299300" cy="294875"/>
          </a:xfrm>
        </p:grpSpPr>
        <p:sp>
          <p:nvSpPr>
            <p:cNvPr id="6021" name="Google Shape;6021;p58"/>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8"/>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3" name="Google Shape;6023;p58"/>
          <p:cNvGrpSpPr/>
          <p:nvPr/>
        </p:nvGrpSpPr>
        <p:grpSpPr>
          <a:xfrm>
            <a:off x="7068775" y="2693698"/>
            <a:ext cx="351880" cy="352803"/>
            <a:chOff x="-23615075" y="3148525"/>
            <a:chExt cx="295375" cy="296150"/>
          </a:xfrm>
        </p:grpSpPr>
        <p:sp>
          <p:nvSpPr>
            <p:cNvPr id="6024" name="Google Shape;6024;p58"/>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8"/>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8"/>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8"/>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8" name="Google Shape;6028;p58"/>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9" name="Google Shape;6029;p58"/>
          <p:cNvGrpSpPr/>
          <p:nvPr/>
        </p:nvGrpSpPr>
        <p:grpSpPr>
          <a:xfrm>
            <a:off x="7068299" y="3632977"/>
            <a:ext cx="352833" cy="332194"/>
            <a:chOff x="-23615075" y="3906200"/>
            <a:chExt cx="296175" cy="278850"/>
          </a:xfrm>
        </p:grpSpPr>
        <p:sp>
          <p:nvSpPr>
            <p:cNvPr id="6030" name="Google Shape;6030;p58"/>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8"/>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8"/>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3" name="Google Shape;6033;p58"/>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4" name="Google Shape;6034;p58"/>
          <p:cNvGrpSpPr/>
          <p:nvPr/>
        </p:nvGrpSpPr>
        <p:grpSpPr>
          <a:xfrm>
            <a:off x="6617268" y="1306618"/>
            <a:ext cx="353757" cy="352565"/>
            <a:chOff x="-26980600" y="3175500"/>
            <a:chExt cx="296950" cy="295950"/>
          </a:xfrm>
        </p:grpSpPr>
        <p:sp>
          <p:nvSpPr>
            <p:cNvPr id="6035" name="Google Shape;6035;p58"/>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8"/>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8"/>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8" name="Google Shape;6038;p58"/>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9" name="Google Shape;6039;p58"/>
          <p:cNvGrpSpPr/>
          <p:nvPr/>
        </p:nvGrpSpPr>
        <p:grpSpPr>
          <a:xfrm>
            <a:off x="6617744" y="2245154"/>
            <a:ext cx="352803" cy="289039"/>
            <a:chOff x="-26981375" y="3951875"/>
            <a:chExt cx="296150" cy="242625"/>
          </a:xfrm>
        </p:grpSpPr>
        <p:sp>
          <p:nvSpPr>
            <p:cNvPr id="6040" name="Google Shape;6040;p58"/>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8"/>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8"/>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3" name="Google Shape;6043;p58"/>
          <p:cNvGrpSpPr/>
          <p:nvPr/>
        </p:nvGrpSpPr>
        <p:grpSpPr>
          <a:xfrm>
            <a:off x="5282787" y="2692745"/>
            <a:ext cx="351910" cy="354710"/>
            <a:chOff x="-25094250" y="3176075"/>
            <a:chExt cx="295400" cy="297750"/>
          </a:xfrm>
        </p:grpSpPr>
        <p:sp>
          <p:nvSpPr>
            <p:cNvPr id="6044" name="Google Shape;6044;p58"/>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8"/>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8"/>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7" name="Google Shape;6047;p58"/>
          <p:cNvGrpSpPr/>
          <p:nvPr/>
        </p:nvGrpSpPr>
        <p:grpSpPr>
          <a:xfrm>
            <a:off x="5282787" y="3173106"/>
            <a:ext cx="351910" cy="351880"/>
            <a:chOff x="-25094250" y="3547050"/>
            <a:chExt cx="295400" cy="295375"/>
          </a:xfrm>
        </p:grpSpPr>
        <p:sp>
          <p:nvSpPr>
            <p:cNvPr id="6048" name="Google Shape;6048;p58"/>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8"/>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8"/>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8"/>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8"/>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3" name="Google Shape;6053;p58"/>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4" name="Google Shape;6054;p58"/>
          <p:cNvGrpSpPr/>
          <p:nvPr/>
        </p:nvGrpSpPr>
        <p:grpSpPr>
          <a:xfrm>
            <a:off x="7514864" y="2693698"/>
            <a:ext cx="352803" cy="352803"/>
            <a:chOff x="-23245675" y="3148525"/>
            <a:chExt cx="296150" cy="296150"/>
          </a:xfrm>
        </p:grpSpPr>
        <p:sp>
          <p:nvSpPr>
            <p:cNvPr id="6055" name="Google Shape;6055;p58"/>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8"/>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8"/>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8" name="Google Shape;6058;p58"/>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9" name="Google Shape;6059;p58"/>
          <p:cNvGrpSpPr/>
          <p:nvPr/>
        </p:nvGrpSpPr>
        <p:grpSpPr>
          <a:xfrm>
            <a:off x="7515325" y="3622672"/>
            <a:ext cx="351880" cy="352803"/>
            <a:chOff x="-23244900" y="3888100"/>
            <a:chExt cx="295375" cy="296150"/>
          </a:xfrm>
        </p:grpSpPr>
        <p:sp>
          <p:nvSpPr>
            <p:cNvPr id="6060" name="Google Shape;6060;p58"/>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8"/>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8"/>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8"/>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8"/>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8"/>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8"/>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8"/>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8"/>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8"/>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8"/>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1" name="Google Shape;6071;p58"/>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8"/>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073" name="Google Shape;6073;p58"/>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77" name="Shape 6077"/>
        <p:cNvGrpSpPr/>
        <p:nvPr/>
      </p:nvGrpSpPr>
      <p:grpSpPr>
        <a:xfrm>
          <a:off x="0" y="0"/>
          <a:ext cx="0" cy="0"/>
          <a:chOff x="0" y="0"/>
          <a:chExt cx="0" cy="0"/>
        </a:xfrm>
      </p:grpSpPr>
      <p:sp>
        <p:nvSpPr>
          <p:cNvPr id="6078" name="Google Shape;6078;p59"/>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9" name="Google Shape;6079;p59"/>
          <p:cNvGrpSpPr/>
          <p:nvPr/>
        </p:nvGrpSpPr>
        <p:grpSpPr>
          <a:xfrm>
            <a:off x="832654" y="1819647"/>
            <a:ext cx="367261" cy="367261"/>
            <a:chOff x="-65145700" y="3727425"/>
            <a:chExt cx="317425" cy="317425"/>
          </a:xfrm>
        </p:grpSpPr>
        <p:sp>
          <p:nvSpPr>
            <p:cNvPr id="6080" name="Google Shape;6080;p59"/>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9"/>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59"/>
          <p:cNvGrpSpPr/>
          <p:nvPr/>
        </p:nvGrpSpPr>
        <p:grpSpPr>
          <a:xfrm>
            <a:off x="835851" y="2248561"/>
            <a:ext cx="360868" cy="367261"/>
            <a:chOff x="-65144125" y="4094450"/>
            <a:chExt cx="311900" cy="317425"/>
          </a:xfrm>
        </p:grpSpPr>
        <p:sp>
          <p:nvSpPr>
            <p:cNvPr id="6083" name="Google Shape;6083;p59"/>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9"/>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9"/>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6" name="Google Shape;6086;p59"/>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7" name="Google Shape;6087;p59"/>
          <p:cNvGrpSpPr/>
          <p:nvPr/>
        </p:nvGrpSpPr>
        <p:grpSpPr>
          <a:xfrm>
            <a:off x="3039420" y="1819256"/>
            <a:ext cx="370645" cy="368042"/>
            <a:chOff x="-63250675" y="3744075"/>
            <a:chExt cx="320350" cy="318100"/>
          </a:xfrm>
        </p:grpSpPr>
        <p:sp>
          <p:nvSpPr>
            <p:cNvPr id="6088" name="Google Shape;6088;p59"/>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9"/>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9"/>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59"/>
          <p:cNvGrpSpPr/>
          <p:nvPr/>
        </p:nvGrpSpPr>
        <p:grpSpPr>
          <a:xfrm>
            <a:off x="3041112" y="2248561"/>
            <a:ext cx="367261" cy="367261"/>
            <a:chOff x="-63250675" y="4110200"/>
            <a:chExt cx="317425" cy="317425"/>
          </a:xfrm>
        </p:grpSpPr>
        <p:sp>
          <p:nvSpPr>
            <p:cNvPr id="6092" name="Google Shape;6092;p59"/>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9"/>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9"/>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9"/>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9"/>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9"/>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9"/>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9"/>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9"/>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59"/>
          <p:cNvGrpSpPr/>
          <p:nvPr/>
        </p:nvGrpSpPr>
        <p:grpSpPr>
          <a:xfrm>
            <a:off x="1720159" y="2745656"/>
            <a:ext cx="359075" cy="358844"/>
            <a:chOff x="-61351725" y="3372400"/>
            <a:chExt cx="310350" cy="310150"/>
          </a:xfrm>
        </p:grpSpPr>
        <p:sp>
          <p:nvSpPr>
            <p:cNvPr id="6102" name="Google Shape;6102;p59"/>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9"/>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9"/>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59"/>
          <p:cNvGrpSpPr/>
          <p:nvPr/>
        </p:nvGrpSpPr>
        <p:grpSpPr>
          <a:xfrm>
            <a:off x="1716514" y="3208713"/>
            <a:ext cx="366364" cy="333534"/>
            <a:chOff x="-61354875" y="3751050"/>
            <a:chExt cx="316650" cy="288275"/>
          </a:xfrm>
        </p:grpSpPr>
        <p:sp>
          <p:nvSpPr>
            <p:cNvPr id="6106" name="Google Shape;6106;p59"/>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9"/>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9"/>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9" name="Google Shape;6109;p59"/>
          <p:cNvGrpSpPr/>
          <p:nvPr/>
        </p:nvGrpSpPr>
        <p:grpSpPr>
          <a:xfrm>
            <a:off x="1716514" y="3650352"/>
            <a:ext cx="366364" cy="367290"/>
            <a:chOff x="-61354875" y="4101525"/>
            <a:chExt cx="316650" cy="317450"/>
          </a:xfrm>
        </p:grpSpPr>
        <p:sp>
          <p:nvSpPr>
            <p:cNvPr id="6110" name="Google Shape;6110;p59"/>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9"/>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2" name="Google Shape;6112;p59"/>
          <p:cNvGrpSpPr/>
          <p:nvPr/>
        </p:nvGrpSpPr>
        <p:grpSpPr>
          <a:xfrm>
            <a:off x="3932949" y="2742228"/>
            <a:ext cx="368157" cy="365699"/>
            <a:chOff x="-59470075" y="3308975"/>
            <a:chExt cx="318200" cy="316075"/>
          </a:xfrm>
        </p:grpSpPr>
        <p:sp>
          <p:nvSpPr>
            <p:cNvPr id="6113" name="Google Shape;6113;p59"/>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9"/>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9"/>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9"/>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9"/>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9"/>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9"/>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9"/>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9"/>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59"/>
          <p:cNvGrpSpPr/>
          <p:nvPr/>
        </p:nvGrpSpPr>
        <p:grpSpPr>
          <a:xfrm>
            <a:off x="1278379" y="1377933"/>
            <a:ext cx="367261" cy="364686"/>
            <a:chOff x="-64781025" y="3361050"/>
            <a:chExt cx="317425" cy="315200"/>
          </a:xfrm>
        </p:grpSpPr>
        <p:sp>
          <p:nvSpPr>
            <p:cNvPr id="6123" name="Google Shape;6123;p59"/>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9"/>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9"/>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9"/>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7" name="Google Shape;6127;p59"/>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9"/>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9"/>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0" name="Google Shape;6130;p59"/>
          <p:cNvGrpSpPr/>
          <p:nvPr/>
        </p:nvGrpSpPr>
        <p:grpSpPr>
          <a:xfrm>
            <a:off x="3482779" y="1819372"/>
            <a:ext cx="382765" cy="367810"/>
            <a:chOff x="-62890750" y="3747425"/>
            <a:chExt cx="330825" cy="317900"/>
          </a:xfrm>
        </p:grpSpPr>
        <p:sp>
          <p:nvSpPr>
            <p:cNvPr id="6131" name="Google Shape;6131;p59"/>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9"/>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9"/>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9"/>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9"/>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9"/>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9"/>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9"/>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9"/>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9"/>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9"/>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9"/>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9"/>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9"/>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5" name="Google Shape;6145;p59"/>
          <p:cNvGrpSpPr/>
          <p:nvPr/>
        </p:nvGrpSpPr>
        <p:grpSpPr>
          <a:xfrm>
            <a:off x="3490531" y="2249009"/>
            <a:ext cx="367261" cy="366364"/>
            <a:chOff x="-62884425" y="4111775"/>
            <a:chExt cx="317425" cy="316650"/>
          </a:xfrm>
        </p:grpSpPr>
        <p:sp>
          <p:nvSpPr>
            <p:cNvPr id="6146" name="Google Shape;6146;p59"/>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9"/>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8" name="Google Shape;6148;p59"/>
          <p:cNvGrpSpPr/>
          <p:nvPr/>
        </p:nvGrpSpPr>
        <p:grpSpPr>
          <a:xfrm>
            <a:off x="2163165" y="2745078"/>
            <a:ext cx="365438" cy="360001"/>
            <a:chOff x="-60991775" y="3376900"/>
            <a:chExt cx="315850" cy="311150"/>
          </a:xfrm>
        </p:grpSpPr>
        <p:sp>
          <p:nvSpPr>
            <p:cNvPr id="6149" name="Google Shape;6149;p59"/>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9"/>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9"/>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2" name="Google Shape;6152;p59"/>
          <p:cNvGrpSpPr/>
          <p:nvPr/>
        </p:nvGrpSpPr>
        <p:grpSpPr>
          <a:xfrm>
            <a:off x="2162702" y="3195942"/>
            <a:ext cx="366364" cy="359075"/>
            <a:chOff x="-60988625" y="3740800"/>
            <a:chExt cx="316650" cy="310350"/>
          </a:xfrm>
        </p:grpSpPr>
        <p:sp>
          <p:nvSpPr>
            <p:cNvPr id="6153" name="Google Shape;6153;p59"/>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9"/>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9"/>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6" name="Google Shape;6156;p59"/>
          <p:cNvGrpSpPr/>
          <p:nvPr/>
        </p:nvGrpSpPr>
        <p:grpSpPr>
          <a:xfrm>
            <a:off x="2162702" y="3651393"/>
            <a:ext cx="366364" cy="365207"/>
            <a:chOff x="-60987850" y="4100950"/>
            <a:chExt cx="316650" cy="315650"/>
          </a:xfrm>
        </p:grpSpPr>
        <p:sp>
          <p:nvSpPr>
            <p:cNvPr id="6157" name="Google Shape;6157;p59"/>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9"/>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9"/>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9"/>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9"/>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59"/>
          <p:cNvGrpSpPr/>
          <p:nvPr/>
        </p:nvGrpSpPr>
        <p:grpSpPr>
          <a:xfrm>
            <a:off x="3932486" y="3196853"/>
            <a:ext cx="369083" cy="357253"/>
            <a:chOff x="-59447250" y="3706150"/>
            <a:chExt cx="319000" cy="308775"/>
          </a:xfrm>
        </p:grpSpPr>
        <p:sp>
          <p:nvSpPr>
            <p:cNvPr id="6163" name="Google Shape;6163;p59"/>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9"/>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9"/>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9"/>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59"/>
          <p:cNvGrpSpPr/>
          <p:nvPr/>
        </p:nvGrpSpPr>
        <p:grpSpPr>
          <a:xfrm>
            <a:off x="1721214" y="1378164"/>
            <a:ext cx="368186" cy="364224"/>
            <a:chOff x="-64406125" y="3362225"/>
            <a:chExt cx="318225" cy="314800"/>
          </a:xfrm>
        </p:grpSpPr>
        <p:sp>
          <p:nvSpPr>
            <p:cNvPr id="6168" name="Google Shape;6168;p59"/>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9"/>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0" name="Google Shape;6170;p59"/>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1" name="Google Shape;6171;p59"/>
          <p:cNvGrpSpPr/>
          <p:nvPr/>
        </p:nvGrpSpPr>
        <p:grpSpPr>
          <a:xfrm>
            <a:off x="1721677" y="2249009"/>
            <a:ext cx="367261" cy="366364"/>
            <a:chOff x="-64410850" y="4094450"/>
            <a:chExt cx="317425" cy="316650"/>
          </a:xfrm>
        </p:grpSpPr>
        <p:sp>
          <p:nvSpPr>
            <p:cNvPr id="6172" name="Google Shape;6172;p59"/>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9"/>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9"/>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5" name="Google Shape;6175;p59"/>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6" name="Google Shape;6176;p59"/>
          <p:cNvGrpSpPr/>
          <p:nvPr/>
        </p:nvGrpSpPr>
        <p:grpSpPr>
          <a:xfrm>
            <a:off x="3943225" y="1819083"/>
            <a:ext cx="365467" cy="368389"/>
            <a:chOff x="-62516625" y="3743175"/>
            <a:chExt cx="315875" cy="318400"/>
          </a:xfrm>
        </p:grpSpPr>
        <p:sp>
          <p:nvSpPr>
            <p:cNvPr id="6177" name="Google Shape;6177;p59"/>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9"/>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59"/>
          <p:cNvGrpSpPr/>
          <p:nvPr/>
        </p:nvGrpSpPr>
        <p:grpSpPr>
          <a:xfrm>
            <a:off x="3950065" y="2269054"/>
            <a:ext cx="351786" cy="326274"/>
            <a:chOff x="-62511900" y="4129100"/>
            <a:chExt cx="304050" cy="282000"/>
          </a:xfrm>
        </p:grpSpPr>
        <p:sp>
          <p:nvSpPr>
            <p:cNvPr id="6180" name="Google Shape;6180;p59"/>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9"/>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9"/>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9"/>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9"/>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59"/>
          <p:cNvGrpSpPr/>
          <p:nvPr/>
        </p:nvGrpSpPr>
        <p:grpSpPr>
          <a:xfrm>
            <a:off x="2628187" y="2741448"/>
            <a:ext cx="310770" cy="367261"/>
            <a:chOff x="-60597975" y="3367475"/>
            <a:chExt cx="268600" cy="317425"/>
          </a:xfrm>
        </p:grpSpPr>
        <p:sp>
          <p:nvSpPr>
            <p:cNvPr id="6186" name="Google Shape;6186;p59"/>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9"/>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9"/>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9"/>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9"/>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1" name="Google Shape;6191;p59"/>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2" name="Google Shape;6192;p59"/>
          <p:cNvGrpSpPr/>
          <p:nvPr/>
        </p:nvGrpSpPr>
        <p:grpSpPr>
          <a:xfrm>
            <a:off x="2600390" y="3702764"/>
            <a:ext cx="366364" cy="262465"/>
            <a:chOff x="-60621600" y="4145650"/>
            <a:chExt cx="316650" cy="226850"/>
          </a:xfrm>
        </p:grpSpPr>
        <p:sp>
          <p:nvSpPr>
            <p:cNvPr id="6193" name="Google Shape;6193;p59"/>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9"/>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9"/>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59"/>
          <p:cNvGrpSpPr/>
          <p:nvPr/>
        </p:nvGrpSpPr>
        <p:grpSpPr>
          <a:xfrm>
            <a:off x="3937042" y="3651263"/>
            <a:ext cx="359972" cy="365467"/>
            <a:chOff x="-59400775" y="4084200"/>
            <a:chExt cx="311125" cy="315875"/>
          </a:xfrm>
        </p:grpSpPr>
        <p:sp>
          <p:nvSpPr>
            <p:cNvPr id="6197" name="Google Shape;6197;p59"/>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9"/>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9"/>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9"/>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9"/>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9"/>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3" name="Google Shape;6203;p59"/>
          <p:cNvGrpSpPr/>
          <p:nvPr/>
        </p:nvGrpSpPr>
        <p:grpSpPr>
          <a:xfrm>
            <a:off x="2161136" y="1377094"/>
            <a:ext cx="365438" cy="366364"/>
            <a:chOff x="-64044600" y="3360375"/>
            <a:chExt cx="315850" cy="316650"/>
          </a:xfrm>
        </p:grpSpPr>
        <p:sp>
          <p:nvSpPr>
            <p:cNvPr id="6204" name="Google Shape;6204;p59"/>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9"/>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9"/>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59"/>
          <p:cNvGrpSpPr/>
          <p:nvPr/>
        </p:nvGrpSpPr>
        <p:grpSpPr>
          <a:xfrm>
            <a:off x="2187559" y="1819647"/>
            <a:ext cx="312592" cy="367261"/>
            <a:chOff x="-64022550" y="3727425"/>
            <a:chExt cx="270175" cy="317425"/>
          </a:xfrm>
        </p:grpSpPr>
        <p:sp>
          <p:nvSpPr>
            <p:cNvPr id="6208" name="Google Shape;6208;p59"/>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9"/>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9"/>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59"/>
          <p:cNvGrpSpPr/>
          <p:nvPr/>
        </p:nvGrpSpPr>
        <p:grpSpPr>
          <a:xfrm>
            <a:off x="2211697" y="2248547"/>
            <a:ext cx="264317" cy="367290"/>
            <a:chOff x="-64001300" y="4093650"/>
            <a:chExt cx="228450" cy="317450"/>
          </a:xfrm>
        </p:grpSpPr>
        <p:sp>
          <p:nvSpPr>
            <p:cNvPr id="6212" name="Google Shape;6212;p59"/>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9"/>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9"/>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9"/>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59"/>
          <p:cNvGrpSpPr/>
          <p:nvPr/>
        </p:nvGrpSpPr>
        <p:grpSpPr>
          <a:xfrm>
            <a:off x="830701" y="2741838"/>
            <a:ext cx="359972" cy="366480"/>
            <a:chOff x="-62148800" y="3377700"/>
            <a:chExt cx="311125" cy="316750"/>
          </a:xfrm>
        </p:grpSpPr>
        <p:sp>
          <p:nvSpPr>
            <p:cNvPr id="6217" name="Google Shape;6217;p59"/>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9"/>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9" name="Google Shape;6219;p59"/>
          <p:cNvGrpSpPr/>
          <p:nvPr/>
        </p:nvGrpSpPr>
        <p:grpSpPr>
          <a:xfrm>
            <a:off x="826608" y="3191835"/>
            <a:ext cx="368157" cy="367290"/>
            <a:chOff x="-62154300" y="3743950"/>
            <a:chExt cx="318200" cy="317450"/>
          </a:xfrm>
        </p:grpSpPr>
        <p:sp>
          <p:nvSpPr>
            <p:cNvPr id="6220" name="Google Shape;6220;p59"/>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9"/>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2" name="Google Shape;6222;p59"/>
          <p:cNvGrpSpPr/>
          <p:nvPr/>
        </p:nvGrpSpPr>
        <p:grpSpPr>
          <a:xfrm>
            <a:off x="826594" y="3650815"/>
            <a:ext cx="368186" cy="366364"/>
            <a:chOff x="-62151950" y="4111775"/>
            <a:chExt cx="318225" cy="316650"/>
          </a:xfrm>
        </p:grpSpPr>
        <p:sp>
          <p:nvSpPr>
            <p:cNvPr id="6223" name="Google Shape;6223;p59"/>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9"/>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9"/>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9"/>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7" name="Google Shape;6227;p59"/>
          <p:cNvGrpSpPr/>
          <p:nvPr/>
        </p:nvGrpSpPr>
        <p:grpSpPr>
          <a:xfrm>
            <a:off x="3045218" y="2741361"/>
            <a:ext cx="368157" cy="367434"/>
            <a:chOff x="-60254550" y="3367325"/>
            <a:chExt cx="318200" cy="317575"/>
          </a:xfrm>
        </p:grpSpPr>
        <p:sp>
          <p:nvSpPr>
            <p:cNvPr id="6228" name="Google Shape;6228;p59"/>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9"/>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9"/>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9"/>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59"/>
          <p:cNvGrpSpPr/>
          <p:nvPr/>
        </p:nvGrpSpPr>
        <p:grpSpPr>
          <a:xfrm>
            <a:off x="3046115" y="3192355"/>
            <a:ext cx="366364" cy="366248"/>
            <a:chOff x="-60255350" y="3733825"/>
            <a:chExt cx="316650" cy="316550"/>
          </a:xfrm>
        </p:grpSpPr>
        <p:sp>
          <p:nvSpPr>
            <p:cNvPr id="6233" name="Google Shape;6233;p59"/>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9"/>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9"/>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9"/>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9"/>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9"/>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9"/>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59"/>
          <p:cNvGrpSpPr/>
          <p:nvPr/>
        </p:nvGrpSpPr>
        <p:grpSpPr>
          <a:xfrm>
            <a:off x="3073912" y="3651263"/>
            <a:ext cx="310770" cy="365467"/>
            <a:chOff x="-60232500" y="4101525"/>
            <a:chExt cx="268600" cy="315875"/>
          </a:xfrm>
        </p:grpSpPr>
        <p:sp>
          <p:nvSpPr>
            <p:cNvPr id="6241" name="Google Shape;6241;p59"/>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9"/>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3" name="Google Shape;6243;p59"/>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4" name="Google Shape;6244;p59"/>
          <p:cNvGrpSpPr/>
          <p:nvPr/>
        </p:nvGrpSpPr>
        <p:grpSpPr>
          <a:xfrm>
            <a:off x="2606912" y="1377094"/>
            <a:ext cx="368186" cy="366364"/>
            <a:chOff x="-63679950" y="3360375"/>
            <a:chExt cx="318225" cy="316650"/>
          </a:xfrm>
        </p:grpSpPr>
        <p:sp>
          <p:nvSpPr>
            <p:cNvPr id="6245" name="Google Shape;6245;p59"/>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9"/>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9"/>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9"/>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9" name="Google Shape;6249;p59"/>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0" name="Google Shape;6250;p59"/>
          <p:cNvGrpSpPr/>
          <p:nvPr/>
        </p:nvGrpSpPr>
        <p:grpSpPr>
          <a:xfrm>
            <a:off x="2605539" y="2248431"/>
            <a:ext cx="370934" cy="367521"/>
            <a:chOff x="-63679950" y="4093450"/>
            <a:chExt cx="320600" cy="317650"/>
          </a:xfrm>
        </p:grpSpPr>
        <p:sp>
          <p:nvSpPr>
            <p:cNvPr id="6251" name="Google Shape;6251;p59"/>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9"/>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9"/>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4" name="Google Shape;6254;p59"/>
          <p:cNvGrpSpPr/>
          <p:nvPr/>
        </p:nvGrpSpPr>
        <p:grpSpPr>
          <a:xfrm>
            <a:off x="1265656" y="2741433"/>
            <a:ext cx="366364" cy="367290"/>
            <a:chOff x="-61784125" y="3377700"/>
            <a:chExt cx="316650" cy="317450"/>
          </a:xfrm>
        </p:grpSpPr>
        <p:sp>
          <p:nvSpPr>
            <p:cNvPr id="6255" name="Google Shape;6255;p59"/>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9"/>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9"/>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9"/>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9"/>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9"/>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9"/>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59"/>
          <p:cNvGrpSpPr/>
          <p:nvPr/>
        </p:nvGrpSpPr>
        <p:grpSpPr>
          <a:xfrm>
            <a:off x="1265656" y="3191835"/>
            <a:ext cx="366364" cy="367290"/>
            <a:chOff x="-61783350" y="3743950"/>
            <a:chExt cx="316650" cy="317450"/>
          </a:xfrm>
        </p:grpSpPr>
        <p:sp>
          <p:nvSpPr>
            <p:cNvPr id="6263" name="Google Shape;6263;p59"/>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9"/>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5" name="Google Shape;6265;p59"/>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9"/>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9"/>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8" name="Google Shape;6268;p59"/>
          <p:cNvGrpSpPr/>
          <p:nvPr/>
        </p:nvGrpSpPr>
        <p:grpSpPr>
          <a:xfrm>
            <a:off x="3487080" y="3651668"/>
            <a:ext cx="369112" cy="364657"/>
            <a:chOff x="-59869425" y="4102225"/>
            <a:chExt cx="319025" cy="315175"/>
          </a:xfrm>
        </p:grpSpPr>
        <p:sp>
          <p:nvSpPr>
            <p:cNvPr id="6269" name="Google Shape;6269;p59"/>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9"/>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9"/>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9"/>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3" name="Google Shape;6273;p59"/>
          <p:cNvGrpSpPr/>
          <p:nvPr/>
        </p:nvGrpSpPr>
        <p:grpSpPr>
          <a:xfrm>
            <a:off x="2605883" y="4120490"/>
            <a:ext cx="366364" cy="365467"/>
            <a:chOff x="-59029025" y="3711650"/>
            <a:chExt cx="316650" cy="315875"/>
          </a:xfrm>
        </p:grpSpPr>
        <p:sp>
          <p:nvSpPr>
            <p:cNvPr id="6274" name="Google Shape;6274;p59"/>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9"/>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9"/>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9"/>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9"/>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9"/>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9"/>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1" name="Google Shape;6281;p59"/>
          <p:cNvGrpSpPr/>
          <p:nvPr/>
        </p:nvGrpSpPr>
        <p:grpSpPr>
          <a:xfrm>
            <a:off x="4841373" y="1398014"/>
            <a:ext cx="351940" cy="348188"/>
            <a:chOff x="581525" y="3254850"/>
            <a:chExt cx="297750" cy="294575"/>
          </a:xfrm>
        </p:grpSpPr>
        <p:sp>
          <p:nvSpPr>
            <p:cNvPr id="6282" name="Google Shape;6282;p59"/>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9"/>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9"/>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59"/>
          <p:cNvGrpSpPr/>
          <p:nvPr/>
        </p:nvGrpSpPr>
        <p:grpSpPr>
          <a:xfrm>
            <a:off x="4840442" y="1836950"/>
            <a:ext cx="353802" cy="351497"/>
            <a:chOff x="580725" y="3617925"/>
            <a:chExt cx="299325" cy="297375"/>
          </a:xfrm>
        </p:grpSpPr>
        <p:sp>
          <p:nvSpPr>
            <p:cNvPr id="6286" name="Google Shape;6286;p59"/>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9"/>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9"/>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9"/>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9"/>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59"/>
          <p:cNvGrpSpPr/>
          <p:nvPr/>
        </p:nvGrpSpPr>
        <p:grpSpPr>
          <a:xfrm>
            <a:off x="4842304" y="2284140"/>
            <a:ext cx="350079" cy="350079"/>
            <a:chOff x="583100" y="3982600"/>
            <a:chExt cx="296175" cy="296175"/>
          </a:xfrm>
        </p:grpSpPr>
        <p:sp>
          <p:nvSpPr>
            <p:cNvPr id="6292" name="Google Shape;6292;p59"/>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9"/>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9"/>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9"/>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9"/>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9"/>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9"/>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59"/>
          <p:cNvGrpSpPr/>
          <p:nvPr/>
        </p:nvGrpSpPr>
        <p:grpSpPr>
          <a:xfrm>
            <a:off x="7074918" y="1397764"/>
            <a:ext cx="307231" cy="348690"/>
            <a:chOff x="2423775" y="3226875"/>
            <a:chExt cx="259925" cy="295000"/>
          </a:xfrm>
        </p:grpSpPr>
        <p:sp>
          <p:nvSpPr>
            <p:cNvPr id="6300" name="Google Shape;6300;p59"/>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9"/>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9"/>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59"/>
          <p:cNvGrpSpPr/>
          <p:nvPr/>
        </p:nvGrpSpPr>
        <p:grpSpPr>
          <a:xfrm>
            <a:off x="7052106" y="1839049"/>
            <a:ext cx="352857" cy="347301"/>
            <a:chOff x="2404875" y="3592725"/>
            <a:chExt cx="298525" cy="293825"/>
          </a:xfrm>
        </p:grpSpPr>
        <p:sp>
          <p:nvSpPr>
            <p:cNvPr id="6304" name="Google Shape;6304;p59"/>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9"/>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9"/>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59"/>
          <p:cNvGrpSpPr/>
          <p:nvPr/>
        </p:nvGrpSpPr>
        <p:grpSpPr>
          <a:xfrm>
            <a:off x="7053036" y="2284614"/>
            <a:ext cx="350995" cy="349133"/>
            <a:chOff x="2404875" y="3955825"/>
            <a:chExt cx="296950" cy="295375"/>
          </a:xfrm>
        </p:grpSpPr>
        <p:sp>
          <p:nvSpPr>
            <p:cNvPr id="6308" name="Google Shape;6308;p59"/>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9"/>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9"/>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9"/>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59"/>
          <p:cNvGrpSpPr/>
          <p:nvPr/>
        </p:nvGrpSpPr>
        <p:grpSpPr>
          <a:xfrm>
            <a:off x="5747016" y="2748808"/>
            <a:ext cx="349163" cy="350079"/>
            <a:chOff x="4263650" y="3235150"/>
            <a:chExt cx="295400" cy="296175"/>
          </a:xfrm>
        </p:grpSpPr>
        <p:sp>
          <p:nvSpPr>
            <p:cNvPr id="6313" name="Google Shape;6313;p59"/>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9"/>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9"/>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9"/>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9"/>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59"/>
          <p:cNvGrpSpPr/>
          <p:nvPr/>
        </p:nvGrpSpPr>
        <p:grpSpPr>
          <a:xfrm>
            <a:off x="5744696" y="3207969"/>
            <a:ext cx="353802" cy="327739"/>
            <a:chOff x="4266025" y="3609275"/>
            <a:chExt cx="299325" cy="277275"/>
          </a:xfrm>
        </p:grpSpPr>
        <p:sp>
          <p:nvSpPr>
            <p:cNvPr id="6319" name="Google Shape;6319;p59"/>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9"/>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59"/>
          <p:cNvGrpSpPr/>
          <p:nvPr/>
        </p:nvGrpSpPr>
        <p:grpSpPr>
          <a:xfrm>
            <a:off x="5745154" y="3673356"/>
            <a:ext cx="352886" cy="349133"/>
            <a:chOff x="4263650" y="3963700"/>
            <a:chExt cx="298550" cy="295375"/>
          </a:xfrm>
        </p:grpSpPr>
        <p:sp>
          <p:nvSpPr>
            <p:cNvPr id="6322" name="Google Shape;6322;p59"/>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9"/>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9"/>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9"/>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9"/>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9"/>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9"/>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9" name="Google Shape;6329;p59"/>
          <p:cNvGrpSpPr/>
          <p:nvPr/>
        </p:nvGrpSpPr>
        <p:grpSpPr>
          <a:xfrm>
            <a:off x="8023491" y="2748809"/>
            <a:ext cx="226264" cy="350079"/>
            <a:chOff x="6164975" y="3211525"/>
            <a:chExt cx="191425" cy="296175"/>
          </a:xfrm>
        </p:grpSpPr>
        <p:sp>
          <p:nvSpPr>
            <p:cNvPr id="6330" name="Google Shape;6330;p59"/>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9"/>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9"/>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9"/>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9"/>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9"/>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9"/>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59"/>
          <p:cNvGrpSpPr/>
          <p:nvPr/>
        </p:nvGrpSpPr>
        <p:grpSpPr>
          <a:xfrm>
            <a:off x="5285528" y="1397084"/>
            <a:ext cx="352886" cy="350049"/>
            <a:chOff x="946175" y="3253275"/>
            <a:chExt cx="298550" cy="296150"/>
          </a:xfrm>
        </p:grpSpPr>
        <p:sp>
          <p:nvSpPr>
            <p:cNvPr id="6338" name="Google Shape;6338;p59"/>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9"/>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9"/>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9"/>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9"/>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3" name="Google Shape;6343;p59"/>
          <p:cNvGrpSpPr/>
          <p:nvPr/>
        </p:nvGrpSpPr>
        <p:grpSpPr>
          <a:xfrm>
            <a:off x="5286459" y="1839048"/>
            <a:ext cx="351024" cy="347301"/>
            <a:chOff x="946175" y="3619500"/>
            <a:chExt cx="296975" cy="293825"/>
          </a:xfrm>
        </p:grpSpPr>
        <p:sp>
          <p:nvSpPr>
            <p:cNvPr id="6344" name="Google Shape;6344;p59"/>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9"/>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9"/>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9"/>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9"/>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9"/>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59"/>
          <p:cNvGrpSpPr/>
          <p:nvPr/>
        </p:nvGrpSpPr>
        <p:grpSpPr>
          <a:xfrm>
            <a:off x="5286001" y="2283682"/>
            <a:ext cx="351940" cy="350995"/>
            <a:chOff x="944600" y="3981825"/>
            <a:chExt cx="297750" cy="296950"/>
          </a:xfrm>
        </p:grpSpPr>
        <p:sp>
          <p:nvSpPr>
            <p:cNvPr id="6351" name="Google Shape;6351;p59"/>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9"/>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9"/>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9"/>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5" name="Google Shape;6355;p59"/>
          <p:cNvGrpSpPr/>
          <p:nvPr/>
        </p:nvGrpSpPr>
        <p:grpSpPr>
          <a:xfrm>
            <a:off x="7502937" y="1397542"/>
            <a:ext cx="350079" cy="349133"/>
            <a:chOff x="2768750" y="3227275"/>
            <a:chExt cx="296175" cy="295375"/>
          </a:xfrm>
        </p:grpSpPr>
        <p:sp>
          <p:nvSpPr>
            <p:cNvPr id="6356" name="Google Shape;6356;p59"/>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9"/>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9"/>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9"/>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9"/>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9"/>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9"/>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9"/>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4" name="Google Shape;6364;p59"/>
          <p:cNvGrpSpPr/>
          <p:nvPr/>
        </p:nvGrpSpPr>
        <p:grpSpPr>
          <a:xfrm>
            <a:off x="7523888" y="1838414"/>
            <a:ext cx="308177" cy="348572"/>
            <a:chOff x="2786075" y="3591800"/>
            <a:chExt cx="260725" cy="294900"/>
          </a:xfrm>
        </p:grpSpPr>
        <p:sp>
          <p:nvSpPr>
            <p:cNvPr id="6365" name="Google Shape;6365;p59"/>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9"/>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9"/>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9"/>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9"/>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59"/>
          <p:cNvGrpSpPr/>
          <p:nvPr/>
        </p:nvGrpSpPr>
        <p:grpSpPr>
          <a:xfrm>
            <a:off x="7564387" y="2284141"/>
            <a:ext cx="227180" cy="350079"/>
            <a:chOff x="2819150" y="3955025"/>
            <a:chExt cx="192200" cy="296175"/>
          </a:xfrm>
        </p:grpSpPr>
        <p:sp>
          <p:nvSpPr>
            <p:cNvPr id="6371" name="Google Shape;6371;p59"/>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9"/>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9"/>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9"/>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59"/>
          <p:cNvGrpSpPr/>
          <p:nvPr/>
        </p:nvGrpSpPr>
        <p:grpSpPr>
          <a:xfrm>
            <a:off x="6188160" y="2749739"/>
            <a:ext cx="349133" cy="348217"/>
            <a:chOff x="4629125" y="3235150"/>
            <a:chExt cx="295375" cy="294600"/>
          </a:xfrm>
        </p:grpSpPr>
        <p:sp>
          <p:nvSpPr>
            <p:cNvPr id="6376" name="Google Shape;6376;p59"/>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9"/>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9"/>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9"/>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9"/>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59"/>
          <p:cNvGrpSpPr/>
          <p:nvPr/>
        </p:nvGrpSpPr>
        <p:grpSpPr>
          <a:xfrm>
            <a:off x="6188145" y="3197272"/>
            <a:ext cx="349163" cy="349133"/>
            <a:chOff x="4628325" y="3599825"/>
            <a:chExt cx="295400" cy="295375"/>
          </a:xfrm>
        </p:grpSpPr>
        <p:sp>
          <p:nvSpPr>
            <p:cNvPr id="6382" name="Google Shape;6382;p59"/>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9"/>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9"/>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9"/>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9"/>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9"/>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9"/>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9"/>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9"/>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9"/>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9"/>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9"/>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59"/>
          <p:cNvGrpSpPr/>
          <p:nvPr/>
        </p:nvGrpSpPr>
        <p:grpSpPr>
          <a:xfrm>
            <a:off x="6209096" y="3672883"/>
            <a:ext cx="307261" cy="350079"/>
            <a:chOff x="4645650" y="3962900"/>
            <a:chExt cx="259950" cy="296175"/>
          </a:xfrm>
        </p:grpSpPr>
        <p:sp>
          <p:nvSpPr>
            <p:cNvPr id="6395" name="Google Shape;6395;p59"/>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9"/>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9"/>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9"/>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9"/>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9"/>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1" name="Google Shape;6401;p59"/>
          <p:cNvGrpSpPr/>
          <p:nvPr/>
        </p:nvGrpSpPr>
        <p:grpSpPr>
          <a:xfrm>
            <a:off x="7962056" y="3197745"/>
            <a:ext cx="349133" cy="348188"/>
            <a:chOff x="6143725" y="3582500"/>
            <a:chExt cx="295375" cy="294575"/>
          </a:xfrm>
        </p:grpSpPr>
        <p:sp>
          <p:nvSpPr>
            <p:cNvPr id="6402" name="Google Shape;6402;p59"/>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9"/>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9"/>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9"/>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9"/>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9"/>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9"/>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9" name="Google Shape;6409;p59"/>
          <p:cNvGrpSpPr/>
          <p:nvPr/>
        </p:nvGrpSpPr>
        <p:grpSpPr>
          <a:xfrm>
            <a:off x="5730883" y="1397084"/>
            <a:ext cx="350995" cy="350049"/>
            <a:chOff x="1310075" y="3253275"/>
            <a:chExt cx="296950" cy="296150"/>
          </a:xfrm>
        </p:grpSpPr>
        <p:sp>
          <p:nvSpPr>
            <p:cNvPr id="6410" name="Google Shape;6410;p59"/>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9"/>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9"/>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3" name="Google Shape;6413;p59"/>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4" name="Google Shape;6414;p59"/>
          <p:cNvGrpSpPr/>
          <p:nvPr/>
        </p:nvGrpSpPr>
        <p:grpSpPr>
          <a:xfrm>
            <a:off x="5730410" y="2283343"/>
            <a:ext cx="351941" cy="351675"/>
            <a:chOff x="1310075" y="3980250"/>
            <a:chExt cx="297750" cy="297525"/>
          </a:xfrm>
        </p:grpSpPr>
        <p:sp>
          <p:nvSpPr>
            <p:cNvPr id="6415" name="Google Shape;6415;p59"/>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9"/>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9"/>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9"/>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59"/>
          <p:cNvGrpSpPr/>
          <p:nvPr/>
        </p:nvGrpSpPr>
        <p:grpSpPr>
          <a:xfrm>
            <a:off x="7995198" y="1397542"/>
            <a:ext cx="266305" cy="349133"/>
            <a:chOff x="3167275" y="3227275"/>
            <a:chExt cx="225300" cy="295375"/>
          </a:xfrm>
        </p:grpSpPr>
        <p:sp>
          <p:nvSpPr>
            <p:cNvPr id="6420" name="Google Shape;6420;p59"/>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9"/>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9"/>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9"/>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9"/>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5" name="Google Shape;6425;p59"/>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6" name="Google Shape;6426;p59"/>
          <p:cNvGrpSpPr/>
          <p:nvPr/>
        </p:nvGrpSpPr>
        <p:grpSpPr>
          <a:xfrm>
            <a:off x="7952380" y="2284599"/>
            <a:ext cx="351940" cy="349163"/>
            <a:chOff x="3133425" y="3955025"/>
            <a:chExt cx="297750" cy="295400"/>
          </a:xfrm>
        </p:grpSpPr>
        <p:sp>
          <p:nvSpPr>
            <p:cNvPr id="6427" name="Google Shape;6427;p59"/>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9"/>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9"/>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59"/>
          <p:cNvGrpSpPr/>
          <p:nvPr/>
        </p:nvGrpSpPr>
        <p:grpSpPr>
          <a:xfrm>
            <a:off x="6632554" y="2748187"/>
            <a:ext cx="350079" cy="351320"/>
            <a:chOff x="4991425" y="3234750"/>
            <a:chExt cx="296175" cy="297225"/>
          </a:xfrm>
        </p:grpSpPr>
        <p:sp>
          <p:nvSpPr>
            <p:cNvPr id="6431" name="Google Shape;6431;p59"/>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9"/>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9"/>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9"/>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9"/>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9"/>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59"/>
          <p:cNvGrpSpPr/>
          <p:nvPr/>
        </p:nvGrpSpPr>
        <p:grpSpPr>
          <a:xfrm>
            <a:off x="6632554" y="3217750"/>
            <a:ext cx="350079" cy="308177"/>
            <a:chOff x="4991425" y="3617150"/>
            <a:chExt cx="296175" cy="260725"/>
          </a:xfrm>
        </p:grpSpPr>
        <p:sp>
          <p:nvSpPr>
            <p:cNvPr id="6438" name="Google Shape;6438;p59"/>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9"/>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9"/>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9"/>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9"/>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9"/>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9"/>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59"/>
          <p:cNvGrpSpPr/>
          <p:nvPr/>
        </p:nvGrpSpPr>
        <p:grpSpPr>
          <a:xfrm>
            <a:off x="6709827" y="3673341"/>
            <a:ext cx="195532" cy="349163"/>
            <a:chOff x="5056800" y="3962900"/>
            <a:chExt cx="165425" cy="295400"/>
          </a:xfrm>
        </p:grpSpPr>
        <p:sp>
          <p:nvSpPr>
            <p:cNvPr id="6446" name="Google Shape;6446;p59"/>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9"/>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9"/>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9" name="Google Shape;6449;p59"/>
          <p:cNvGrpSpPr/>
          <p:nvPr/>
        </p:nvGrpSpPr>
        <p:grpSpPr>
          <a:xfrm>
            <a:off x="7961125" y="3673357"/>
            <a:ext cx="350995" cy="349133"/>
            <a:chOff x="6168925" y="3936925"/>
            <a:chExt cx="296950" cy="295375"/>
          </a:xfrm>
        </p:grpSpPr>
        <p:sp>
          <p:nvSpPr>
            <p:cNvPr id="6450" name="Google Shape;6450;p59"/>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9"/>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9"/>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9"/>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9"/>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9"/>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6" name="Google Shape;6456;p59"/>
          <p:cNvGrpSpPr/>
          <p:nvPr/>
        </p:nvGrpSpPr>
        <p:grpSpPr>
          <a:xfrm>
            <a:off x="6174844" y="1390429"/>
            <a:ext cx="348188" cy="349133"/>
            <a:chOff x="1674750" y="3254050"/>
            <a:chExt cx="294575" cy="295375"/>
          </a:xfrm>
        </p:grpSpPr>
        <p:sp>
          <p:nvSpPr>
            <p:cNvPr id="6457" name="Google Shape;6457;p59"/>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9"/>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9"/>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0" name="Google Shape;6460;p59"/>
          <p:cNvGrpSpPr/>
          <p:nvPr/>
        </p:nvGrpSpPr>
        <p:grpSpPr>
          <a:xfrm>
            <a:off x="6189239" y="1838132"/>
            <a:ext cx="319347" cy="349133"/>
            <a:chOff x="1687350" y="3618725"/>
            <a:chExt cx="270175" cy="295375"/>
          </a:xfrm>
        </p:grpSpPr>
        <p:sp>
          <p:nvSpPr>
            <p:cNvPr id="6461" name="Google Shape;6461;p59"/>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9"/>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9"/>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59"/>
          <p:cNvGrpSpPr/>
          <p:nvPr/>
        </p:nvGrpSpPr>
        <p:grpSpPr>
          <a:xfrm>
            <a:off x="6172942" y="2284613"/>
            <a:ext cx="351940" cy="349133"/>
            <a:chOff x="1672375" y="3982600"/>
            <a:chExt cx="297750" cy="295375"/>
          </a:xfrm>
        </p:grpSpPr>
        <p:sp>
          <p:nvSpPr>
            <p:cNvPr id="6465" name="Google Shape;6465;p59"/>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9"/>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9"/>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59"/>
          <p:cNvGrpSpPr/>
          <p:nvPr/>
        </p:nvGrpSpPr>
        <p:grpSpPr>
          <a:xfrm>
            <a:off x="4864934" y="2748808"/>
            <a:ext cx="350079" cy="350079"/>
            <a:chOff x="3497300" y="3227275"/>
            <a:chExt cx="296175" cy="296175"/>
          </a:xfrm>
        </p:grpSpPr>
        <p:sp>
          <p:nvSpPr>
            <p:cNvPr id="6469" name="Google Shape;6469;p59"/>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9"/>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9"/>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9"/>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9"/>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9"/>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9"/>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9"/>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59"/>
          <p:cNvGrpSpPr/>
          <p:nvPr/>
        </p:nvGrpSpPr>
        <p:grpSpPr>
          <a:xfrm>
            <a:off x="4865407" y="3198203"/>
            <a:ext cx="349133" cy="347272"/>
            <a:chOff x="3497300" y="3591950"/>
            <a:chExt cx="295375" cy="293800"/>
          </a:xfrm>
        </p:grpSpPr>
        <p:sp>
          <p:nvSpPr>
            <p:cNvPr id="6478" name="Google Shape;6478;p59"/>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9"/>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9"/>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9"/>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9"/>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9"/>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9"/>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9"/>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59"/>
          <p:cNvGrpSpPr/>
          <p:nvPr/>
        </p:nvGrpSpPr>
        <p:grpSpPr>
          <a:xfrm>
            <a:off x="4865407" y="3673341"/>
            <a:ext cx="349133" cy="349163"/>
            <a:chOff x="3497300" y="3955025"/>
            <a:chExt cx="295375" cy="295400"/>
          </a:xfrm>
        </p:grpSpPr>
        <p:sp>
          <p:nvSpPr>
            <p:cNvPr id="6487" name="Google Shape;6487;p59"/>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9"/>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9"/>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0" name="Google Shape;6490;p59"/>
          <p:cNvGrpSpPr/>
          <p:nvPr/>
        </p:nvGrpSpPr>
        <p:grpSpPr>
          <a:xfrm>
            <a:off x="7089979" y="2749532"/>
            <a:ext cx="327739" cy="348631"/>
            <a:chOff x="5364750" y="3235150"/>
            <a:chExt cx="277275" cy="294950"/>
          </a:xfrm>
        </p:grpSpPr>
        <p:sp>
          <p:nvSpPr>
            <p:cNvPr id="6491" name="Google Shape;6491;p59"/>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9"/>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9"/>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9"/>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9"/>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9"/>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9"/>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9"/>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59"/>
          <p:cNvGrpSpPr/>
          <p:nvPr/>
        </p:nvGrpSpPr>
        <p:grpSpPr>
          <a:xfrm>
            <a:off x="7078337" y="3195868"/>
            <a:ext cx="351024" cy="351941"/>
            <a:chOff x="5355300" y="3598250"/>
            <a:chExt cx="296975" cy="297750"/>
          </a:xfrm>
        </p:grpSpPr>
        <p:sp>
          <p:nvSpPr>
            <p:cNvPr id="6500" name="Google Shape;6500;p59"/>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9"/>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9"/>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9"/>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9"/>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9"/>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9"/>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9"/>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59"/>
          <p:cNvGrpSpPr/>
          <p:nvPr/>
        </p:nvGrpSpPr>
        <p:grpSpPr>
          <a:xfrm>
            <a:off x="7082533" y="3734790"/>
            <a:ext cx="342632" cy="226264"/>
            <a:chOff x="5358450" y="4015675"/>
            <a:chExt cx="289875" cy="191425"/>
          </a:xfrm>
        </p:grpSpPr>
        <p:sp>
          <p:nvSpPr>
            <p:cNvPr id="6509" name="Google Shape;6509;p59"/>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9"/>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9"/>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9"/>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59"/>
          <p:cNvGrpSpPr/>
          <p:nvPr/>
        </p:nvGrpSpPr>
        <p:grpSpPr>
          <a:xfrm>
            <a:off x="6209015" y="4117322"/>
            <a:ext cx="351024" cy="325464"/>
            <a:chOff x="6543825" y="3202075"/>
            <a:chExt cx="296975" cy="275350"/>
          </a:xfrm>
        </p:grpSpPr>
        <p:sp>
          <p:nvSpPr>
            <p:cNvPr id="6514" name="Google Shape;6514;p59"/>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9"/>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9"/>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9"/>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9"/>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9"/>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9"/>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59"/>
          <p:cNvGrpSpPr/>
          <p:nvPr/>
        </p:nvGrpSpPr>
        <p:grpSpPr>
          <a:xfrm>
            <a:off x="6615996" y="1397069"/>
            <a:ext cx="350079" cy="350079"/>
            <a:chOff x="2037825" y="3254050"/>
            <a:chExt cx="296175" cy="296175"/>
          </a:xfrm>
        </p:grpSpPr>
        <p:sp>
          <p:nvSpPr>
            <p:cNvPr id="6522" name="Google Shape;6522;p59"/>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9"/>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9"/>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9"/>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9"/>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9"/>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59"/>
          <p:cNvGrpSpPr/>
          <p:nvPr/>
        </p:nvGrpSpPr>
        <p:grpSpPr>
          <a:xfrm>
            <a:off x="6614135" y="1838236"/>
            <a:ext cx="353802" cy="348926"/>
            <a:chOff x="2034675" y="3617925"/>
            <a:chExt cx="299325" cy="295200"/>
          </a:xfrm>
        </p:grpSpPr>
        <p:sp>
          <p:nvSpPr>
            <p:cNvPr id="6529" name="Google Shape;6529;p59"/>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9"/>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9"/>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9"/>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9"/>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59"/>
          <p:cNvGrpSpPr/>
          <p:nvPr/>
        </p:nvGrpSpPr>
        <p:grpSpPr>
          <a:xfrm>
            <a:off x="6615996" y="2284613"/>
            <a:ext cx="350079" cy="349133"/>
            <a:chOff x="2037825" y="3981825"/>
            <a:chExt cx="296175" cy="295375"/>
          </a:xfrm>
        </p:grpSpPr>
        <p:sp>
          <p:nvSpPr>
            <p:cNvPr id="6535" name="Google Shape;6535;p59"/>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9"/>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9"/>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59"/>
          <p:cNvGrpSpPr/>
          <p:nvPr/>
        </p:nvGrpSpPr>
        <p:grpSpPr>
          <a:xfrm>
            <a:off x="5301014" y="2780929"/>
            <a:ext cx="350079" cy="285837"/>
            <a:chOff x="3860400" y="3254050"/>
            <a:chExt cx="296175" cy="241825"/>
          </a:xfrm>
        </p:grpSpPr>
        <p:sp>
          <p:nvSpPr>
            <p:cNvPr id="6539" name="Google Shape;6539;p59"/>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9"/>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9"/>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9"/>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9"/>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9"/>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9"/>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59"/>
          <p:cNvGrpSpPr/>
          <p:nvPr/>
        </p:nvGrpSpPr>
        <p:grpSpPr>
          <a:xfrm>
            <a:off x="5300541" y="3196800"/>
            <a:ext cx="351024" cy="350079"/>
            <a:chOff x="3859600" y="3591950"/>
            <a:chExt cx="296975" cy="296175"/>
          </a:xfrm>
        </p:grpSpPr>
        <p:sp>
          <p:nvSpPr>
            <p:cNvPr id="6547" name="Google Shape;6547;p59"/>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9"/>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9"/>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59"/>
          <p:cNvGrpSpPr/>
          <p:nvPr/>
        </p:nvGrpSpPr>
        <p:grpSpPr>
          <a:xfrm>
            <a:off x="5301014" y="3672883"/>
            <a:ext cx="350079" cy="350079"/>
            <a:chOff x="3860400" y="3955025"/>
            <a:chExt cx="296175" cy="296175"/>
          </a:xfrm>
        </p:grpSpPr>
        <p:sp>
          <p:nvSpPr>
            <p:cNvPr id="6551" name="Google Shape;6551;p59"/>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9"/>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9"/>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9"/>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9"/>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6" name="Google Shape;6556;p59"/>
          <p:cNvGrpSpPr/>
          <p:nvPr/>
        </p:nvGrpSpPr>
        <p:grpSpPr>
          <a:xfrm>
            <a:off x="7516230" y="2749281"/>
            <a:ext cx="355664" cy="349133"/>
            <a:chOff x="5716825" y="3235950"/>
            <a:chExt cx="300900" cy="295375"/>
          </a:xfrm>
        </p:grpSpPr>
        <p:sp>
          <p:nvSpPr>
            <p:cNvPr id="6557" name="Google Shape;6557;p59"/>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9"/>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9"/>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9"/>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59"/>
          <p:cNvGrpSpPr/>
          <p:nvPr/>
        </p:nvGrpSpPr>
        <p:grpSpPr>
          <a:xfrm>
            <a:off x="7529261" y="3207969"/>
            <a:ext cx="329601" cy="327739"/>
            <a:chOff x="5727850" y="3609275"/>
            <a:chExt cx="278850" cy="277275"/>
          </a:xfrm>
        </p:grpSpPr>
        <p:sp>
          <p:nvSpPr>
            <p:cNvPr id="6562" name="Google Shape;6562;p59"/>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9"/>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9"/>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9"/>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9"/>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59"/>
          <p:cNvGrpSpPr/>
          <p:nvPr/>
        </p:nvGrpSpPr>
        <p:grpSpPr>
          <a:xfrm>
            <a:off x="7540446" y="3673356"/>
            <a:ext cx="307231" cy="349133"/>
            <a:chOff x="5736525" y="3963700"/>
            <a:chExt cx="259925" cy="295375"/>
          </a:xfrm>
        </p:grpSpPr>
        <p:sp>
          <p:nvSpPr>
            <p:cNvPr id="6568" name="Google Shape;6568;p59"/>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9"/>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9"/>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9"/>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9"/>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9"/>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9"/>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59"/>
          <p:cNvGrpSpPr/>
          <p:nvPr/>
        </p:nvGrpSpPr>
        <p:grpSpPr>
          <a:xfrm>
            <a:off x="6632026" y="4122683"/>
            <a:ext cx="351024" cy="350079"/>
            <a:chOff x="6553275" y="3604550"/>
            <a:chExt cx="296975" cy="296175"/>
          </a:xfrm>
        </p:grpSpPr>
        <p:sp>
          <p:nvSpPr>
            <p:cNvPr id="6576" name="Google Shape;6576;p59"/>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9"/>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9"/>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9"/>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9"/>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9"/>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2" name="Google Shape;6582;p59"/>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583" name="Google Shape;6583;p59"/>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87" name="Shape 6587"/>
        <p:cNvGrpSpPr/>
        <p:nvPr/>
      </p:nvGrpSpPr>
      <p:grpSpPr>
        <a:xfrm>
          <a:off x="0" y="0"/>
          <a:ext cx="0" cy="0"/>
          <a:chOff x="0" y="0"/>
          <a:chExt cx="0" cy="0"/>
        </a:xfrm>
      </p:grpSpPr>
      <p:grpSp>
        <p:nvGrpSpPr>
          <p:cNvPr id="6588" name="Google Shape;6588;p60"/>
          <p:cNvGrpSpPr/>
          <p:nvPr/>
        </p:nvGrpSpPr>
        <p:grpSpPr>
          <a:xfrm>
            <a:off x="859032" y="1380546"/>
            <a:ext cx="294401" cy="353645"/>
            <a:chOff x="-35814600" y="3202075"/>
            <a:chExt cx="242625" cy="291450"/>
          </a:xfrm>
        </p:grpSpPr>
        <p:sp>
          <p:nvSpPr>
            <p:cNvPr id="6589" name="Google Shape;6589;p60"/>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0"/>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0"/>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0"/>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0"/>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0"/>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0"/>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60"/>
          <p:cNvGrpSpPr/>
          <p:nvPr/>
        </p:nvGrpSpPr>
        <p:grpSpPr>
          <a:xfrm>
            <a:off x="829410" y="1821466"/>
            <a:ext cx="353645" cy="353888"/>
            <a:chOff x="-35839800" y="3561025"/>
            <a:chExt cx="291450" cy="291650"/>
          </a:xfrm>
        </p:grpSpPr>
        <p:sp>
          <p:nvSpPr>
            <p:cNvPr id="6597" name="Google Shape;6597;p60"/>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0"/>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0"/>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0"/>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0"/>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0"/>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0"/>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4" name="Google Shape;6604;p60"/>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5" name="Google Shape;6605;p60"/>
          <p:cNvGrpSpPr/>
          <p:nvPr/>
        </p:nvGrpSpPr>
        <p:grpSpPr>
          <a:xfrm>
            <a:off x="3066955" y="1380546"/>
            <a:ext cx="353645" cy="353645"/>
            <a:chOff x="-34003850" y="3227275"/>
            <a:chExt cx="291450" cy="291450"/>
          </a:xfrm>
        </p:grpSpPr>
        <p:sp>
          <p:nvSpPr>
            <p:cNvPr id="6606" name="Google Shape;6606;p60"/>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0"/>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0"/>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0"/>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0"/>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60"/>
          <p:cNvGrpSpPr/>
          <p:nvPr/>
        </p:nvGrpSpPr>
        <p:grpSpPr>
          <a:xfrm>
            <a:off x="3066485" y="1821238"/>
            <a:ext cx="354586" cy="354343"/>
            <a:chOff x="-34004625" y="3585850"/>
            <a:chExt cx="292225" cy="292025"/>
          </a:xfrm>
        </p:grpSpPr>
        <p:sp>
          <p:nvSpPr>
            <p:cNvPr id="6612" name="Google Shape;6612;p60"/>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0"/>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0"/>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0"/>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0"/>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7" name="Google Shape;6617;p60"/>
          <p:cNvGrpSpPr/>
          <p:nvPr/>
        </p:nvGrpSpPr>
        <p:grpSpPr>
          <a:xfrm>
            <a:off x="3066000" y="2256439"/>
            <a:ext cx="355557" cy="354616"/>
            <a:chOff x="-34005425" y="3945575"/>
            <a:chExt cx="293025" cy="292250"/>
          </a:xfrm>
        </p:grpSpPr>
        <p:sp>
          <p:nvSpPr>
            <p:cNvPr id="6618" name="Google Shape;6618;p60"/>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0"/>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0"/>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60"/>
          <p:cNvGrpSpPr/>
          <p:nvPr/>
        </p:nvGrpSpPr>
        <p:grpSpPr>
          <a:xfrm>
            <a:off x="1713099" y="2729615"/>
            <a:ext cx="358408" cy="355557"/>
            <a:chOff x="-32174975" y="3192625"/>
            <a:chExt cx="295375" cy="293025"/>
          </a:xfrm>
        </p:grpSpPr>
        <p:sp>
          <p:nvSpPr>
            <p:cNvPr id="6622" name="Google Shape;6622;p60"/>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0"/>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0"/>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0"/>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6" name="Google Shape;6626;p60"/>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0"/>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8" name="Google Shape;6628;p60"/>
          <p:cNvGrpSpPr/>
          <p:nvPr/>
        </p:nvGrpSpPr>
        <p:grpSpPr>
          <a:xfrm>
            <a:off x="3952249" y="2730570"/>
            <a:ext cx="354586" cy="353645"/>
            <a:chOff x="-30345325" y="3184750"/>
            <a:chExt cx="292225" cy="291450"/>
          </a:xfrm>
        </p:grpSpPr>
        <p:sp>
          <p:nvSpPr>
            <p:cNvPr id="6629" name="Google Shape;6629;p60"/>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0"/>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0"/>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0"/>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0"/>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60"/>
          <p:cNvGrpSpPr/>
          <p:nvPr/>
        </p:nvGrpSpPr>
        <p:grpSpPr>
          <a:xfrm>
            <a:off x="1277001" y="1380546"/>
            <a:ext cx="353645" cy="353645"/>
            <a:chOff x="-35481425" y="3202075"/>
            <a:chExt cx="291450" cy="291450"/>
          </a:xfrm>
        </p:grpSpPr>
        <p:sp>
          <p:nvSpPr>
            <p:cNvPr id="6635" name="Google Shape;6635;p60"/>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0"/>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0"/>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0"/>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0"/>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0"/>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0"/>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60"/>
          <p:cNvGrpSpPr/>
          <p:nvPr/>
        </p:nvGrpSpPr>
        <p:grpSpPr>
          <a:xfrm>
            <a:off x="1276531" y="1822072"/>
            <a:ext cx="354586" cy="352675"/>
            <a:chOff x="-35482200" y="3561225"/>
            <a:chExt cx="292225" cy="290650"/>
          </a:xfrm>
        </p:grpSpPr>
        <p:sp>
          <p:nvSpPr>
            <p:cNvPr id="6643" name="Google Shape;6643;p60"/>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0"/>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0"/>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60"/>
          <p:cNvGrpSpPr/>
          <p:nvPr/>
        </p:nvGrpSpPr>
        <p:grpSpPr>
          <a:xfrm>
            <a:off x="1277001" y="2256940"/>
            <a:ext cx="353645" cy="353615"/>
            <a:chOff x="-35481425" y="3919600"/>
            <a:chExt cx="291450" cy="291425"/>
          </a:xfrm>
        </p:grpSpPr>
        <p:sp>
          <p:nvSpPr>
            <p:cNvPr id="6647" name="Google Shape;6647;p60"/>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0"/>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0"/>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0"/>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0"/>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0"/>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0"/>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0"/>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60"/>
          <p:cNvGrpSpPr/>
          <p:nvPr/>
        </p:nvGrpSpPr>
        <p:grpSpPr>
          <a:xfrm>
            <a:off x="3512636" y="1381031"/>
            <a:ext cx="357468" cy="352675"/>
            <a:chOff x="-33645475" y="3228075"/>
            <a:chExt cx="294600" cy="290650"/>
          </a:xfrm>
        </p:grpSpPr>
        <p:sp>
          <p:nvSpPr>
            <p:cNvPr id="6656" name="Google Shape;6656;p60"/>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0"/>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0"/>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0"/>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0"/>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0"/>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0"/>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60"/>
          <p:cNvGrpSpPr/>
          <p:nvPr/>
        </p:nvGrpSpPr>
        <p:grpSpPr>
          <a:xfrm>
            <a:off x="3513606" y="1821116"/>
            <a:ext cx="355526" cy="354586"/>
            <a:chOff x="-33646250" y="3586425"/>
            <a:chExt cx="293000" cy="292225"/>
          </a:xfrm>
        </p:grpSpPr>
        <p:sp>
          <p:nvSpPr>
            <p:cNvPr id="6664" name="Google Shape;6664;p60"/>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0"/>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6" name="Google Shape;6666;p60"/>
          <p:cNvGrpSpPr/>
          <p:nvPr/>
        </p:nvGrpSpPr>
        <p:grpSpPr>
          <a:xfrm>
            <a:off x="3514076" y="2255969"/>
            <a:ext cx="354586" cy="355557"/>
            <a:chOff x="-33645475" y="3944800"/>
            <a:chExt cx="292225" cy="293025"/>
          </a:xfrm>
        </p:grpSpPr>
        <p:sp>
          <p:nvSpPr>
            <p:cNvPr id="6667" name="Google Shape;6667;p60"/>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0"/>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0"/>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0"/>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0"/>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0"/>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0"/>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0"/>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0"/>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0"/>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60"/>
          <p:cNvGrpSpPr/>
          <p:nvPr/>
        </p:nvGrpSpPr>
        <p:grpSpPr>
          <a:xfrm>
            <a:off x="2167295" y="2729706"/>
            <a:ext cx="352675" cy="355375"/>
            <a:chOff x="-31809525" y="3192625"/>
            <a:chExt cx="290650" cy="292875"/>
          </a:xfrm>
        </p:grpSpPr>
        <p:sp>
          <p:nvSpPr>
            <p:cNvPr id="6678" name="Google Shape;6678;p60"/>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0"/>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0"/>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0"/>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2" name="Google Shape;6682;p60"/>
          <p:cNvGrpSpPr/>
          <p:nvPr/>
        </p:nvGrpSpPr>
        <p:grpSpPr>
          <a:xfrm>
            <a:off x="2166810" y="3200258"/>
            <a:ext cx="353645" cy="355557"/>
            <a:chOff x="-31811100" y="3550975"/>
            <a:chExt cx="291450" cy="293025"/>
          </a:xfrm>
        </p:grpSpPr>
        <p:sp>
          <p:nvSpPr>
            <p:cNvPr id="6683" name="Google Shape;6683;p60"/>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0"/>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0"/>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0"/>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0"/>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0"/>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0"/>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60"/>
          <p:cNvGrpSpPr/>
          <p:nvPr/>
        </p:nvGrpSpPr>
        <p:grpSpPr>
          <a:xfrm>
            <a:off x="2160606" y="3664562"/>
            <a:ext cx="366052" cy="356831"/>
            <a:chOff x="-31817400" y="3910025"/>
            <a:chExt cx="301675" cy="294075"/>
          </a:xfrm>
        </p:grpSpPr>
        <p:sp>
          <p:nvSpPr>
            <p:cNvPr id="6691" name="Google Shape;6691;p60"/>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0"/>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0"/>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60"/>
          <p:cNvGrpSpPr/>
          <p:nvPr/>
        </p:nvGrpSpPr>
        <p:grpSpPr>
          <a:xfrm>
            <a:off x="3952234" y="3200743"/>
            <a:ext cx="354616" cy="354586"/>
            <a:chOff x="-30354000" y="3569100"/>
            <a:chExt cx="292250" cy="292225"/>
          </a:xfrm>
        </p:grpSpPr>
        <p:sp>
          <p:nvSpPr>
            <p:cNvPr id="6695" name="Google Shape;6695;p60"/>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0"/>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0"/>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0"/>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0"/>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0"/>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60"/>
          <p:cNvGrpSpPr/>
          <p:nvPr/>
        </p:nvGrpSpPr>
        <p:grpSpPr>
          <a:xfrm>
            <a:off x="1730812" y="1380546"/>
            <a:ext cx="342148" cy="353645"/>
            <a:chOff x="-35118325" y="3202075"/>
            <a:chExt cx="281975" cy="291450"/>
          </a:xfrm>
        </p:grpSpPr>
        <p:sp>
          <p:nvSpPr>
            <p:cNvPr id="6702" name="Google Shape;6702;p60"/>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0"/>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0"/>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0"/>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60"/>
          <p:cNvGrpSpPr/>
          <p:nvPr/>
        </p:nvGrpSpPr>
        <p:grpSpPr>
          <a:xfrm>
            <a:off x="1724593" y="1821799"/>
            <a:ext cx="354586" cy="353221"/>
            <a:chOff x="-35123050" y="3561225"/>
            <a:chExt cx="292225" cy="291100"/>
          </a:xfrm>
        </p:grpSpPr>
        <p:sp>
          <p:nvSpPr>
            <p:cNvPr id="6707" name="Google Shape;6707;p60"/>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0"/>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60"/>
          <p:cNvGrpSpPr/>
          <p:nvPr/>
        </p:nvGrpSpPr>
        <p:grpSpPr>
          <a:xfrm>
            <a:off x="1766652" y="2256940"/>
            <a:ext cx="270467" cy="353615"/>
            <a:chOff x="-35089175" y="3919600"/>
            <a:chExt cx="222900" cy="291425"/>
          </a:xfrm>
        </p:grpSpPr>
        <p:sp>
          <p:nvSpPr>
            <p:cNvPr id="6710" name="Google Shape;6710;p60"/>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0"/>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60"/>
          <p:cNvGrpSpPr/>
          <p:nvPr/>
        </p:nvGrpSpPr>
        <p:grpSpPr>
          <a:xfrm>
            <a:off x="3963648" y="1380303"/>
            <a:ext cx="336445" cy="354131"/>
            <a:chOff x="-33277650" y="3226875"/>
            <a:chExt cx="277275" cy="291850"/>
          </a:xfrm>
        </p:grpSpPr>
        <p:sp>
          <p:nvSpPr>
            <p:cNvPr id="6713" name="Google Shape;6713;p60"/>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0"/>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0"/>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0"/>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0"/>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0"/>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0"/>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60"/>
          <p:cNvGrpSpPr/>
          <p:nvPr/>
        </p:nvGrpSpPr>
        <p:grpSpPr>
          <a:xfrm>
            <a:off x="3955048" y="1821587"/>
            <a:ext cx="353645" cy="353645"/>
            <a:chOff x="-33286325" y="3586425"/>
            <a:chExt cx="291450" cy="291450"/>
          </a:xfrm>
        </p:grpSpPr>
        <p:sp>
          <p:nvSpPr>
            <p:cNvPr id="6721" name="Google Shape;6721;p60"/>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0"/>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0"/>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0"/>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0"/>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60"/>
          <p:cNvGrpSpPr/>
          <p:nvPr/>
        </p:nvGrpSpPr>
        <p:grpSpPr>
          <a:xfrm>
            <a:off x="3955048" y="2255969"/>
            <a:ext cx="353645" cy="355557"/>
            <a:chOff x="-33286325" y="3944800"/>
            <a:chExt cx="291450" cy="293025"/>
          </a:xfrm>
        </p:grpSpPr>
        <p:sp>
          <p:nvSpPr>
            <p:cNvPr id="6727" name="Google Shape;6727;p60"/>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0"/>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0"/>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0"/>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60"/>
          <p:cNvGrpSpPr/>
          <p:nvPr/>
        </p:nvGrpSpPr>
        <p:grpSpPr>
          <a:xfrm>
            <a:off x="2613445" y="2729129"/>
            <a:ext cx="353645" cy="356527"/>
            <a:chOff x="-31452725" y="3191825"/>
            <a:chExt cx="291450" cy="293825"/>
          </a:xfrm>
        </p:grpSpPr>
        <p:sp>
          <p:nvSpPr>
            <p:cNvPr id="6732" name="Google Shape;6732;p60"/>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0"/>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0"/>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0"/>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60"/>
          <p:cNvGrpSpPr/>
          <p:nvPr/>
        </p:nvGrpSpPr>
        <p:grpSpPr>
          <a:xfrm>
            <a:off x="2612975" y="3200744"/>
            <a:ext cx="354586" cy="354586"/>
            <a:chOff x="-31452725" y="3551775"/>
            <a:chExt cx="292225" cy="292225"/>
          </a:xfrm>
        </p:grpSpPr>
        <p:sp>
          <p:nvSpPr>
            <p:cNvPr id="6737" name="Google Shape;6737;p60"/>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0"/>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0"/>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0"/>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60"/>
          <p:cNvGrpSpPr/>
          <p:nvPr/>
        </p:nvGrpSpPr>
        <p:grpSpPr>
          <a:xfrm>
            <a:off x="2611534" y="3664729"/>
            <a:ext cx="357468" cy="356497"/>
            <a:chOff x="-31455100" y="3909350"/>
            <a:chExt cx="294600" cy="293800"/>
          </a:xfrm>
        </p:grpSpPr>
        <p:sp>
          <p:nvSpPr>
            <p:cNvPr id="6742" name="Google Shape;6742;p60"/>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0"/>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60"/>
          <p:cNvGrpSpPr/>
          <p:nvPr/>
        </p:nvGrpSpPr>
        <p:grpSpPr>
          <a:xfrm>
            <a:off x="3952719" y="3665684"/>
            <a:ext cx="353645" cy="354586"/>
            <a:chOff x="-30345325" y="3918800"/>
            <a:chExt cx="291450" cy="292225"/>
          </a:xfrm>
        </p:grpSpPr>
        <p:sp>
          <p:nvSpPr>
            <p:cNvPr id="6745" name="Google Shape;6745;p60"/>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0"/>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0"/>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0"/>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0"/>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60"/>
          <p:cNvGrpSpPr/>
          <p:nvPr/>
        </p:nvGrpSpPr>
        <p:grpSpPr>
          <a:xfrm>
            <a:off x="2172184" y="1821587"/>
            <a:ext cx="353645" cy="353645"/>
            <a:chOff x="-34763900" y="3561225"/>
            <a:chExt cx="291450" cy="291450"/>
          </a:xfrm>
        </p:grpSpPr>
        <p:sp>
          <p:nvSpPr>
            <p:cNvPr id="6751" name="Google Shape;6751;p60"/>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0"/>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0"/>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4" name="Google Shape;6754;p60"/>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5" name="Google Shape;6755;p60"/>
          <p:cNvGrpSpPr/>
          <p:nvPr/>
        </p:nvGrpSpPr>
        <p:grpSpPr>
          <a:xfrm>
            <a:off x="827081" y="2730099"/>
            <a:ext cx="354586" cy="354586"/>
            <a:chOff x="-32927950" y="3227275"/>
            <a:chExt cx="292225" cy="292225"/>
          </a:xfrm>
        </p:grpSpPr>
        <p:sp>
          <p:nvSpPr>
            <p:cNvPr id="6756" name="Google Shape;6756;p60"/>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0"/>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0"/>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0"/>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0"/>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60"/>
          <p:cNvGrpSpPr/>
          <p:nvPr/>
        </p:nvGrpSpPr>
        <p:grpSpPr>
          <a:xfrm>
            <a:off x="826596" y="3201213"/>
            <a:ext cx="355557" cy="353645"/>
            <a:chOff x="-32927950" y="3586425"/>
            <a:chExt cx="293025" cy="291450"/>
          </a:xfrm>
        </p:grpSpPr>
        <p:sp>
          <p:nvSpPr>
            <p:cNvPr id="6762" name="Google Shape;6762;p60"/>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0"/>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0"/>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0"/>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0"/>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60"/>
          <p:cNvGrpSpPr/>
          <p:nvPr/>
        </p:nvGrpSpPr>
        <p:grpSpPr>
          <a:xfrm>
            <a:off x="827081" y="3665198"/>
            <a:ext cx="354586" cy="355557"/>
            <a:chOff x="-32927950" y="3944800"/>
            <a:chExt cx="292225" cy="293025"/>
          </a:xfrm>
        </p:grpSpPr>
        <p:sp>
          <p:nvSpPr>
            <p:cNvPr id="6768" name="Google Shape;6768;p60"/>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0"/>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0"/>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0"/>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0"/>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0"/>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0"/>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0"/>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0"/>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60"/>
          <p:cNvGrpSpPr/>
          <p:nvPr/>
        </p:nvGrpSpPr>
        <p:grpSpPr>
          <a:xfrm>
            <a:off x="3055873" y="2730449"/>
            <a:ext cx="354586" cy="353888"/>
            <a:chOff x="-31094350" y="3194000"/>
            <a:chExt cx="292225" cy="291650"/>
          </a:xfrm>
        </p:grpSpPr>
        <p:sp>
          <p:nvSpPr>
            <p:cNvPr id="6778" name="Google Shape;6778;p60"/>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0"/>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0"/>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0"/>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0"/>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0"/>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0"/>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0"/>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60"/>
          <p:cNvGrpSpPr/>
          <p:nvPr/>
        </p:nvGrpSpPr>
        <p:grpSpPr>
          <a:xfrm>
            <a:off x="3056343" y="3200941"/>
            <a:ext cx="353645" cy="354191"/>
            <a:chOff x="-31093575" y="3552550"/>
            <a:chExt cx="291450" cy="291900"/>
          </a:xfrm>
        </p:grpSpPr>
        <p:sp>
          <p:nvSpPr>
            <p:cNvPr id="6787" name="Google Shape;6787;p60"/>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0"/>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0"/>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0"/>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60"/>
          <p:cNvGrpSpPr/>
          <p:nvPr/>
        </p:nvGrpSpPr>
        <p:grpSpPr>
          <a:xfrm>
            <a:off x="2182711" y="1380546"/>
            <a:ext cx="332593" cy="353645"/>
            <a:chOff x="-34755225" y="3202075"/>
            <a:chExt cx="274100" cy="291450"/>
          </a:xfrm>
        </p:grpSpPr>
        <p:sp>
          <p:nvSpPr>
            <p:cNvPr id="6792" name="Google Shape;6792;p60"/>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0"/>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0"/>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0"/>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0"/>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0"/>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0"/>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60"/>
          <p:cNvGrpSpPr/>
          <p:nvPr/>
        </p:nvGrpSpPr>
        <p:grpSpPr>
          <a:xfrm>
            <a:off x="3056343" y="3666169"/>
            <a:ext cx="353645" cy="353615"/>
            <a:chOff x="-31093575" y="3911725"/>
            <a:chExt cx="291450" cy="291425"/>
          </a:xfrm>
        </p:grpSpPr>
        <p:sp>
          <p:nvSpPr>
            <p:cNvPr id="6800" name="Google Shape;6800;p60"/>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0"/>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2" name="Google Shape;6802;p60"/>
          <p:cNvGrpSpPr/>
          <p:nvPr/>
        </p:nvGrpSpPr>
        <p:grpSpPr>
          <a:xfrm>
            <a:off x="2165773" y="4123136"/>
            <a:ext cx="356497" cy="354586"/>
            <a:chOff x="-29946000" y="3183175"/>
            <a:chExt cx="293800" cy="292225"/>
          </a:xfrm>
        </p:grpSpPr>
        <p:sp>
          <p:nvSpPr>
            <p:cNvPr id="6803" name="Google Shape;6803;p60"/>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0"/>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0"/>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0"/>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0"/>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0"/>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60"/>
          <p:cNvGrpSpPr/>
          <p:nvPr/>
        </p:nvGrpSpPr>
        <p:grpSpPr>
          <a:xfrm>
            <a:off x="2610305" y="1380289"/>
            <a:ext cx="358408" cy="354161"/>
            <a:chOff x="-34408675" y="3202075"/>
            <a:chExt cx="295375" cy="291875"/>
          </a:xfrm>
        </p:grpSpPr>
        <p:sp>
          <p:nvSpPr>
            <p:cNvPr id="6810" name="Google Shape;6810;p60"/>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0"/>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0"/>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0"/>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4" name="Google Shape;6814;p60"/>
          <p:cNvGrpSpPr/>
          <p:nvPr/>
        </p:nvGrpSpPr>
        <p:grpSpPr>
          <a:xfrm>
            <a:off x="2612216" y="1820283"/>
            <a:ext cx="354586" cy="356254"/>
            <a:chOff x="-34405525" y="3558075"/>
            <a:chExt cx="292225" cy="293600"/>
          </a:xfrm>
        </p:grpSpPr>
        <p:sp>
          <p:nvSpPr>
            <p:cNvPr id="6815" name="Google Shape;6815;p60"/>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0"/>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0"/>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60"/>
          <p:cNvGrpSpPr/>
          <p:nvPr/>
        </p:nvGrpSpPr>
        <p:grpSpPr>
          <a:xfrm>
            <a:off x="2611730" y="2256940"/>
            <a:ext cx="355557" cy="353615"/>
            <a:chOff x="-34406325" y="3919600"/>
            <a:chExt cx="293025" cy="291425"/>
          </a:xfrm>
        </p:grpSpPr>
        <p:sp>
          <p:nvSpPr>
            <p:cNvPr id="6819" name="Google Shape;6819;p60"/>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0"/>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0"/>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0"/>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0"/>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0"/>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0"/>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6" name="Google Shape;6826;p60"/>
          <p:cNvGrpSpPr/>
          <p:nvPr/>
        </p:nvGrpSpPr>
        <p:grpSpPr>
          <a:xfrm>
            <a:off x="1275628" y="2736303"/>
            <a:ext cx="353645" cy="342179"/>
            <a:chOff x="-32568800" y="3232000"/>
            <a:chExt cx="291450" cy="282000"/>
          </a:xfrm>
        </p:grpSpPr>
        <p:sp>
          <p:nvSpPr>
            <p:cNvPr id="6827" name="Google Shape;6827;p60"/>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0"/>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60"/>
          <p:cNvGrpSpPr/>
          <p:nvPr/>
        </p:nvGrpSpPr>
        <p:grpSpPr>
          <a:xfrm>
            <a:off x="1275158" y="3201213"/>
            <a:ext cx="354586" cy="353645"/>
            <a:chOff x="-32569575" y="3586425"/>
            <a:chExt cx="292225" cy="291450"/>
          </a:xfrm>
        </p:grpSpPr>
        <p:sp>
          <p:nvSpPr>
            <p:cNvPr id="6830" name="Google Shape;6830;p60"/>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0"/>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60"/>
          <p:cNvGrpSpPr/>
          <p:nvPr/>
        </p:nvGrpSpPr>
        <p:grpSpPr>
          <a:xfrm>
            <a:off x="1266073" y="3665805"/>
            <a:ext cx="372756" cy="354343"/>
            <a:chOff x="-32576675" y="3944600"/>
            <a:chExt cx="307200" cy="292025"/>
          </a:xfrm>
        </p:grpSpPr>
        <p:sp>
          <p:nvSpPr>
            <p:cNvPr id="6833" name="Google Shape;6833;p60"/>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0"/>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5" name="Google Shape;6835;p60"/>
          <p:cNvGrpSpPr/>
          <p:nvPr/>
        </p:nvGrpSpPr>
        <p:grpSpPr>
          <a:xfrm>
            <a:off x="3511040" y="2730100"/>
            <a:ext cx="354586" cy="354586"/>
            <a:chOff x="-30735200" y="3192625"/>
            <a:chExt cx="292225" cy="292225"/>
          </a:xfrm>
        </p:grpSpPr>
        <p:sp>
          <p:nvSpPr>
            <p:cNvPr id="6836" name="Google Shape;6836;p60"/>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0"/>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0"/>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0"/>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0"/>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0"/>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0"/>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3" name="Google Shape;6843;p60"/>
          <p:cNvGrpSpPr/>
          <p:nvPr/>
        </p:nvGrpSpPr>
        <p:grpSpPr>
          <a:xfrm>
            <a:off x="3511040" y="3201532"/>
            <a:ext cx="354586" cy="353008"/>
            <a:chOff x="-30735200" y="3552550"/>
            <a:chExt cx="292225" cy="290925"/>
          </a:xfrm>
        </p:grpSpPr>
        <p:sp>
          <p:nvSpPr>
            <p:cNvPr id="6844" name="Google Shape;6844;p60"/>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0"/>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60"/>
          <p:cNvGrpSpPr/>
          <p:nvPr/>
        </p:nvGrpSpPr>
        <p:grpSpPr>
          <a:xfrm>
            <a:off x="3511040" y="3666154"/>
            <a:ext cx="354586" cy="353645"/>
            <a:chOff x="-30735200" y="3910925"/>
            <a:chExt cx="292225" cy="291450"/>
          </a:xfrm>
        </p:grpSpPr>
        <p:sp>
          <p:nvSpPr>
            <p:cNvPr id="6847" name="Google Shape;6847;p60"/>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0"/>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9" name="Google Shape;6849;p60"/>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0" name="Google Shape;6850;p60"/>
          <p:cNvGrpSpPr/>
          <p:nvPr/>
        </p:nvGrpSpPr>
        <p:grpSpPr>
          <a:xfrm>
            <a:off x="4864547" y="1375808"/>
            <a:ext cx="358971" cy="359224"/>
            <a:chOff x="-57956275" y="3197925"/>
            <a:chExt cx="319000" cy="319225"/>
          </a:xfrm>
        </p:grpSpPr>
        <p:sp>
          <p:nvSpPr>
            <p:cNvPr id="6851" name="Google Shape;6851;p60"/>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0"/>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0"/>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0"/>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0"/>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0"/>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0"/>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60"/>
          <p:cNvGrpSpPr/>
          <p:nvPr/>
        </p:nvGrpSpPr>
        <p:grpSpPr>
          <a:xfrm>
            <a:off x="4886701" y="1832234"/>
            <a:ext cx="314662" cy="358971"/>
            <a:chOff x="-57940525" y="3590375"/>
            <a:chExt cx="279625" cy="319000"/>
          </a:xfrm>
        </p:grpSpPr>
        <p:sp>
          <p:nvSpPr>
            <p:cNvPr id="6859" name="Google Shape;6859;p60"/>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0"/>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0"/>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0"/>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0"/>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60"/>
          <p:cNvGrpSpPr/>
          <p:nvPr/>
        </p:nvGrpSpPr>
        <p:grpSpPr>
          <a:xfrm>
            <a:off x="4857582" y="2273605"/>
            <a:ext cx="358099" cy="358999"/>
            <a:chOff x="-57959425" y="3982600"/>
            <a:chExt cx="318225" cy="319025"/>
          </a:xfrm>
        </p:grpSpPr>
        <p:sp>
          <p:nvSpPr>
            <p:cNvPr id="6865" name="Google Shape;6865;p60"/>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0"/>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0"/>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0"/>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9" name="Google Shape;6869;p60"/>
          <p:cNvGrpSpPr/>
          <p:nvPr/>
        </p:nvGrpSpPr>
        <p:grpSpPr>
          <a:xfrm>
            <a:off x="7057749" y="1376934"/>
            <a:ext cx="357226" cy="357226"/>
            <a:chOff x="-55987225" y="3198925"/>
            <a:chExt cx="317450" cy="317450"/>
          </a:xfrm>
        </p:grpSpPr>
        <p:sp>
          <p:nvSpPr>
            <p:cNvPr id="6870" name="Google Shape;6870;p60"/>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0"/>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0"/>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0"/>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60"/>
          <p:cNvGrpSpPr/>
          <p:nvPr/>
        </p:nvGrpSpPr>
        <p:grpSpPr>
          <a:xfrm>
            <a:off x="7057749" y="1832965"/>
            <a:ext cx="357226" cy="357367"/>
            <a:chOff x="-55987225" y="3591025"/>
            <a:chExt cx="317450" cy="317575"/>
          </a:xfrm>
        </p:grpSpPr>
        <p:sp>
          <p:nvSpPr>
            <p:cNvPr id="6875" name="Google Shape;6875;p60"/>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0"/>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0"/>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0"/>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0"/>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60"/>
          <p:cNvGrpSpPr/>
          <p:nvPr/>
        </p:nvGrpSpPr>
        <p:grpSpPr>
          <a:xfrm>
            <a:off x="7071665" y="2273605"/>
            <a:ext cx="358999" cy="358999"/>
            <a:chOff x="-55988800" y="3982600"/>
            <a:chExt cx="319025" cy="319025"/>
          </a:xfrm>
        </p:grpSpPr>
        <p:sp>
          <p:nvSpPr>
            <p:cNvPr id="6881" name="Google Shape;6881;p60"/>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0"/>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0"/>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0"/>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0"/>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60"/>
          <p:cNvGrpSpPr/>
          <p:nvPr/>
        </p:nvGrpSpPr>
        <p:grpSpPr>
          <a:xfrm>
            <a:off x="5730184" y="2731562"/>
            <a:ext cx="356326" cy="358971"/>
            <a:chOff x="-54026025" y="3192625"/>
            <a:chExt cx="316650" cy="319000"/>
          </a:xfrm>
        </p:grpSpPr>
        <p:sp>
          <p:nvSpPr>
            <p:cNvPr id="6887" name="Google Shape;6887;p60"/>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0"/>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0"/>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0"/>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0"/>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0"/>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0"/>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0"/>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60"/>
          <p:cNvGrpSpPr/>
          <p:nvPr/>
        </p:nvGrpSpPr>
        <p:grpSpPr>
          <a:xfrm>
            <a:off x="5750130" y="3202536"/>
            <a:ext cx="316434" cy="358099"/>
            <a:chOff x="-54007925" y="3584850"/>
            <a:chExt cx="281200" cy="318225"/>
          </a:xfrm>
        </p:grpSpPr>
        <p:sp>
          <p:nvSpPr>
            <p:cNvPr id="6896" name="Google Shape;6896;p60"/>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0"/>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0"/>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0"/>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0"/>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0"/>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60"/>
          <p:cNvGrpSpPr/>
          <p:nvPr/>
        </p:nvGrpSpPr>
        <p:grpSpPr>
          <a:xfrm>
            <a:off x="5750130" y="3664421"/>
            <a:ext cx="316434" cy="358914"/>
            <a:chOff x="-54007925" y="3975575"/>
            <a:chExt cx="281200" cy="318950"/>
          </a:xfrm>
        </p:grpSpPr>
        <p:sp>
          <p:nvSpPr>
            <p:cNvPr id="6903" name="Google Shape;6903;p60"/>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0"/>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0"/>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0"/>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60"/>
          <p:cNvGrpSpPr/>
          <p:nvPr/>
        </p:nvGrpSpPr>
        <p:grpSpPr>
          <a:xfrm>
            <a:off x="7984996" y="2748891"/>
            <a:ext cx="274770" cy="358492"/>
            <a:chOff x="-52005775" y="3208025"/>
            <a:chExt cx="244175" cy="318575"/>
          </a:xfrm>
        </p:grpSpPr>
        <p:sp>
          <p:nvSpPr>
            <p:cNvPr id="6908" name="Google Shape;6908;p60"/>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0"/>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0"/>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0"/>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0"/>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0"/>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0"/>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0"/>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0"/>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0"/>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0"/>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60"/>
          <p:cNvGrpSpPr/>
          <p:nvPr/>
        </p:nvGrpSpPr>
        <p:grpSpPr>
          <a:xfrm>
            <a:off x="5291462" y="1376934"/>
            <a:ext cx="358099" cy="358099"/>
            <a:chOff x="-57568775" y="3198925"/>
            <a:chExt cx="318225" cy="318225"/>
          </a:xfrm>
        </p:grpSpPr>
        <p:sp>
          <p:nvSpPr>
            <p:cNvPr id="6920" name="Google Shape;6920;p60"/>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0"/>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0"/>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0"/>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0"/>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0"/>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60"/>
          <p:cNvGrpSpPr/>
          <p:nvPr/>
        </p:nvGrpSpPr>
        <p:grpSpPr>
          <a:xfrm>
            <a:off x="5313181" y="1832234"/>
            <a:ext cx="314662" cy="358099"/>
            <a:chOff x="-57549075" y="3590375"/>
            <a:chExt cx="279625" cy="318225"/>
          </a:xfrm>
        </p:grpSpPr>
        <p:sp>
          <p:nvSpPr>
            <p:cNvPr id="6927" name="Google Shape;6927;p60"/>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0"/>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0"/>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0"/>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60"/>
          <p:cNvGrpSpPr/>
          <p:nvPr/>
        </p:nvGrpSpPr>
        <p:grpSpPr>
          <a:xfrm>
            <a:off x="5305378" y="2273605"/>
            <a:ext cx="359871" cy="359871"/>
            <a:chOff x="-57570350" y="3982600"/>
            <a:chExt cx="319800" cy="319800"/>
          </a:xfrm>
        </p:grpSpPr>
        <p:sp>
          <p:nvSpPr>
            <p:cNvPr id="6932" name="Google Shape;6932;p60"/>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0"/>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0"/>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0"/>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60"/>
          <p:cNvGrpSpPr/>
          <p:nvPr/>
        </p:nvGrpSpPr>
        <p:grpSpPr>
          <a:xfrm>
            <a:off x="7520416" y="1376033"/>
            <a:ext cx="314662" cy="358999"/>
            <a:chOff x="-55576850" y="3198125"/>
            <a:chExt cx="279625" cy="319025"/>
          </a:xfrm>
        </p:grpSpPr>
        <p:sp>
          <p:nvSpPr>
            <p:cNvPr id="6937" name="Google Shape;6937;p60"/>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0"/>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0"/>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0"/>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60"/>
          <p:cNvGrpSpPr/>
          <p:nvPr/>
        </p:nvGrpSpPr>
        <p:grpSpPr>
          <a:xfrm>
            <a:off x="7497812" y="1832009"/>
            <a:ext cx="359871" cy="358324"/>
            <a:chOff x="-55596550" y="3590175"/>
            <a:chExt cx="319800" cy="318425"/>
          </a:xfrm>
        </p:grpSpPr>
        <p:sp>
          <p:nvSpPr>
            <p:cNvPr id="6942" name="Google Shape;6942;p60"/>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0"/>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0"/>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0"/>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60"/>
          <p:cNvGrpSpPr/>
          <p:nvPr/>
        </p:nvGrpSpPr>
        <p:grpSpPr>
          <a:xfrm>
            <a:off x="7513049" y="2273351"/>
            <a:ext cx="358999" cy="359252"/>
            <a:chOff x="-55595775" y="3982375"/>
            <a:chExt cx="319025" cy="319250"/>
          </a:xfrm>
        </p:grpSpPr>
        <p:sp>
          <p:nvSpPr>
            <p:cNvPr id="6947" name="Google Shape;6947;p60"/>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0"/>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0"/>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0"/>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0"/>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0"/>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60"/>
          <p:cNvGrpSpPr/>
          <p:nvPr/>
        </p:nvGrpSpPr>
        <p:grpSpPr>
          <a:xfrm>
            <a:off x="6170232" y="2731562"/>
            <a:ext cx="358999" cy="358099"/>
            <a:chOff x="-53635375" y="3192625"/>
            <a:chExt cx="319025" cy="318225"/>
          </a:xfrm>
        </p:grpSpPr>
        <p:sp>
          <p:nvSpPr>
            <p:cNvPr id="6954" name="Google Shape;6954;p60"/>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0"/>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0"/>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60"/>
          <p:cNvGrpSpPr/>
          <p:nvPr/>
        </p:nvGrpSpPr>
        <p:grpSpPr>
          <a:xfrm>
            <a:off x="6192401" y="3202536"/>
            <a:ext cx="314662" cy="358999"/>
            <a:chOff x="-53615675" y="3584850"/>
            <a:chExt cx="279625" cy="319025"/>
          </a:xfrm>
        </p:grpSpPr>
        <p:sp>
          <p:nvSpPr>
            <p:cNvPr id="6958" name="Google Shape;6958;p60"/>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0"/>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0"/>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60"/>
          <p:cNvGrpSpPr/>
          <p:nvPr/>
        </p:nvGrpSpPr>
        <p:grpSpPr>
          <a:xfrm>
            <a:off x="6170246" y="3665461"/>
            <a:ext cx="358971" cy="357874"/>
            <a:chOff x="-53634575" y="3976500"/>
            <a:chExt cx="319000" cy="318025"/>
          </a:xfrm>
        </p:grpSpPr>
        <p:sp>
          <p:nvSpPr>
            <p:cNvPr id="6962" name="Google Shape;6962;p60"/>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0"/>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0"/>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0"/>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0"/>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0"/>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0"/>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0"/>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60"/>
          <p:cNvGrpSpPr/>
          <p:nvPr/>
        </p:nvGrpSpPr>
        <p:grpSpPr>
          <a:xfrm>
            <a:off x="7965050" y="3208415"/>
            <a:ext cx="314662" cy="358436"/>
            <a:chOff x="-52023900" y="3590075"/>
            <a:chExt cx="279625" cy="318525"/>
          </a:xfrm>
        </p:grpSpPr>
        <p:sp>
          <p:nvSpPr>
            <p:cNvPr id="6971" name="Google Shape;6971;p60"/>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0"/>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0"/>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0"/>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0"/>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0"/>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0"/>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60"/>
          <p:cNvGrpSpPr/>
          <p:nvPr/>
        </p:nvGrpSpPr>
        <p:grpSpPr>
          <a:xfrm>
            <a:off x="5728292" y="1376934"/>
            <a:ext cx="358971" cy="358971"/>
            <a:chOff x="-57173375" y="3198925"/>
            <a:chExt cx="319000" cy="319000"/>
          </a:xfrm>
        </p:grpSpPr>
        <p:sp>
          <p:nvSpPr>
            <p:cNvPr id="6979" name="Google Shape;6979;p60"/>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0"/>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0"/>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0"/>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60"/>
          <p:cNvGrpSpPr/>
          <p:nvPr/>
        </p:nvGrpSpPr>
        <p:grpSpPr>
          <a:xfrm>
            <a:off x="5729178" y="1854374"/>
            <a:ext cx="357198" cy="314690"/>
            <a:chOff x="-57176525" y="3610050"/>
            <a:chExt cx="317425" cy="279650"/>
          </a:xfrm>
        </p:grpSpPr>
        <p:sp>
          <p:nvSpPr>
            <p:cNvPr id="6984" name="Google Shape;6984;p60"/>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0"/>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0"/>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0"/>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0"/>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60"/>
          <p:cNvGrpSpPr/>
          <p:nvPr/>
        </p:nvGrpSpPr>
        <p:grpSpPr>
          <a:xfrm>
            <a:off x="7939633" y="1376934"/>
            <a:ext cx="358099" cy="356326"/>
            <a:chOff x="-55202750" y="3198925"/>
            <a:chExt cx="318225" cy="316650"/>
          </a:xfrm>
        </p:grpSpPr>
        <p:sp>
          <p:nvSpPr>
            <p:cNvPr id="6990" name="Google Shape;6990;p60"/>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0"/>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60"/>
          <p:cNvGrpSpPr/>
          <p:nvPr/>
        </p:nvGrpSpPr>
        <p:grpSpPr>
          <a:xfrm>
            <a:off x="7950267" y="1832234"/>
            <a:ext cx="336830" cy="358099"/>
            <a:chOff x="-55194875" y="3590375"/>
            <a:chExt cx="299325" cy="318225"/>
          </a:xfrm>
        </p:grpSpPr>
        <p:sp>
          <p:nvSpPr>
            <p:cNvPr id="6993" name="Google Shape;6993;p60"/>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0"/>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0"/>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0"/>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0"/>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60"/>
          <p:cNvGrpSpPr/>
          <p:nvPr/>
        </p:nvGrpSpPr>
        <p:grpSpPr>
          <a:xfrm>
            <a:off x="7954884" y="2274505"/>
            <a:ext cx="357198" cy="357198"/>
            <a:chOff x="-55203525" y="3983400"/>
            <a:chExt cx="317425" cy="317425"/>
          </a:xfrm>
        </p:grpSpPr>
        <p:sp>
          <p:nvSpPr>
            <p:cNvPr id="6999" name="Google Shape;6999;p60"/>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0"/>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0"/>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60"/>
          <p:cNvGrpSpPr/>
          <p:nvPr/>
        </p:nvGrpSpPr>
        <p:grpSpPr>
          <a:xfrm>
            <a:off x="6621365" y="2731562"/>
            <a:ext cx="335930" cy="358971"/>
            <a:chOff x="-53232900" y="3192625"/>
            <a:chExt cx="298525" cy="319000"/>
          </a:xfrm>
        </p:grpSpPr>
        <p:sp>
          <p:nvSpPr>
            <p:cNvPr id="7003" name="Google Shape;7003;p60"/>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0"/>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0"/>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0"/>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0"/>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0"/>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0"/>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0"/>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60"/>
          <p:cNvGrpSpPr/>
          <p:nvPr/>
        </p:nvGrpSpPr>
        <p:grpSpPr>
          <a:xfrm>
            <a:off x="6610731" y="3202536"/>
            <a:ext cx="357198" cy="356326"/>
            <a:chOff x="-53242350" y="3584850"/>
            <a:chExt cx="317425" cy="316650"/>
          </a:xfrm>
        </p:grpSpPr>
        <p:sp>
          <p:nvSpPr>
            <p:cNvPr id="7012" name="Google Shape;7012;p60"/>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0"/>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0"/>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0"/>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0"/>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60"/>
          <p:cNvGrpSpPr/>
          <p:nvPr/>
        </p:nvGrpSpPr>
        <p:grpSpPr>
          <a:xfrm>
            <a:off x="6631999" y="3665236"/>
            <a:ext cx="314662" cy="358999"/>
            <a:chOff x="-53224225" y="3976300"/>
            <a:chExt cx="279625" cy="319025"/>
          </a:xfrm>
        </p:grpSpPr>
        <p:sp>
          <p:nvSpPr>
            <p:cNvPr id="7018" name="Google Shape;7018;p60"/>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0"/>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0"/>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0"/>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0"/>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0"/>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0"/>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60"/>
          <p:cNvGrpSpPr/>
          <p:nvPr/>
        </p:nvGrpSpPr>
        <p:grpSpPr>
          <a:xfrm>
            <a:off x="7942896" y="3672917"/>
            <a:ext cx="358971" cy="358408"/>
            <a:chOff x="-52043575" y="3983125"/>
            <a:chExt cx="319000" cy="318500"/>
          </a:xfrm>
        </p:grpSpPr>
        <p:sp>
          <p:nvSpPr>
            <p:cNvPr id="7026" name="Google Shape;7026;p60"/>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0"/>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0"/>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0"/>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0"/>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0"/>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0"/>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0"/>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0"/>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5" name="Google Shape;7035;p60"/>
          <p:cNvGrpSpPr/>
          <p:nvPr/>
        </p:nvGrpSpPr>
        <p:grpSpPr>
          <a:xfrm>
            <a:off x="6196836" y="1376934"/>
            <a:ext cx="314662" cy="358971"/>
            <a:chOff x="-56766175" y="3198925"/>
            <a:chExt cx="279625" cy="319000"/>
          </a:xfrm>
        </p:grpSpPr>
        <p:sp>
          <p:nvSpPr>
            <p:cNvPr id="7036" name="Google Shape;7036;p60"/>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0"/>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0"/>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0"/>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0"/>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0"/>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0"/>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60"/>
          <p:cNvGrpSpPr/>
          <p:nvPr/>
        </p:nvGrpSpPr>
        <p:grpSpPr>
          <a:xfrm>
            <a:off x="6195950" y="1832234"/>
            <a:ext cx="316434" cy="358099"/>
            <a:chOff x="-56766175" y="3590375"/>
            <a:chExt cx="281200" cy="318225"/>
          </a:xfrm>
        </p:grpSpPr>
        <p:sp>
          <p:nvSpPr>
            <p:cNvPr id="7044" name="Google Shape;7044;p60"/>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0"/>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0"/>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0"/>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60"/>
          <p:cNvGrpSpPr/>
          <p:nvPr/>
        </p:nvGrpSpPr>
        <p:grpSpPr>
          <a:xfrm>
            <a:off x="6232906" y="2273605"/>
            <a:ext cx="272126" cy="358099"/>
            <a:chOff x="-56747275" y="3982600"/>
            <a:chExt cx="241825" cy="318225"/>
          </a:xfrm>
        </p:grpSpPr>
        <p:sp>
          <p:nvSpPr>
            <p:cNvPr id="7049" name="Google Shape;7049;p60"/>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0"/>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0"/>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0"/>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0"/>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0"/>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0"/>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60"/>
          <p:cNvGrpSpPr/>
          <p:nvPr/>
        </p:nvGrpSpPr>
        <p:grpSpPr>
          <a:xfrm>
            <a:off x="4840657" y="3215842"/>
            <a:ext cx="358999" cy="342991"/>
            <a:chOff x="-54812875" y="3596675"/>
            <a:chExt cx="319025" cy="304800"/>
          </a:xfrm>
        </p:grpSpPr>
        <p:sp>
          <p:nvSpPr>
            <p:cNvPr id="7057" name="Google Shape;7057;p60"/>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0"/>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0"/>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0"/>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0"/>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0"/>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0"/>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4" name="Google Shape;7064;p60"/>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0"/>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6" name="Google Shape;7066;p60"/>
          <p:cNvGrpSpPr/>
          <p:nvPr/>
        </p:nvGrpSpPr>
        <p:grpSpPr>
          <a:xfrm>
            <a:off x="4862826" y="3672326"/>
            <a:ext cx="314662" cy="358099"/>
            <a:chOff x="-54793175" y="3982600"/>
            <a:chExt cx="279625" cy="318225"/>
          </a:xfrm>
        </p:grpSpPr>
        <p:sp>
          <p:nvSpPr>
            <p:cNvPr id="7067" name="Google Shape;7067;p60"/>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0"/>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0"/>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0"/>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0"/>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0"/>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0"/>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60"/>
          <p:cNvGrpSpPr/>
          <p:nvPr/>
        </p:nvGrpSpPr>
        <p:grpSpPr>
          <a:xfrm>
            <a:off x="7074284" y="2731562"/>
            <a:ext cx="314662" cy="358099"/>
            <a:chOff x="-52832000" y="3192625"/>
            <a:chExt cx="279625" cy="318225"/>
          </a:xfrm>
        </p:grpSpPr>
        <p:sp>
          <p:nvSpPr>
            <p:cNvPr id="7075" name="Google Shape;7075;p60"/>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0"/>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0"/>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0"/>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0"/>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0"/>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0"/>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0"/>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60"/>
          <p:cNvGrpSpPr/>
          <p:nvPr/>
        </p:nvGrpSpPr>
        <p:grpSpPr>
          <a:xfrm>
            <a:off x="5760817" y="2272929"/>
            <a:ext cx="323524" cy="358774"/>
            <a:chOff x="-57162350" y="3982000"/>
            <a:chExt cx="287500" cy="318825"/>
          </a:xfrm>
        </p:grpSpPr>
        <p:sp>
          <p:nvSpPr>
            <p:cNvPr id="7084" name="Google Shape;7084;p60"/>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0"/>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0"/>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0"/>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0"/>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0"/>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0"/>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0"/>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60"/>
          <p:cNvGrpSpPr/>
          <p:nvPr/>
        </p:nvGrpSpPr>
        <p:grpSpPr>
          <a:xfrm>
            <a:off x="7052130" y="3203436"/>
            <a:ext cx="358971" cy="357198"/>
            <a:chOff x="-52851675" y="3585650"/>
            <a:chExt cx="319000" cy="317425"/>
          </a:xfrm>
        </p:grpSpPr>
        <p:sp>
          <p:nvSpPr>
            <p:cNvPr id="7093" name="Google Shape;7093;p60"/>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0"/>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0"/>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0"/>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0"/>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0"/>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60"/>
          <p:cNvGrpSpPr/>
          <p:nvPr/>
        </p:nvGrpSpPr>
        <p:grpSpPr>
          <a:xfrm>
            <a:off x="7074284" y="3665236"/>
            <a:ext cx="314662" cy="358999"/>
            <a:chOff x="-52832000" y="3976300"/>
            <a:chExt cx="279625" cy="319025"/>
          </a:xfrm>
        </p:grpSpPr>
        <p:sp>
          <p:nvSpPr>
            <p:cNvPr id="7100" name="Google Shape;7100;p60"/>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0"/>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0"/>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0"/>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0"/>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60"/>
          <p:cNvGrpSpPr/>
          <p:nvPr/>
        </p:nvGrpSpPr>
        <p:grpSpPr>
          <a:xfrm>
            <a:off x="6191490" y="4119884"/>
            <a:ext cx="316434" cy="358099"/>
            <a:chOff x="-51633225" y="3198925"/>
            <a:chExt cx="281200" cy="318225"/>
          </a:xfrm>
        </p:grpSpPr>
        <p:sp>
          <p:nvSpPr>
            <p:cNvPr id="7106" name="Google Shape;7106;p60"/>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0"/>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0"/>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0"/>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0"/>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0"/>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0"/>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60"/>
          <p:cNvGrpSpPr/>
          <p:nvPr/>
        </p:nvGrpSpPr>
        <p:grpSpPr>
          <a:xfrm>
            <a:off x="6610314" y="1377806"/>
            <a:ext cx="365188" cy="357226"/>
            <a:chOff x="-56396775" y="3199700"/>
            <a:chExt cx="324525" cy="317450"/>
          </a:xfrm>
        </p:grpSpPr>
        <p:sp>
          <p:nvSpPr>
            <p:cNvPr id="7114" name="Google Shape;7114;p60"/>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0"/>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0"/>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0"/>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0"/>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0"/>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60"/>
          <p:cNvGrpSpPr/>
          <p:nvPr/>
        </p:nvGrpSpPr>
        <p:grpSpPr>
          <a:xfrm>
            <a:off x="6613408" y="1843740"/>
            <a:ext cx="358999" cy="335958"/>
            <a:chOff x="-56394425" y="3600600"/>
            <a:chExt cx="319025" cy="298550"/>
          </a:xfrm>
        </p:grpSpPr>
        <p:sp>
          <p:nvSpPr>
            <p:cNvPr id="7121" name="Google Shape;7121;p60"/>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0"/>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0"/>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60"/>
          <p:cNvGrpSpPr/>
          <p:nvPr/>
        </p:nvGrpSpPr>
        <p:grpSpPr>
          <a:xfrm>
            <a:off x="6644175" y="2274505"/>
            <a:ext cx="327068" cy="357198"/>
            <a:chOff x="-56379450" y="3983400"/>
            <a:chExt cx="290650" cy="317425"/>
          </a:xfrm>
        </p:grpSpPr>
        <p:sp>
          <p:nvSpPr>
            <p:cNvPr id="7125" name="Google Shape;7125;p60"/>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0"/>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0"/>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0"/>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0"/>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0"/>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0"/>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0"/>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60"/>
          <p:cNvGrpSpPr/>
          <p:nvPr/>
        </p:nvGrpSpPr>
        <p:grpSpPr>
          <a:xfrm>
            <a:off x="5307879" y="2738651"/>
            <a:ext cx="316434" cy="358971"/>
            <a:chOff x="-54401725" y="3198925"/>
            <a:chExt cx="281200" cy="319000"/>
          </a:xfrm>
        </p:grpSpPr>
        <p:sp>
          <p:nvSpPr>
            <p:cNvPr id="7134" name="Google Shape;7134;p60"/>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0"/>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0"/>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0"/>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0"/>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0"/>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0"/>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0"/>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0"/>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0"/>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0"/>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60"/>
          <p:cNvGrpSpPr/>
          <p:nvPr/>
        </p:nvGrpSpPr>
        <p:grpSpPr>
          <a:xfrm>
            <a:off x="5308766" y="3208753"/>
            <a:ext cx="314662" cy="358099"/>
            <a:chOff x="-54401725" y="3590375"/>
            <a:chExt cx="279625" cy="318225"/>
          </a:xfrm>
        </p:grpSpPr>
        <p:sp>
          <p:nvSpPr>
            <p:cNvPr id="7146" name="Google Shape;7146;p60"/>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0"/>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0"/>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0"/>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0"/>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0"/>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60"/>
          <p:cNvGrpSpPr/>
          <p:nvPr/>
        </p:nvGrpSpPr>
        <p:grpSpPr>
          <a:xfrm>
            <a:off x="5306557" y="3672326"/>
            <a:ext cx="319079" cy="358099"/>
            <a:chOff x="-54403300" y="3982600"/>
            <a:chExt cx="283550" cy="318225"/>
          </a:xfrm>
        </p:grpSpPr>
        <p:sp>
          <p:nvSpPr>
            <p:cNvPr id="7153" name="Google Shape;7153;p60"/>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0"/>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0"/>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0"/>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0"/>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60"/>
          <p:cNvGrpSpPr/>
          <p:nvPr/>
        </p:nvGrpSpPr>
        <p:grpSpPr>
          <a:xfrm>
            <a:off x="7493951" y="2733559"/>
            <a:ext cx="356298" cy="356973"/>
            <a:chOff x="-52458650" y="3194400"/>
            <a:chExt cx="316625" cy="317225"/>
          </a:xfrm>
        </p:grpSpPr>
        <p:sp>
          <p:nvSpPr>
            <p:cNvPr id="7159" name="Google Shape;7159;p60"/>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0"/>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0"/>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0"/>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0"/>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0"/>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0"/>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0"/>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60"/>
          <p:cNvGrpSpPr/>
          <p:nvPr/>
        </p:nvGrpSpPr>
        <p:grpSpPr>
          <a:xfrm>
            <a:off x="4862826" y="2738651"/>
            <a:ext cx="314662" cy="358971"/>
            <a:chOff x="-54793175" y="3198925"/>
            <a:chExt cx="279625" cy="319000"/>
          </a:xfrm>
        </p:grpSpPr>
        <p:sp>
          <p:nvSpPr>
            <p:cNvPr id="7168" name="Google Shape;7168;p60"/>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0"/>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0"/>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0"/>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0"/>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0"/>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0"/>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5" name="Google Shape;7175;p60"/>
          <p:cNvGrpSpPr/>
          <p:nvPr/>
        </p:nvGrpSpPr>
        <p:grpSpPr>
          <a:xfrm>
            <a:off x="7503249" y="3202536"/>
            <a:ext cx="337703" cy="357845"/>
            <a:chOff x="-52450000" y="3584850"/>
            <a:chExt cx="300100" cy="318000"/>
          </a:xfrm>
        </p:grpSpPr>
        <p:sp>
          <p:nvSpPr>
            <p:cNvPr id="7176" name="Google Shape;7176;p60"/>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0"/>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0"/>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0"/>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0"/>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0"/>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0"/>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60"/>
          <p:cNvGrpSpPr/>
          <p:nvPr/>
        </p:nvGrpSpPr>
        <p:grpSpPr>
          <a:xfrm>
            <a:off x="7514769" y="3667009"/>
            <a:ext cx="314662" cy="357226"/>
            <a:chOff x="-52440550" y="3977875"/>
            <a:chExt cx="279625" cy="317450"/>
          </a:xfrm>
        </p:grpSpPr>
        <p:sp>
          <p:nvSpPr>
            <p:cNvPr id="7184" name="Google Shape;7184;p60"/>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0"/>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0"/>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0"/>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0"/>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0"/>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0"/>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0"/>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2" name="Google Shape;7192;p60"/>
          <p:cNvGrpSpPr/>
          <p:nvPr/>
        </p:nvGrpSpPr>
        <p:grpSpPr>
          <a:xfrm>
            <a:off x="6626703" y="4123215"/>
            <a:ext cx="314662" cy="358999"/>
            <a:chOff x="-51623775" y="3584850"/>
            <a:chExt cx="279625" cy="319025"/>
          </a:xfrm>
        </p:grpSpPr>
        <p:sp>
          <p:nvSpPr>
            <p:cNvPr id="7193" name="Google Shape;7193;p60"/>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0"/>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0"/>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0"/>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0"/>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0"/>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0"/>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0"/>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0"/>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2" name="Google Shape;7202;p60"/>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203" name="Google Shape;7203;p60"/>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07" name="Shape 7207"/>
        <p:cNvGrpSpPr/>
        <p:nvPr/>
      </p:nvGrpSpPr>
      <p:grpSpPr>
        <a:xfrm>
          <a:off x="0" y="0"/>
          <a:ext cx="0" cy="0"/>
          <a:chOff x="0" y="0"/>
          <a:chExt cx="0" cy="0"/>
        </a:xfrm>
      </p:grpSpPr>
      <p:grpSp>
        <p:nvGrpSpPr>
          <p:cNvPr id="7208" name="Google Shape;7208;p61"/>
          <p:cNvGrpSpPr/>
          <p:nvPr/>
        </p:nvGrpSpPr>
        <p:grpSpPr>
          <a:xfrm>
            <a:off x="866775" y="1386849"/>
            <a:ext cx="276003" cy="357300"/>
            <a:chOff x="-50469125" y="3183175"/>
            <a:chExt cx="233150" cy="301825"/>
          </a:xfrm>
        </p:grpSpPr>
        <p:sp>
          <p:nvSpPr>
            <p:cNvPr id="7209" name="Google Shape;7209;p61"/>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1"/>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1"/>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61"/>
          <p:cNvGrpSpPr/>
          <p:nvPr/>
        </p:nvGrpSpPr>
        <p:grpSpPr>
          <a:xfrm>
            <a:off x="826674" y="1822251"/>
            <a:ext cx="356205" cy="355288"/>
            <a:chOff x="-50504575" y="3550975"/>
            <a:chExt cx="300900" cy="300125"/>
          </a:xfrm>
        </p:grpSpPr>
        <p:sp>
          <p:nvSpPr>
            <p:cNvPr id="7213" name="Google Shape;7213;p61"/>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1"/>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1"/>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1"/>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61"/>
          <p:cNvGrpSpPr/>
          <p:nvPr/>
        </p:nvGrpSpPr>
        <p:grpSpPr>
          <a:xfrm>
            <a:off x="826674" y="2260493"/>
            <a:ext cx="356205" cy="354341"/>
            <a:chOff x="-50503000" y="3921175"/>
            <a:chExt cx="300900" cy="299325"/>
          </a:xfrm>
        </p:grpSpPr>
        <p:sp>
          <p:nvSpPr>
            <p:cNvPr id="7218" name="Google Shape;7218;p61"/>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1"/>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1"/>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1"/>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1"/>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61"/>
          <p:cNvGrpSpPr/>
          <p:nvPr/>
        </p:nvGrpSpPr>
        <p:grpSpPr>
          <a:xfrm>
            <a:off x="3030727" y="1406411"/>
            <a:ext cx="355258" cy="356205"/>
            <a:chOff x="-48630025" y="3199700"/>
            <a:chExt cx="300100" cy="300900"/>
          </a:xfrm>
        </p:grpSpPr>
        <p:sp>
          <p:nvSpPr>
            <p:cNvPr id="7224" name="Google Shape;7224;p61"/>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1"/>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1"/>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61"/>
          <p:cNvGrpSpPr/>
          <p:nvPr/>
        </p:nvGrpSpPr>
        <p:grpSpPr>
          <a:xfrm>
            <a:off x="3030727" y="1843707"/>
            <a:ext cx="355258" cy="355258"/>
            <a:chOff x="-48630025" y="3569100"/>
            <a:chExt cx="300100" cy="300100"/>
          </a:xfrm>
        </p:grpSpPr>
        <p:sp>
          <p:nvSpPr>
            <p:cNvPr id="7228" name="Google Shape;7228;p61"/>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1"/>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1"/>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1"/>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1"/>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1"/>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1"/>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1"/>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1"/>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1"/>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61"/>
          <p:cNvGrpSpPr/>
          <p:nvPr/>
        </p:nvGrpSpPr>
        <p:grpSpPr>
          <a:xfrm>
            <a:off x="3031201" y="2281003"/>
            <a:ext cx="354311" cy="353394"/>
            <a:chOff x="-48629225" y="3938500"/>
            <a:chExt cx="299300" cy="298525"/>
          </a:xfrm>
        </p:grpSpPr>
        <p:sp>
          <p:nvSpPr>
            <p:cNvPr id="7239" name="Google Shape;7239;p61"/>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1"/>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1"/>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1"/>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61"/>
          <p:cNvGrpSpPr/>
          <p:nvPr/>
        </p:nvGrpSpPr>
        <p:grpSpPr>
          <a:xfrm>
            <a:off x="1766604" y="2752344"/>
            <a:ext cx="311458" cy="354341"/>
            <a:chOff x="-46762575" y="3200500"/>
            <a:chExt cx="263100" cy="299325"/>
          </a:xfrm>
        </p:grpSpPr>
        <p:sp>
          <p:nvSpPr>
            <p:cNvPr id="7244" name="Google Shape;7244;p61"/>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1"/>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1"/>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1"/>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1"/>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61"/>
          <p:cNvGrpSpPr/>
          <p:nvPr/>
        </p:nvGrpSpPr>
        <p:grpSpPr>
          <a:xfrm>
            <a:off x="1744689" y="3211066"/>
            <a:ext cx="355288" cy="312375"/>
            <a:chOff x="-46779900" y="3588000"/>
            <a:chExt cx="300125" cy="263875"/>
          </a:xfrm>
        </p:grpSpPr>
        <p:sp>
          <p:nvSpPr>
            <p:cNvPr id="7250" name="Google Shape;7250;p61"/>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1"/>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1"/>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1"/>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61"/>
          <p:cNvGrpSpPr/>
          <p:nvPr/>
        </p:nvGrpSpPr>
        <p:grpSpPr>
          <a:xfrm>
            <a:off x="1745162" y="3625988"/>
            <a:ext cx="354341" cy="353394"/>
            <a:chOff x="-46779100" y="3938500"/>
            <a:chExt cx="299325" cy="298525"/>
          </a:xfrm>
        </p:grpSpPr>
        <p:sp>
          <p:nvSpPr>
            <p:cNvPr id="7255" name="Google Shape;7255;p61"/>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1"/>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61"/>
          <p:cNvGrpSpPr/>
          <p:nvPr/>
        </p:nvGrpSpPr>
        <p:grpSpPr>
          <a:xfrm>
            <a:off x="3952900" y="2758855"/>
            <a:ext cx="355258" cy="355288"/>
            <a:chOff x="-44924250" y="3206000"/>
            <a:chExt cx="300100" cy="300125"/>
          </a:xfrm>
        </p:grpSpPr>
        <p:sp>
          <p:nvSpPr>
            <p:cNvPr id="7258" name="Google Shape;7258;p61"/>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1"/>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1"/>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1"/>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1"/>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61"/>
          <p:cNvGrpSpPr/>
          <p:nvPr/>
        </p:nvGrpSpPr>
        <p:grpSpPr>
          <a:xfrm>
            <a:off x="1267386" y="1386849"/>
            <a:ext cx="355258" cy="355258"/>
            <a:chOff x="-50134375" y="3183175"/>
            <a:chExt cx="300100" cy="300100"/>
          </a:xfrm>
        </p:grpSpPr>
        <p:sp>
          <p:nvSpPr>
            <p:cNvPr id="7264" name="Google Shape;7264;p61"/>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1"/>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1"/>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1"/>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1"/>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1"/>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1"/>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1"/>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1"/>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1"/>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61"/>
          <p:cNvGrpSpPr/>
          <p:nvPr/>
        </p:nvGrpSpPr>
        <p:grpSpPr>
          <a:xfrm>
            <a:off x="1267386" y="1822251"/>
            <a:ext cx="355258" cy="355288"/>
            <a:chOff x="-50134375" y="3550975"/>
            <a:chExt cx="300100" cy="300125"/>
          </a:xfrm>
        </p:grpSpPr>
        <p:sp>
          <p:nvSpPr>
            <p:cNvPr id="7275" name="Google Shape;7275;p61"/>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1"/>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61"/>
          <p:cNvGrpSpPr/>
          <p:nvPr/>
        </p:nvGrpSpPr>
        <p:grpSpPr>
          <a:xfrm>
            <a:off x="1267386" y="2259783"/>
            <a:ext cx="355258" cy="355051"/>
            <a:chOff x="-50134375" y="3920575"/>
            <a:chExt cx="300100" cy="299925"/>
          </a:xfrm>
        </p:grpSpPr>
        <p:sp>
          <p:nvSpPr>
            <p:cNvPr id="7278" name="Google Shape;7278;p61"/>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1"/>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1"/>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61"/>
          <p:cNvGrpSpPr/>
          <p:nvPr/>
        </p:nvGrpSpPr>
        <p:grpSpPr>
          <a:xfrm>
            <a:off x="3478110" y="1407358"/>
            <a:ext cx="357123" cy="355258"/>
            <a:chOff x="-48262200" y="3200500"/>
            <a:chExt cx="301675" cy="300100"/>
          </a:xfrm>
        </p:grpSpPr>
        <p:sp>
          <p:nvSpPr>
            <p:cNvPr id="7282" name="Google Shape;7282;p61"/>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1"/>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1"/>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1"/>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1"/>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1"/>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1"/>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1"/>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1"/>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61"/>
          <p:cNvGrpSpPr/>
          <p:nvPr/>
        </p:nvGrpSpPr>
        <p:grpSpPr>
          <a:xfrm>
            <a:off x="3507483" y="1844447"/>
            <a:ext cx="298377" cy="354519"/>
            <a:chOff x="-48233050" y="3569725"/>
            <a:chExt cx="252050" cy="299475"/>
          </a:xfrm>
        </p:grpSpPr>
        <p:sp>
          <p:nvSpPr>
            <p:cNvPr id="7292" name="Google Shape;7292;p61"/>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1"/>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1"/>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61"/>
          <p:cNvGrpSpPr/>
          <p:nvPr/>
        </p:nvGrpSpPr>
        <p:grpSpPr>
          <a:xfrm>
            <a:off x="3531248" y="2278191"/>
            <a:ext cx="250847" cy="358070"/>
            <a:chOff x="-48216525" y="3936125"/>
            <a:chExt cx="211900" cy="302475"/>
          </a:xfrm>
        </p:grpSpPr>
        <p:sp>
          <p:nvSpPr>
            <p:cNvPr id="7296" name="Google Shape;7296;p61"/>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1"/>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1"/>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1"/>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61"/>
          <p:cNvGrpSpPr/>
          <p:nvPr/>
        </p:nvGrpSpPr>
        <p:grpSpPr>
          <a:xfrm>
            <a:off x="2186966" y="2753261"/>
            <a:ext cx="355258" cy="355288"/>
            <a:chOff x="-46410500" y="3201275"/>
            <a:chExt cx="300100" cy="300125"/>
          </a:xfrm>
        </p:grpSpPr>
        <p:sp>
          <p:nvSpPr>
            <p:cNvPr id="7301" name="Google Shape;7301;p61"/>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1"/>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1"/>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1"/>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1"/>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6" name="Google Shape;7306;p61"/>
          <p:cNvGrpSpPr/>
          <p:nvPr/>
        </p:nvGrpSpPr>
        <p:grpSpPr>
          <a:xfrm>
            <a:off x="2186966" y="3188692"/>
            <a:ext cx="355258" cy="356205"/>
            <a:chOff x="-46409700" y="3569100"/>
            <a:chExt cx="300100" cy="300900"/>
          </a:xfrm>
        </p:grpSpPr>
        <p:sp>
          <p:nvSpPr>
            <p:cNvPr id="7307" name="Google Shape;7307;p61"/>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1"/>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1"/>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1"/>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1"/>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61"/>
          <p:cNvGrpSpPr/>
          <p:nvPr/>
        </p:nvGrpSpPr>
        <p:grpSpPr>
          <a:xfrm>
            <a:off x="2174847" y="3624124"/>
            <a:ext cx="379497" cy="358070"/>
            <a:chOff x="-46422300" y="3936925"/>
            <a:chExt cx="320575" cy="302475"/>
          </a:xfrm>
        </p:grpSpPr>
        <p:sp>
          <p:nvSpPr>
            <p:cNvPr id="7313" name="Google Shape;7313;p61"/>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1"/>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61"/>
          <p:cNvGrpSpPr/>
          <p:nvPr/>
        </p:nvGrpSpPr>
        <p:grpSpPr>
          <a:xfrm>
            <a:off x="3952426" y="3178452"/>
            <a:ext cx="356205" cy="355258"/>
            <a:chOff x="-44914800" y="3560450"/>
            <a:chExt cx="300900" cy="300100"/>
          </a:xfrm>
        </p:grpSpPr>
        <p:sp>
          <p:nvSpPr>
            <p:cNvPr id="7316" name="Google Shape;7316;p61"/>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1"/>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1"/>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1"/>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1"/>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61"/>
          <p:cNvGrpSpPr/>
          <p:nvPr/>
        </p:nvGrpSpPr>
        <p:grpSpPr>
          <a:xfrm>
            <a:off x="1707478" y="1387086"/>
            <a:ext cx="354311" cy="354104"/>
            <a:chOff x="-49764975" y="3183375"/>
            <a:chExt cx="299300" cy="299125"/>
          </a:xfrm>
        </p:grpSpPr>
        <p:sp>
          <p:nvSpPr>
            <p:cNvPr id="7322" name="Google Shape;7322;p61"/>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1"/>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1"/>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1"/>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1"/>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1"/>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1"/>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1"/>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1"/>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61"/>
          <p:cNvGrpSpPr/>
          <p:nvPr/>
        </p:nvGrpSpPr>
        <p:grpSpPr>
          <a:xfrm>
            <a:off x="1707478" y="1822547"/>
            <a:ext cx="354311" cy="355909"/>
            <a:chOff x="-49764975" y="3551225"/>
            <a:chExt cx="299300" cy="300650"/>
          </a:xfrm>
        </p:grpSpPr>
        <p:sp>
          <p:nvSpPr>
            <p:cNvPr id="7332" name="Google Shape;7332;p61"/>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1"/>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1"/>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1"/>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1"/>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1"/>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1"/>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1"/>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1"/>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1"/>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1"/>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61"/>
          <p:cNvGrpSpPr/>
          <p:nvPr/>
        </p:nvGrpSpPr>
        <p:grpSpPr>
          <a:xfrm>
            <a:off x="1705140" y="2259310"/>
            <a:ext cx="358987" cy="355525"/>
            <a:chOff x="-49766550" y="3920175"/>
            <a:chExt cx="303250" cy="300325"/>
          </a:xfrm>
        </p:grpSpPr>
        <p:sp>
          <p:nvSpPr>
            <p:cNvPr id="7344" name="Google Shape;7344;p61"/>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1"/>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1"/>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1"/>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61"/>
          <p:cNvGrpSpPr/>
          <p:nvPr/>
        </p:nvGrpSpPr>
        <p:grpSpPr>
          <a:xfrm>
            <a:off x="3920671" y="1407358"/>
            <a:ext cx="357123" cy="354341"/>
            <a:chOff x="-47892800" y="3200500"/>
            <a:chExt cx="301675" cy="299325"/>
          </a:xfrm>
        </p:grpSpPr>
        <p:sp>
          <p:nvSpPr>
            <p:cNvPr id="7349" name="Google Shape;7349;p61"/>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1"/>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1"/>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1"/>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1"/>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1"/>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61"/>
          <p:cNvGrpSpPr/>
          <p:nvPr/>
        </p:nvGrpSpPr>
        <p:grpSpPr>
          <a:xfrm>
            <a:off x="3984537" y="1843707"/>
            <a:ext cx="229391" cy="355258"/>
            <a:chOff x="-47839250" y="3569100"/>
            <a:chExt cx="193775" cy="300100"/>
          </a:xfrm>
        </p:grpSpPr>
        <p:sp>
          <p:nvSpPr>
            <p:cNvPr id="7356" name="Google Shape;7356;p61"/>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1"/>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1"/>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1"/>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1"/>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1"/>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61"/>
          <p:cNvGrpSpPr/>
          <p:nvPr/>
        </p:nvGrpSpPr>
        <p:grpSpPr>
          <a:xfrm>
            <a:off x="3921603" y="2280056"/>
            <a:ext cx="355258" cy="356205"/>
            <a:chOff x="-47892800" y="3937700"/>
            <a:chExt cx="300100" cy="300900"/>
          </a:xfrm>
        </p:grpSpPr>
        <p:sp>
          <p:nvSpPr>
            <p:cNvPr id="7363" name="Google Shape;7363;p61"/>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1"/>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1"/>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1"/>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1"/>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1"/>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1"/>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1"/>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61"/>
          <p:cNvGrpSpPr/>
          <p:nvPr/>
        </p:nvGrpSpPr>
        <p:grpSpPr>
          <a:xfrm>
            <a:off x="2626898" y="2773770"/>
            <a:ext cx="355258" cy="311458"/>
            <a:chOff x="-46042675" y="3218600"/>
            <a:chExt cx="300100" cy="263100"/>
          </a:xfrm>
        </p:grpSpPr>
        <p:sp>
          <p:nvSpPr>
            <p:cNvPr id="7372" name="Google Shape;7372;p61"/>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1"/>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1"/>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1"/>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1"/>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1"/>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61"/>
          <p:cNvGrpSpPr/>
          <p:nvPr/>
        </p:nvGrpSpPr>
        <p:grpSpPr>
          <a:xfrm>
            <a:off x="2626898" y="3188219"/>
            <a:ext cx="355258" cy="323118"/>
            <a:chOff x="-46042675" y="3568700"/>
            <a:chExt cx="300100" cy="272950"/>
          </a:xfrm>
        </p:grpSpPr>
        <p:sp>
          <p:nvSpPr>
            <p:cNvPr id="7379" name="Google Shape;7379;p61"/>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1"/>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1"/>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1"/>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61"/>
          <p:cNvGrpSpPr/>
          <p:nvPr/>
        </p:nvGrpSpPr>
        <p:grpSpPr>
          <a:xfrm>
            <a:off x="2668849" y="3625189"/>
            <a:ext cx="271357" cy="356057"/>
            <a:chOff x="-46007225" y="3937825"/>
            <a:chExt cx="229225" cy="300775"/>
          </a:xfrm>
        </p:grpSpPr>
        <p:sp>
          <p:nvSpPr>
            <p:cNvPr id="7384" name="Google Shape;7384;p61"/>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1"/>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1"/>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1"/>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1"/>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1"/>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1"/>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1"/>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1"/>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1"/>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61"/>
          <p:cNvGrpSpPr/>
          <p:nvPr/>
        </p:nvGrpSpPr>
        <p:grpSpPr>
          <a:xfrm>
            <a:off x="3974341" y="3615275"/>
            <a:ext cx="312375" cy="357596"/>
            <a:chOff x="-44895900" y="3929450"/>
            <a:chExt cx="263875" cy="302075"/>
          </a:xfrm>
        </p:grpSpPr>
        <p:sp>
          <p:nvSpPr>
            <p:cNvPr id="7395" name="Google Shape;7395;p61"/>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1"/>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1"/>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1"/>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1"/>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1"/>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61"/>
          <p:cNvGrpSpPr/>
          <p:nvPr/>
        </p:nvGrpSpPr>
        <p:grpSpPr>
          <a:xfrm>
            <a:off x="2148160" y="1398036"/>
            <a:ext cx="356205" cy="332885"/>
            <a:chOff x="-49397175" y="3192625"/>
            <a:chExt cx="300900" cy="281200"/>
          </a:xfrm>
        </p:grpSpPr>
        <p:sp>
          <p:nvSpPr>
            <p:cNvPr id="7402" name="Google Shape;7402;p61"/>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1"/>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1"/>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1"/>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1"/>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1"/>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1"/>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61"/>
          <p:cNvGrpSpPr/>
          <p:nvPr/>
        </p:nvGrpSpPr>
        <p:grpSpPr>
          <a:xfrm>
            <a:off x="2174263" y="1822251"/>
            <a:ext cx="304000" cy="356205"/>
            <a:chOff x="-49375900" y="3550975"/>
            <a:chExt cx="256800" cy="300900"/>
          </a:xfrm>
        </p:grpSpPr>
        <p:sp>
          <p:nvSpPr>
            <p:cNvPr id="7410" name="Google Shape;7410;p61"/>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1"/>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1"/>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1"/>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1"/>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1"/>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1"/>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1"/>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1"/>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1"/>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1"/>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61"/>
          <p:cNvGrpSpPr/>
          <p:nvPr/>
        </p:nvGrpSpPr>
        <p:grpSpPr>
          <a:xfrm>
            <a:off x="2169616" y="2259546"/>
            <a:ext cx="313293" cy="356205"/>
            <a:chOff x="-49378250" y="3920375"/>
            <a:chExt cx="264650" cy="300900"/>
          </a:xfrm>
        </p:grpSpPr>
        <p:sp>
          <p:nvSpPr>
            <p:cNvPr id="7422" name="Google Shape;7422;p61"/>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1"/>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1"/>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1"/>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1"/>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1"/>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1"/>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61"/>
          <p:cNvGrpSpPr/>
          <p:nvPr/>
        </p:nvGrpSpPr>
        <p:grpSpPr>
          <a:xfrm>
            <a:off x="888604" y="2752344"/>
            <a:ext cx="312375" cy="357123"/>
            <a:chOff x="-47505300" y="3200500"/>
            <a:chExt cx="263875" cy="301675"/>
          </a:xfrm>
        </p:grpSpPr>
        <p:sp>
          <p:nvSpPr>
            <p:cNvPr id="7430" name="Google Shape;7430;p61"/>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1"/>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1"/>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1"/>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1"/>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1"/>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1"/>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1"/>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1"/>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1"/>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1"/>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1"/>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1"/>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61"/>
          <p:cNvGrpSpPr/>
          <p:nvPr/>
        </p:nvGrpSpPr>
        <p:grpSpPr>
          <a:xfrm>
            <a:off x="866704" y="3188692"/>
            <a:ext cx="356176" cy="355051"/>
            <a:chOff x="-47524975" y="3569100"/>
            <a:chExt cx="300875" cy="299925"/>
          </a:xfrm>
        </p:grpSpPr>
        <p:sp>
          <p:nvSpPr>
            <p:cNvPr id="7444" name="Google Shape;7444;p61"/>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1"/>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1"/>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1"/>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1"/>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61"/>
          <p:cNvGrpSpPr/>
          <p:nvPr/>
        </p:nvGrpSpPr>
        <p:grpSpPr>
          <a:xfrm>
            <a:off x="867162" y="3667954"/>
            <a:ext cx="355258" cy="270410"/>
            <a:chOff x="-47523400" y="3973950"/>
            <a:chExt cx="300100" cy="228425"/>
          </a:xfrm>
        </p:grpSpPr>
        <p:sp>
          <p:nvSpPr>
            <p:cNvPr id="7450" name="Google Shape;7450;p61"/>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1"/>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1"/>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1"/>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1"/>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61"/>
          <p:cNvGrpSpPr/>
          <p:nvPr/>
        </p:nvGrpSpPr>
        <p:grpSpPr>
          <a:xfrm>
            <a:off x="3072283" y="2750953"/>
            <a:ext cx="354341" cy="357596"/>
            <a:chOff x="-45673275" y="3199325"/>
            <a:chExt cx="299325" cy="302075"/>
          </a:xfrm>
        </p:grpSpPr>
        <p:sp>
          <p:nvSpPr>
            <p:cNvPr id="7456" name="Google Shape;7456;p61"/>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1"/>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1"/>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61"/>
          <p:cNvGrpSpPr/>
          <p:nvPr/>
        </p:nvGrpSpPr>
        <p:grpSpPr>
          <a:xfrm>
            <a:off x="3071351" y="3209202"/>
            <a:ext cx="356205" cy="314240"/>
            <a:chOff x="-45674075" y="3586425"/>
            <a:chExt cx="300900" cy="265450"/>
          </a:xfrm>
        </p:grpSpPr>
        <p:sp>
          <p:nvSpPr>
            <p:cNvPr id="7460" name="Google Shape;7460;p61"/>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1"/>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61"/>
          <p:cNvGrpSpPr/>
          <p:nvPr/>
        </p:nvGrpSpPr>
        <p:grpSpPr>
          <a:xfrm>
            <a:off x="3072283" y="3625041"/>
            <a:ext cx="354341" cy="356205"/>
            <a:chOff x="-45673275" y="3937700"/>
            <a:chExt cx="299325" cy="300900"/>
          </a:xfrm>
        </p:grpSpPr>
        <p:sp>
          <p:nvSpPr>
            <p:cNvPr id="7463" name="Google Shape;7463;p61"/>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1"/>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1"/>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1"/>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1"/>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1"/>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61"/>
          <p:cNvGrpSpPr/>
          <p:nvPr/>
        </p:nvGrpSpPr>
        <p:grpSpPr>
          <a:xfrm>
            <a:off x="2186449" y="4117825"/>
            <a:ext cx="356205" cy="356205"/>
            <a:chOff x="-44512325" y="3176075"/>
            <a:chExt cx="300900" cy="300900"/>
          </a:xfrm>
        </p:grpSpPr>
        <p:sp>
          <p:nvSpPr>
            <p:cNvPr id="7470" name="Google Shape;7470;p61"/>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1"/>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1"/>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61"/>
          <p:cNvGrpSpPr/>
          <p:nvPr/>
        </p:nvGrpSpPr>
        <p:grpSpPr>
          <a:xfrm>
            <a:off x="2589789" y="1386849"/>
            <a:ext cx="354341" cy="354341"/>
            <a:chOff x="-49027775" y="3183175"/>
            <a:chExt cx="299325" cy="299325"/>
          </a:xfrm>
        </p:grpSpPr>
        <p:sp>
          <p:nvSpPr>
            <p:cNvPr id="7474" name="Google Shape;7474;p61"/>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1"/>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1"/>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1"/>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61"/>
          <p:cNvGrpSpPr/>
          <p:nvPr/>
        </p:nvGrpSpPr>
        <p:grpSpPr>
          <a:xfrm>
            <a:off x="2589330" y="1822251"/>
            <a:ext cx="355258" cy="357152"/>
            <a:chOff x="-49027775" y="3550975"/>
            <a:chExt cx="300100" cy="301700"/>
          </a:xfrm>
        </p:grpSpPr>
        <p:sp>
          <p:nvSpPr>
            <p:cNvPr id="7479" name="Google Shape;7479;p61"/>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1"/>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1"/>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1"/>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1"/>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1"/>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1"/>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1"/>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1"/>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1"/>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61"/>
          <p:cNvGrpSpPr/>
          <p:nvPr/>
        </p:nvGrpSpPr>
        <p:grpSpPr>
          <a:xfrm>
            <a:off x="2587406" y="2259310"/>
            <a:ext cx="359106" cy="355525"/>
            <a:chOff x="-49031025" y="3920175"/>
            <a:chExt cx="303350" cy="300325"/>
          </a:xfrm>
        </p:grpSpPr>
        <p:sp>
          <p:nvSpPr>
            <p:cNvPr id="7490" name="Google Shape;7490;p61"/>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1"/>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1"/>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1"/>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1"/>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1"/>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61"/>
          <p:cNvGrpSpPr/>
          <p:nvPr/>
        </p:nvGrpSpPr>
        <p:grpSpPr>
          <a:xfrm>
            <a:off x="1303511" y="2752344"/>
            <a:ext cx="356176" cy="354341"/>
            <a:chOff x="-47155575" y="3200500"/>
            <a:chExt cx="300875" cy="299325"/>
          </a:xfrm>
        </p:grpSpPr>
        <p:sp>
          <p:nvSpPr>
            <p:cNvPr id="7497" name="Google Shape;7497;p61"/>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1"/>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1"/>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1"/>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1"/>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1"/>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61"/>
          <p:cNvGrpSpPr/>
          <p:nvPr/>
        </p:nvGrpSpPr>
        <p:grpSpPr>
          <a:xfrm>
            <a:off x="1303970" y="3188692"/>
            <a:ext cx="355258" cy="355258"/>
            <a:chOff x="-47154800" y="3569100"/>
            <a:chExt cx="300100" cy="300100"/>
          </a:xfrm>
        </p:grpSpPr>
        <p:sp>
          <p:nvSpPr>
            <p:cNvPr id="7504" name="Google Shape;7504;p61"/>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1"/>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1"/>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1"/>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1"/>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1"/>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61"/>
          <p:cNvGrpSpPr/>
          <p:nvPr/>
        </p:nvGrpSpPr>
        <p:grpSpPr>
          <a:xfrm>
            <a:off x="1304443" y="3626905"/>
            <a:ext cx="354311" cy="353423"/>
            <a:chOff x="-47154000" y="3939275"/>
            <a:chExt cx="299300" cy="298550"/>
          </a:xfrm>
        </p:grpSpPr>
        <p:sp>
          <p:nvSpPr>
            <p:cNvPr id="7511" name="Google Shape;7511;p61"/>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1"/>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1"/>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1"/>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61"/>
          <p:cNvGrpSpPr/>
          <p:nvPr/>
        </p:nvGrpSpPr>
        <p:grpSpPr>
          <a:xfrm>
            <a:off x="3529733" y="2752344"/>
            <a:ext cx="312375" cy="354341"/>
            <a:chOff x="-45286550" y="3200500"/>
            <a:chExt cx="263875" cy="299325"/>
          </a:xfrm>
        </p:grpSpPr>
        <p:sp>
          <p:nvSpPr>
            <p:cNvPr id="7516" name="Google Shape;7516;p61"/>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1"/>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1"/>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9" name="Google Shape;7519;p61"/>
          <p:cNvGrpSpPr/>
          <p:nvPr/>
        </p:nvGrpSpPr>
        <p:grpSpPr>
          <a:xfrm>
            <a:off x="3529733" y="3189639"/>
            <a:ext cx="312375" cy="354311"/>
            <a:chOff x="-45286550" y="3569900"/>
            <a:chExt cx="263875" cy="299300"/>
          </a:xfrm>
        </p:grpSpPr>
        <p:sp>
          <p:nvSpPr>
            <p:cNvPr id="7520" name="Google Shape;7520;p61"/>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1"/>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1"/>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1"/>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1"/>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1"/>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61"/>
          <p:cNvGrpSpPr/>
          <p:nvPr/>
        </p:nvGrpSpPr>
        <p:grpSpPr>
          <a:xfrm>
            <a:off x="3540920" y="3625988"/>
            <a:ext cx="290001" cy="355258"/>
            <a:chOff x="-45277900" y="3938500"/>
            <a:chExt cx="244975" cy="300100"/>
          </a:xfrm>
        </p:grpSpPr>
        <p:sp>
          <p:nvSpPr>
            <p:cNvPr id="7527" name="Google Shape;7527;p61"/>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1"/>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1"/>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1"/>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61"/>
          <p:cNvGrpSpPr/>
          <p:nvPr/>
        </p:nvGrpSpPr>
        <p:grpSpPr>
          <a:xfrm>
            <a:off x="2626869" y="4095090"/>
            <a:ext cx="355258" cy="355258"/>
            <a:chOff x="-44502875" y="3576975"/>
            <a:chExt cx="300100" cy="300100"/>
          </a:xfrm>
        </p:grpSpPr>
        <p:sp>
          <p:nvSpPr>
            <p:cNvPr id="7532" name="Google Shape;7532;p61"/>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1"/>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1"/>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61"/>
          <p:cNvGrpSpPr/>
          <p:nvPr/>
        </p:nvGrpSpPr>
        <p:grpSpPr>
          <a:xfrm>
            <a:off x="4835456" y="1828361"/>
            <a:ext cx="356196" cy="354670"/>
            <a:chOff x="-13946200" y="3647075"/>
            <a:chExt cx="353650" cy="352100"/>
          </a:xfrm>
        </p:grpSpPr>
        <p:sp>
          <p:nvSpPr>
            <p:cNvPr id="7536" name="Google Shape;7536;p61"/>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1"/>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1"/>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1"/>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1"/>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1"/>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61"/>
          <p:cNvGrpSpPr/>
          <p:nvPr/>
        </p:nvGrpSpPr>
        <p:grpSpPr>
          <a:xfrm>
            <a:off x="6618849" y="1387844"/>
            <a:ext cx="357002" cy="354267"/>
            <a:chOff x="-12163025" y="3214275"/>
            <a:chExt cx="354450" cy="351700"/>
          </a:xfrm>
        </p:grpSpPr>
        <p:sp>
          <p:nvSpPr>
            <p:cNvPr id="7543" name="Google Shape;7543;p61"/>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1"/>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1"/>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61"/>
          <p:cNvGrpSpPr/>
          <p:nvPr/>
        </p:nvGrpSpPr>
        <p:grpSpPr>
          <a:xfrm>
            <a:off x="6619629" y="1827581"/>
            <a:ext cx="355441" cy="356232"/>
            <a:chOff x="-12160675" y="3647875"/>
            <a:chExt cx="352900" cy="353650"/>
          </a:xfrm>
        </p:grpSpPr>
        <p:sp>
          <p:nvSpPr>
            <p:cNvPr id="7547" name="Google Shape;7547;p61"/>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1"/>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1"/>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1"/>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1"/>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1"/>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1"/>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61"/>
          <p:cNvGrpSpPr/>
          <p:nvPr/>
        </p:nvGrpSpPr>
        <p:grpSpPr>
          <a:xfrm>
            <a:off x="6630345" y="2272036"/>
            <a:ext cx="354635" cy="356232"/>
            <a:chOff x="-12160675" y="4081850"/>
            <a:chExt cx="352100" cy="353650"/>
          </a:xfrm>
        </p:grpSpPr>
        <p:sp>
          <p:nvSpPr>
            <p:cNvPr id="7555" name="Google Shape;7555;p61"/>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1"/>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1"/>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1"/>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1"/>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1"/>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61"/>
          <p:cNvGrpSpPr/>
          <p:nvPr/>
        </p:nvGrpSpPr>
        <p:grpSpPr>
          <a:xfrm>
            <a:off x="4835311" y="2746480"/>
            <a:ext cx="355416" cy="355652"/>
            <a:chOff x="-10391650" y="3180600"/>
            <a:chExt cx="352875" cy="353075"/>
          </a:xfrm>
        </p:grpSpPr>
        <p:sp>
          <p:nvSpPr>
            <p:cNvPr id="7562" name="Google Shape;7562;p61"/>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1"/>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1"/>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1"/>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1"/>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1"/>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61"/>
          <p:cNvGrpSpPr/>
          <p:nvPr/>
        </p:nvGrpSpPr>
        <p:grpSpPr>
          <a:xfrm>
            <a:off x="4835310" y="3223278"/>
            <a:ext cx="354635" cy="353890"/>
            <a:chOff x="-10390875" y="3616350"/>
            <a:chExt cx="352100" cy="351325"/>
          </a:xfrm>
        </p:grpSpPr>
        <p:sp>
          <p:nvSpPr>
            <p:cNvPr id="7569" name="Google Shape;7569;p61"/>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1"/>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1"/>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61"/>
          <p:cNvGrpSpPr/>
          <p:nvPr/>
        </p:nvGrpSpPr>
        <p:grpSpPr>
          <a:xfrm>
            <a:off x="7502285" y="2747943"/>
            <a:ext cx="312585" cy="354670"/>
            <a:chOff x="-10370400" y="4049550"/>
            <a:chExt cx="310350" cy="352100"/>
          </a:xfrm>
        </p:grpSpPr>
        <p:sp>
          <p:nvSpPr>
            <p:cNvPr id="7573" name="Google Shape;7573;p61"/>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1"/>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1"/>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1"/>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1"/>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61"/>
          <p:cNvGrpSpPr/>
          <p:nvPr/>
        </p:nvGrpSpPr>
        <p:grpSpPr>
          <a:xfrm>
            <a:off x="6606541" y="2746884"/>
            <a:ext cx="379236" cy="354847"/>
            <a:chOff x="-8674650" y="3210975"/>
            <a:chExt cx="376525" cy="352275"/>
          </a:xfrm>
        </p:grpSpPr>
        <p:sp>
          <p:nvSpPr>
            <p:cNvPr id="7579" name="Google Shape;7579;p61"/>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1"/>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1"/>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1"/>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1"/>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1"/>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61"/>
          <p:cNvGrpSpPr/>
          <p:nvPr/>
        </p:nvGrpSpPr>
        <p:grpSpPr>
          <a:xfrm>
            <a:off x="5278038" y="1828361"/>
            <a:ext cx="356221" cy="354670"/>
            <a:chOff x="-13512225" y="3647075"/>
            <a:chExt cx="353675" cy="352100"/>
          </a:xfrm>
        </p:grpSpPr>
        <p:sp>
          <p:nvSpPr>
            <p:cNvPr id="7586" name="Google Shape;7586;p61"/>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1"/>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1"/>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1"/>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1"/>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1"/>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1"/>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1"/>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1"/>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1"/>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61"/>
          <p:cNvGrpSpPr/>
          <p:nvPr/>
        </p:nvGrpSpPr>
        <p:grpSpPr>
          <a:xfrm>
            <a:off x="5288351" y="2272427"/>
            <a:ext cx="356221" cy="355451"/>
            <a:chOff x="-13512225" y="4080275"/>
            <a:chExt cx="353675" cy="352875"/>
          </a:xfrm>
        </p:grpSpPr>
        <p:sp>
          <p:nvSpPr>
            <p:cNvPr id="7597" name="Google Shape;7597;p61"/>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1"/>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1"/>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1"/>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1"/>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1"/>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1"/>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1"/>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1"/>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1"/>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1"/>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61"/>
          <p:cNvGrpSpPr/>
          <p:nvPr/>
        </p:nvGrpSpPr>
        <p:grpSpPr>
          <a:xfrm>
            <a:off x="7061431" y="1419788"/>
            <a:ext cx="356196" cy="290379"/>
            <a:chOff x="-11728250" y="3245400"/>
            <a:chExt cx="353650" cy="288275"/>
          </a:xfrm>
        </p:grpSpPr>
        <p:sp>
          <p:nvSpPr>
            <p:cNvPr id="7609" name="Google Shape;7609;p61"/>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1"/>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1"/>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1"/>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1"/>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61"/>
          <p:cNvGrpSpPr/>
          <p:nvPr/>
        </p:nvGrpSpPr>
        <p:grpSpPr>
          <a:xfrm>
            <a:off x="7093939" y="2272427"/>
            <a:ext cx="311804" cy="355451"/>
            <a:chOff x="-11703850" y="4081850"/>
            <a:chExt cx="309575" cy="352875"/>
          </a:xfrm>
        </p:grpSpPr>
        <p:sp>
          <p:nvSpPr>
            <p:cNvPr id="7615" name="Google Shape;7615;p61"/>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1"/>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1"/>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1"/>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1"/>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1"/>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1"/>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1"/>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61"/>
          <p:cNvGrpSpPr/>
          <p:nvPr/>
        </p:nvGrpSpPr>
        <p:grpSpPr>
          <a:xfrm>
            <a:off x="5282595" y="2746580"/>
            <a:ext cx="357002" cy="355451"/>
            <a:chOff x="-9958475" y="3180025"/>
            <a:chExt cx="354450" cy="352875"/>
          </a:xfrm>
        </p:grpSpPr>
        <p:sp>
          <p:nvSpPr>
            <p:cNvPr id="7624" name="Google Shape;7624;p61"/>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1"/>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1"/>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61"/>
          <p:cNvGrpSpPr/>
          <p:nvPr/>
        </p:nvGrpSpPr>
        <p:grpSpPr>
          <a:xfrm>
            <a:off x="5291722" y="3222561"/>
            <a:ext cx="337966" cy="355325"/>
            <a:chOff x="-9949025" y="3615575"/>
            <a:chExt cx="335550" cy="352750"/>
          </a:xfrm>
        </p:grpSpPr>
        <p:sp>
          <p:nvSpPr>
            <p:cNvPr id="7628" name="Google Shape;7628;p61"/>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1"/>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1"/>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61"/>
          <p:cNvGrpSpPr/>
          <p:nvPr/>
        </p:nvGrpSpPr>
        <p:grpSpPr>
          <a:xfrm>
            <a:off x="7926568" y="2746067"/>
            <a:ext cx="360175" cy="358423"/>
            <a:chOff x="-9961625" y="4048175"/>
            <a:chExt cx="357600" cy="355825"/>
          </a:xfrm>
        </p:grpSpPr>
        <p:sp>
          <p:nvSpPr>
            <p:cNvPr id="7632" name="Google Shape;7632;p61"/>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1"/>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1"/>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1"/>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1"/>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1"/>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61"/>
          <p:cNvGrpSpPr/>
          <p:nvPr/>
        </p:nvGrpSpPr>
        <p:grpSpPr>
          <a:xfrm>
            <a:off x="6613289" y="3221579"/>
            <a:ext cx="364959" cy="357289"/>
            <a:chOff x="-8680950" y="3624225"/>
            <a:chExt cx="362350" cy="354700"/>
          </a:xfrm>
        </p:grpSpPr>
        <p:sp>
          <p:nvSpPr>
            <p:cNvPr id="7639" name="Google Shape;7639;p61"/>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1"/>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1"/>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1"/>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1"/>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1"/>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61"/>
          <p:cNvGrpSpPr/>
          <p:nvPr/>
        </p:nvGrpSpPr>
        <p:grpSpPr>
          <a:xfrm>
            <a:off x="5749533" y="1387239"/>
            <a:ext cx="313365" cy="355476"/>
            <a:chOff x="-13056975" y="3212300"/>
            <a:chExt cx="311125" cy="352900"/>
          </a:xfrm>
        </p:grpSpPr>
        <p:sp>
          <p:nvSpPr>
            <p:cNvPr id="7646" name="Google Shape;7646;p61"/>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1"/>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1"/>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1"/>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61"/>
          <p:cNvGrpSpPr/>
          <p:nvPr/>
        </p:nvGrpSpPr>
        <p:grpSpPr>
          <a:xfrm>
            <a:off x="5726921" y="1828034"/>
            <a:ext cx="358588" cy="355325"/>
            <a:chOff x="-13077450" y="3647075"/>
            <a:chExt cx="356025" cy="352750"/>
          </a:xfrm>
        </p:grpSpPr>
        <p:sp>
          <p:nvSpPr>
            <p:cNvPr id="7651" name="Google Shape;7651;p61"/>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1"/>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1"/>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61"/>
          <p:cNvGrpSpPr/>
          <p:nvPr/>
        </p:nvGrpSpPr>
        <p:grpSpPr>
          <a:xfrm>
            <a:off x="5738027" y="2271633"/>
            <a:ext cx="357002" cy="357037"/>
            <a:chOff x="-13079025" y="4079475"/>
            <a:chExt cx="354450" cy="354450"/>
          </a:xfrm>
        </p:grpSpPr>
        <p:sp>
          <p:nvSpPr>
            <p:cNvPr id="7655" name="Google Shape;7655;p61"/>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1"/>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1"/>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1"/>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61"/>
          <p:cNvGrpSpPr/>
          <p:nvPr/>
        </p:nvGrpSpPr>
        <p:grpSpPr>
          <a:xfrm>
            <a:off x="7511094" y="1387642"/>
            <a:ext cx="356221" cy="354670"/>
            <a:chOff x="-11292700" y="3213875"/>
            <a:chExt cx="353675" cy="352100"/>
          </a:xfrm>
        </p:grpSpPr>
        <p:sp>
          <p:nvSpPr>
            <p:cNvPr id="7660" name="Google Shape;7660;p61"/>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1"/>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1"/>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1"/>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1"/>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1"/>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1"/>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61"/>
          <p:cNvGrpSpPr/>
          <p:nvPr/>
        </p:nvGrpSpPr>
        <p:grpSpPr>
          <a:xfrm>
            <a:off x="7505152" y="1827581"/>
            <a:ext cx="368106" cy="356232"/>
            <a:chOff x="-11299000" y="3647875"/>
            <a:chExt cx="365475" cy="353650"/>
          </a:xfrm>
        </p:grpSpPr>
        <p:sp>
          <p:nvSpPr>
            <p:cNvPr id="7668" name="Google Shape;7668;p61"/>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1"/>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1"/>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1"/>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1"/>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1"/>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61"/>
          <p:cNvGrpSpPr/>
          <p:nvPr/>
        </p:nvGrpSpPr>
        <p:grpSpPr>
          <a:xfrm>
            <a:off x="7520614" y="2283532"/>
            <a:ext cx="357808" cy="333240"/>
            <a:chOff x="-11295075" y="4092875"/>
            <a:chExt cx="355250" cy="330825"/>
          </a:xfrm>
        </p:grpSpPr>
        <p:sp>
          <p:nvSpPr>
            <p:cNvPr id="7675" name="Google Shape;7675;p61"/>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1"/>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1"/>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1"/>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1"/>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61"/>
          <p:cNvGrpSpPr/>
          <p:nvPr/>
        </p:nvGrpSpPr>
        <p:grpSpPr>
          <a:xfrm>
            <a:off x="5746214" y="2746580"/>
            <a:ext cx="312585" cy="355451"/>
            <a:chOff x="-9500075" y="3180800"/>
            <a:chExt cx="310350" cy="352875"/>
          </a:xfrm>
        </p:grpSpPr>
        <p:sp>
          <p:nvSpPr>
            <p:cNvPr id="7681" name="Google Shape;7681;p61"/>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1"/>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1"/>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1"/>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1"/>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1"/>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1"/>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1"/>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1"/>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61"/>
          <p:cNvGrpSpPr/>
          <p:nvPr/>
        </p:nvGrpSpPr>
        <p:grpSpPr>
          <a:xfrm>
            <a:off x="5724005" y="3222095"/>
            <a:ext cx="356221" cy="356257"/>
            <a:chOff x="-9523700" y="3614000"/>
            <a:chExt cx="353675" cy="353675"/>
          </a:xfrm>
        </p:grpSpPr>
        <p:sp>
          <p:nvSpPr>
            <p:cNvPr id="7691" name="Google Shape;7691;p61"/>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1"/>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1"/>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1"/>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1"/>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1"/>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1"/>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1"/>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1"/>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61"/>
          <p:cNvGrpSpPr/>
          <p:nvPr/>
        </p:nvGrpSpPr>
        <p:grpSpPr>
          <a:xfrm>
            <a:off x="7508956" y="3244737"/>
            <a:ext cx="356221" cy="354670"/>
            <a:chOff x="-9523700" y="4049550"/>
            <a:chExt cx="353675" cy="352100"/>
          </a:xfrm>
        </p:grpSpPr>
        <p:sp>
          <p:nvSpPr>
            <p:cNvPr id="7701" name="Google Shape;7701;p61"/>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1"/>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1"/>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1"/>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1"/>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1"/>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1"/>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61"/>
          <p:cNvGrpSpPr/>
          <p:nvPr/>
        </p:nvGrpSpPr>
        <p:grpSpPr>
          <a:xfrm>
            <a:off x="7065071" y="3244710"/>
            <a:ext cx="357002" cy="311029"/>
            <a:chOff x="-8209150" y="3659675"/>
            <a:chExt cx="354450" cy="308775"/>
          </a:xfrm>
        </p:grpSpPr>
        <p:sp>
          <p:nvSpPr>
            <p:cNvPr id="7709" name="Google Shape;7709;p61"/>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1"/>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1"/>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1"/>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1"/>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1"/>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61"/>
          <p:cNvGrpSpPr/>
          <p:nvPr/>
        </p:nvGrpSpPr>
        <p:grpSpPr>
          <a:xfrm>
            <a:off x="6178632" y="2273623"/>
            <a:ext cx="356221" cy="353059"/>
            <a:chOff x="-12643475" y="4081850"/>
            <a:chExt cx="353675" cy="350500"/>
          </a:xfrm>
        </p:grpSpPr>
        <p:sp>
          <p:nvSpPr>
            <p:cNvPr id="7716" name="Google Shape;7716;p61"/>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1"/>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1"/>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1"/>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0" name="Google Shape;7720;p61"/>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1" name="Google Shape;7721;p61"/>
          <p:cNvGrpSpPr/>
          <p:nvPr/>
        </p:nvGrpSpPr>
        <p:grpSpPr>
          <a:xfrm>
            <a:off x="7961232" y="2283532"/>
            <a:ext cx="356221" cy="333240"/>
            <a:chOff x="-10858725" y="4092875"/>
            <a:chExt cx="353675" cy="330825"/>
          </a:xfrm>
        </p:grpSpPr>
        <p:sp>
          <p:nvSpPr>
            <p:cNvPr id="7722" name="Google Shape;7722;p61"/>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1"/>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1"/>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1"/>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1"/>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1"/>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61"/>
          <p:cNvGrpSpPr/>
          <p:nvPr/>
        </p:nvGrpSpPr>
        <p:grpSpPr>
          <a:xfrm>
            <a:off x="6219755" y="3222498"/>
            <a:ext cx="252278" cy="355451"/>
            <a:chOff x="-9039300" y="3614000"/>
            <a:chExt cx="250475" cy="352875"/>
          </a:xfrm>
        </p:grpSpPr>
        <p:sp>
          <p:nvSpPr>
            <p:cNvPr id="7729" name="Google Shape;7729;p61"/>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1"/>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61"/>
          <p:cNvGrpSpPr/>
          <p:nvPr/>
        </p:nvGrpSpPr>
        <p:grpSpPr>
          <a:xfrm>
            <a:off x="7951721" y="3244737"/>
            <a:ext cx="354635" cy="354670"/>
            <a:chOff x="-9088150" y="4049550"/>
            <a:chExt cx="352100" cy="352100"/>
          </a:xfrm>
        </p:grpSpPr>
        <p:sp>
          <p:nvSpPr>
            <p:cNvPr id="7732" name="Google Shape;7732;p61"/>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1"/>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1"/>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1"/>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1"/>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1"/>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61"/>
          <p:cNvGrpSpPr/>
          <p:nvPr/>
        </p:nvGrpSpPr>
        <p:grpSpPr>
          <a:xfrm>
            <a:off x="7086085" y="2746970"/>
            <a:ext cx="315757" cy="354670"/>
            <a:chOff x="-8191825" y="3174500"/>
            <a:chExt cx="313500" cy="352100"/>
          </a:xfrm>
        </p:grpSpPr>
        <p:sp>
          <p:nvSpPr>
            <p:cNvPr id="7739" name="Google Shape;7739;p61"/>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1"/>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1"/>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61"/>
          <p:cNvGrpSpPr/>
          <p:nvPr/>
        </p:nvGrpSpPr>
        <p:grpSpPr>
          <a:xfrm>
            <a:off x="4835443" y="1387491"/>
            <a:ext cx="356221" cy="354973"/>
            <a:chOff x="-13947000" y="3212800"/>
            <a:chExt cx="353675" cy="352400"/>
          </a:xfrm>
        </p:grpSpPr>
        <p:sp>
          <p:nvSpPr>
            <p:cNvPr id="7743" name="Google Shape;7743;p61"/>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1"/>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5" name="Google Shape;7745;p61"/>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6" name="Google Shape;7746;p61"/>
          <p:cNvGrpSpPr/>
          <p:nvPr/>
        </p:nvGrpSpPr>
        <p:grpSpPr>
          <a:xfrm>
            <a:off x="5278038" y="1386849"/>
            <a:ext cx="356221" cy="356257"/>
            <a:chOff x="-13512225" y="3211525"/>
            <a:chExt cx="353675" cy="353675"/>
          </a:xfrm>
        </p:grpSpPr>
        <p:sp>
          <p:nvSpPr>
            <p:cNvPr id="7747" name="Google Shape;7747;p61"/>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1"/>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1"/>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1"/>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1"/>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61"/>
          <p:cNvGrpSpPr/>
          <p:nvPr/>
        </p:nvGrpSpPr>
        <p:grpSpPr>
          <a:xfrm>
            <a:off x="6168320" y="1387239"/>
            <a:ext cx="356221" cy="355476"/>
            <a:chOff x="-12643475" y="3212300"/>
            <a:chExt cx="353675" cy="352900"/>
          </a:xfrm>
        </p:grpSpPr>
        <p:sp>
          <p:nvSpPr>
            <p:cNvPr id="7753" name="Google Shape;7753;p61"/>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1"/>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1"/>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1"/>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1"/>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1"/>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1"/>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1"/>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1"/>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61"/>
          <p:cNvGrpSpPr/>
          <p:nvPr/>
        </p:nvGrpSpPr>
        <p:grpSpPr>
          <a:xfrm>
            <a:off x="6168320" y="1839013"/>
            <a:ext cx="356221" cy="333366"/>
            <a:chOff x="-12643475" y="3657325"/>
            <a:chExt cx="353675" cy="330950"/>
          </a:xfrm>
        </p:grpSpPr>
        <p:sp>
          <p:nvSpPr>
            <p:cNvPr id="7763" name="Google Shape;7763;p61"/>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1"/>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1"/>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1"/>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1"/>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1"/>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61"/>
          <p:cNvGrpSpPr/>
          <p:nvPr/>
        </p:nvGrpSpPr>
        <p:grpSpPr>
          <a:xfrm>
            <a:off x="7951322" y="1387642"/>
            <a:ext cx="355416" cy="354670"/>
            <a:chOff x="-10857925" y="3213875"/>
            <a:chExt cx="352875" cy="352100"/>
          </a:xfrm>
        </p:grpSpPr>
        <p:sp>
          <p:nvSpPr>
            <p:cNvPr id="7770" name="Google Shape;7770;p61"/>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1"/>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1"/>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1"/>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1"/>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1"/>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1"/>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1"/>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1"/>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1"/>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61"/>
          <p:cNvGrpSpPr/>
          <p:nvPr/>
        </p:nvGrpSpPr>
        <p:grpSpPr>
          <a:xfrm>
            <a:off x="6168237" y="2747071"/>
            <a:ext cx="356096" cy="354469"/>
            <a:chOff x="-9089725" y="3180200"/>
            <a:chExt cx="353550" cy="351900"/>
          </a:xfrm>
        </p:grpSpPr>
        <p:sp>
          <p:nvSpPr>
            <p:cNvPr id="7781" name="Google Shape;7781;p61"/>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1"/>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61"/>
          <p:cNvGrpSpPr/>
          <p:nvPr/>
        </p:nvGrpSpPr>
        <p:grpSpPr>
          <a:xfrm>
            <a:off x="7060235" y="1826875"/>
            <a:ext cx="358588" cy="357642"/>
            <a:chOff x="7083760" y="1971660"/>
            <a:chExt cx="358588" cy="357642"/>
          </a:xfrm>
        </p:grpSpPr>
        <p:sp>
          <p:nvSpPr>
            <p:cNvPr id="7784" name="Google Shape;7784;p61"/>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1"/>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1"/>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1"/>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1"/>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1"/>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1"/>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1"/>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1"/>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1"/>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1"/>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1"/>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6" name="Google Shape;7796;p61"/>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797" name="Google Shape;7797;p61"/>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01" name="Shape 7801"/>
        <p:cNvGrpSpPr/>
        <p:nvPr/>
      </p:nvGrpSpPr>
      <p:grpSpPr>
        <a:xfrm>
          <a:off x="0" y="0"/>
          <a:ext cx="0" cy="0"/>
          <a:chOff x="0" y="0"/>
          <a:chExt cx="0" cy="0"/>
        </a:xfrm>
      </p:grpSpPr>
      <p:sp>
        <p:nvSpPr>
          <p:cNvPr id="7802" name="Google Shape;7802;p62"/>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3" name="Google Shape;7803;p62"/>
          <p:cNvGrpSpPr/>
          <p:nvPr/>
        </p:nvGrpSpPr>
        <p:grpSpPr>
          <a:xfrm>
            <a:off x="719610" y="2243507"/>
            <a:ext cx="452798" cy="449473"/>
            <a:chOff x="-21322300" y="3693325"/>
            <a:chExt cx="306400" cy="304150"/>
          </a:xfrm>
        </p:grpSpPr>
        <p:sp>
          <p:nvSpPr>
            <p:cNvPr id="7804" name="Google Shape;7804;p62"/>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2"/>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2"/>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2"/>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62"/>
          <p:cNvGrpSpPr/>
          <p:nvPr/>
        </p:nvGrpSpPr>
        <p:grpSpPr>
          <a:xfrm>
            <a:off x="719019" y="2810244"/>
            <a:ext cx="453980" cy="422540"/>
            <a:chOff x="-21322300" y="4077125"/>
            <a:chExt cx="307200" cy="285925"/>
          </a:xfrm>
        </p:grpSpPr>
        <p:sp>
          <p:nvSpPr>
            <p:cNvPr id="7809" name="Google Shape;7809;p62"/>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2"/>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2"/>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2"/>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2"/>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2"/>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2"/>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2"/>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2"/>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2"/>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2"/>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2"/>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62"/>
          <p:cNvGrpSpPr/>
          <p:nvPr/>
        </p:nvGrpSpPr>
        <p:grpSpPr>
          <a:xfrm>
            <a:off x="3496195" y="1689128"/>
            <a:ext cx="451653" cy="450212"/>
            <a:chOff x="-19394200" y="3333800"/>
            <a:chExt cx="305625" cy="304650"/>
          </a:xfrm>
        </p:grpSpPr>
        <p:sp>
          <p:nvSpPr>
            <p:cNvPr id="7822" name="Google Shape;7822;p62"/>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2"/>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2"/>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2"/>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2"/>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2"/>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2"/>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2"/>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2"/>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62"/>
          <p:cNvGrpSpPr/>
          <p:nvPr/>
        </p:nvGrpSpPr>
        <p:grpSpPr>
          <a:xfrm>
            <a:off x="3495032" y="2243580"/>
            <a:ext cx="453980" cy="449325"/>
            <a:chOff x="-19396575" y="3708500"/>
            <a:chExt cx="307200" cy="304050"/>
          </a:xfrm>
        </p:grpSpPr>
        <p:sp>
          <p:nvSpPr>
            <p:cNvPr id="7832" name="Google Shape;7832;p62"/>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2"/>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2"/>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62"/>
          <p:cNvGrpSpPr/>
          <p:nvPr/>
        </p:nvGrpSpPr>
        <p:grpSpPr>
          <a:xfrm>
            <a:off x="3489212" y="2796461"/>
            <a:ext cx="465618" cy="450101"/>
            <a:chOff x="-19394200" y="4084200"/>
            <a:chExt cx="315075" cy="304575"/>
          </a:xfrm>
        </p:grpSpPr>
        <p:sp>
          <p:nvSpPr>
            <p:cNvPr id="7836" name="Google Shape;7836;p62"/>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2"/>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2"/>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2"/>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2"/>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2"/>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62"/>
          <p:cNvGrpSpPr/>
          <p:nvPr/>
        </p:nvGrpSpPr>
        <p:grpSpPr>
          <a:xfrm>
            <a:off x="6294923" y="1689001"/>
            <a:ext cx="400447" cy="450470"/>
            <a:chOff x="-17526750" y="3309200"/>
            <a:chExt cx="270975" cy="304825"/>
          </a:xfrm>
        </p:grpSpPr>
        <p:sp>
          <p:nvSpPr>
            <p:cNvPr id="7843" name="Google Shape;7843;p62"/>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2"/>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2"/>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2"/>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2"/>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62"/>
          <p:cNvGrpSpPr/>
          <p:nvPr/>
        </p:nvGrpSpPr>
        <p:grpSpPr>
          <a:xfrm>
            <a:off x="6271075" y="2244173"/>
            <a:ext cx="448143" cy="448143"/>
            <a:chOff x="-17542500" y="3684100"/>
            <a:chExt cx="303250" cy="303250"/>
          </a:xfrm>
        </p:grpSpPr>
        <p:sp>
          <p:nvSpPr>
            <p:cNvPr id="7849" name="Google Shape;7849;p62"/>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2"/>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2"/>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2"/>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2"/>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2"/>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2"/>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62"/>
          <p:cNvGrpSpPr/>
          <p:nvPr/>
        </p:nvGrpSpPr>
        <p:grpSpPr>
          <a:xfrm>
            <a:off x="6270484" y="2810817"/>
            <a:ext cx="449325" cy="421395"/>
            <a:chOff x="-17542500" y="4068450"/>
            <a:chExt cx="304050" cy="285150"/>
          </a:xfrm>
        </p:grpSpPr>
        <p:sp>
          <p:nvSpPr>
            <p:cNvPr id="7857" name="Google Shape;7857;p62"/>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2"/>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2"/>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2"/>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2"/>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2"/>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62"/>
          <p:cNvGrpSpPr/>
          <p:nvPr/>
        </p:nvGrpSpPr>
        <p:grpSpPr>
          <a:xfrm>
            <a:off x="3500906" y="3342211"/>
            <a:ext cx="343404" cy="449325"/>
            <a:chOff x="-15652200" y="3335975"/>
            <a:chExt cx="232375" cy="304050"/>
          </a:xfrm>
        </p:grpSpPr>
        <p:sp>
          <p:nvSpPr>
            <p:cNvPr id="7864" name="Google Shape;7864;p62"/>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2"/>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2"/>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2"/>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2"/>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2"/>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2"/>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2"/>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2"/>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62"/>
          <p:cNvGrpSpPr/>
          <p:nvPr/>
        </p:nvGrpSpPr>
        <p:grpSpPr>
          <a:xfrm>
            <a:off x="1274819" y="2243729"/>
            <a:ext cx="449325" cy="449030"/>
            <a:chOff x="-20945825" y="3692175"/>
            <a:chExt cx="304050" cy="303850"/>
          </a:xfrm>
        </p:grpSpPr>
        <p:sp>
          <p:nvSpPr>
            <p:cNvPr id="7874" name="Google Shape;7874;p62"/>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2"/>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2"/>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2"/>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62"/>
          <p:cNvGrpSpPr/>
          <p:nvPr/>
        </p:nvGrpSpPr>
        <p:grpSpPr>
          <a:xfrm>
            <a:off x="4081644" y="1689848"/>
            <a:ext cx="372516" cy="448771"/>
            <a:chOff x="-18994100" y="3334775"/>
            <a:chExt cx="252075" cy="303675"/>
          </a:xfrm>
        </p:grpSpPr>
        <p:sp>
          <p:nvSpPr>
            <p:cNvPr id="7879" name="Google Shape;7879;p62"/>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2"/>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2"/>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2"/>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62"/>
          <p:cNvGrpSpPr/>
          <p:nvPr/>
        </p:nvGrpSpPr>
        <p:grpSpPr>
          <a:xfrm>
            <a:off x="4096200" y="2244743"/>
            <a:ext cx="343404" cy="446998"/>
            <a:chOff x="-18983850" y="3710075"/>
            <a:chExt cx="232375" cy="302475"/>
          </a:xfrm>
        </p:grpSpPr>
        <p:sp>
          <p:nvSpPr>
            <p:cNvPr id="7884" name="Google Shape;7884;p62"/>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2"/>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2"/>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2"/>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62"/>
          <p:cNvGrpSpPr/>
          <p:nvPr/>
        </p:nvGrpSpPr>
        <p:grpSpPr>
          <a:xfrm>
            <a:off x="1274247" y="1689573"/>
            <a:ext cx="450470" cy="449325"/>
            <a:chOff x="-20946600" y="3317850"/>
            <a:chExt cx="304825" cy="304050"/>
          </a:xfrm>
        </p:grpSpPr>
        <p:sp>
          <p:nvSpPr>
            <p:cNvPr id="7889" name="Google Shape;7889;p62"/>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2"/>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2"/>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62"/>
          <p:cNvGrpSpPr/>
          <p:nvPr/>
        </p:nvGrpSpPr>
        <p:grpSpPr>
          <a:xfrm>
            <a:off x="1300422" y="2797442"/>
            <a:ext cx="398119" cy="448143"/>
            <a:chOff x="-20930075" y="4066100"/>
            <a:chExt cx="269400" cy="303250"/>
          </a:xfrm>
        </p:grpSpPr>
        <p:sp>
          <p:nvSpPr>
            <p:cNvPr id="7893" name="Google Shape;7893;p62"/>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2"/>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62"/>
          <p:cNvGrpSpPr/>
          <p:nvPr/>
        </p:nvGrpSpPr>
        <p:grpSpPr>
          <a:xfrm>
            <a:off x="4042667" y="2797422"/>
            <a:ext cx="450470" cy="448180"/>
            <a:chOff x="-19020075" y="4084200"/>
            <a:chExt cx="304825" cy="303275"/>
          </a:xfrm>
        </p:grpSpPr>
        <p:sp>
          <p:nvSpPr>
            <p:cNvPr id="7896" name="Google Shape;7896;p62"/>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2"/>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2"/>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2"/>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2"/>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2"/>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2"/>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2"/>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2"/>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62"/>
          <p:cNvGrpSpPr/>
          <p:nvPr/>
        </p:nvGrpSpPr>
        <p:grpSpPr>
          <a:xfrm>
            <a:off x="6859931" y="1689001"/>
            <a:ext cx="396937" cy="450470"/>
            <a:chOff x="-17149475" y="3309200"/>
            <a:chExt cx="268600" cy="304825"/>
          </a:xfrm>
        </p:grpSpPr>
        <p:sp>
          <p:nvSpPr>
            <p:cNvPr id="7906" name="Google Shape;7906;p62"/>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2"/>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62"/>
          <p:cNvGrpSpPr/>
          <p:nvPr/>
        </p:nvGrpSpPr>
        <p:grpSpPr>
          <a:xfrm>
            <a:off x="6833737" y="2258120"/>
            <a:ext cx="449325" cy="420249"/>
            <a:chOff x="-17168375" y="3692750"/>
            <a:chExt cx="304050" cy="284375"/>
          </a:xfrm>
        </p:grpSpPr>
        <p:sp>
          <p:nvSpPr>
            <p:cNvPr id="7909" name="Google Shape;7909;p62"/>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2"/>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2"/>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2"/>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2"/>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2"/>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2"/>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62"/>
          <p:cNvGrpSpPr/>
          <p:nvPr/>
        </p:nvGrpSpPr>
        <p:grpSpPr>
          <a:xfrm>
            <a:off x="6830246" y="2796852"/>
            <a:ext cx="456308" cy="449325"/>
            <a:chOff x="-17170750" y="4058800"/>
            <a:chExt cx="308775" cy="304050"/>
          </a:xfrm>
        </p:grpSpPr>
        <p:sp>
          <p:nvSpPr>
            <p:cNvPr id="7917" name="Google Shape;7917;p62"/>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2"/>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2"/>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2"/>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2"/>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2"/>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2"/>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2"/>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2"/>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2"/>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2"/>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2"/>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2"/>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2"/>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2"/>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2"/>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2"/>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62"/>
          <p:cNvGrpSpPr/>
          <p:nvPr/>
        </p:nvGrpSpPr>
        <p:grpSpPr>
          <a:xfrm>
            <a:off x="5692143" y="3343358"/>
            <a:ext cx="450470" cy="446998"/>
            <a:chOff x="-15688425" y="3707725"/>
            <a:chExt cx="304825" cy="302475"/>
          </a:xfrm>
        </p:grpSpPr>
        <p:sp>
          <p:nvSpPr>
            <p:cNvPr id="7935" name="Google Shape;7935;p62"/>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2"/>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2"/>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2"/>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2"/>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2"/>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62"/>
          <p:cNvGrpSpPr/>
          <p:nvPr/>
        </p:nvGrpSpPr>
        <p:grpSpPr>
          <a:xfrm>
            <a:off x="1836300" y="1690441"/>
            <a:ext cx="451653" cy="447589"/>
            <a:chOff x="-20572500" y="3319025"/>
            <a:chExt cx="305625" cy="302875"/>
          </a:xfrm>
        </p:grpSpPr>
        <p:sp>
          <p:nvSpPr>
            <p:cNvPr id="7942" name="Google Shape;7942;p62"/>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2"/>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62"/>
          <p:cNvGrpSpPr/>
          <p:nvPr/>
        </p:nvGrpSpPr>
        <p:grpSpPr>
          <a:xfrm>
            <a:off x="1837463" y="2305410"/>
            <a:ext cx="449325" cy="325670"/>
            <a:chOff x="-20571700" y="3722875"/>
            <a:chExt cx="304050" cy="220375"/>
          </a:xfrm>
        </p:grpSpPr>
        <p:sp>
          <p:nvSpPr>
            <p:cNvPr id="7945" name="Google Shape;7945;p62"/>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2"/>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2"/>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2"/>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2"/>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2"/>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2"/>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62"/>
          <p:cNvGrpSpPr/>
          <p:nvPr/>
        </p:nvGrpSpPr>
        <p:grpSpPr>
          <a:xfrm>
            <a:off x="1836891" y="2796278"/>
            <a:ext cx="450470" cy="450470"/>
            <a:chOff x="-20571700" y="4066875"/>
            <a:chExt cx="304825" cy="304825"/>
          </a:xfrm>
        </p:grpSpPr>
        <p:sp>
          <p:nvSpPr>
            <p:cNvPr id="7953" name="Google Shape;7953;p62"/>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2"/>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2"/>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2"/>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2"/>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2"/>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62"/>
          <p:cNvGrpSpPr/>
          <p:nvPr/>
        </p:nvGrpSpPr>
        <p:grpSpPr>
          <a:xfrm>
            <a:off x="4603593" y="1688259"/>
            <a:ext cx="453980" cy="451948"/>
            <a:chOff x="-18645175" y="3334200"/>
            <a:chExt cx="307200" cy="305825"/>
          </a:xfrm>
        </p:grpSpPr>
        <p:sp>
          <p:nvSpPr>
            <p:cNvPr id="7960" name="Google Shape;7960;p62"/>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2"/>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2"/>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2"/>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2"/>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62"/>
          <p:cNvGrpSpPr/>
          <p:nvPr/>
        </p:nvGrpSpPr>
        <p:grpSpPr>
          <a:xfrm>
            <a:off x="4604184" y="2242989"/>
            <a:ext cx="452798" cy="450507"/>
            <a:chOff x="-18645175" y="3708500"/>
            <a:chExt cx="306400" cy="304850"/>
          </a:xfrm>
        </p:grpSpPr>
        <p:sp>
          <p:nvSpPr>
            <p:cNvPr id="7966" name="Google Shape;7966;p62"/>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2"/>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2"/>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2"/>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2"/>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2"/>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2"/>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62"/>
          <p:cNvGrpSpPr/>
          <p:nvPr/>
        </p:nvGrpSpPr>
        <p:grpSpPr>
          <a:xfrm>
            <a:off x="4601857" y="2795630"/>
            <a:ext cx="457453" cy="451763"/>
            <a:chOff x="-18647525" y="4082625"/>
            <a:chExt cx="309550" cy="305700"/>
          </a:xfrm>
        </p:grpSpPr>
        <p:sp>
          <p:nvSpPr>
            <p:cNvPr id="7974" name="Google Shape;7974;p62"/>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2"/>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2"/>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2"/>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62"/>
          <p:cNvGrpSpPr/>
          <p:nvPr/>
        </p:nvGrpSpPr>
        <p:grpSpPr>
          <a:xfrm>
            <a:off x="7412241" y="1689592"/>
            <a:ext cx="395755" cy="449288"/>
            <a:chOff x="-16775350" y="3309200"/>
            <a:chExt cx="267800" cy="304025"/>
          </a:xfrm>
        </p:grpSpPr>
        <p:sp>
          <p:nvSpPr>
            <p:cNvPr id="7979" name="Google Shape;7979;p62"/>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2"/>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2"/>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62"/>
          <p:cNvGrpSpPr/>
          <p:nvPr/>
        </p:nvGrpSpPr>
        <p:grpSpPr>
          <a:xfrm>
            <a:off x="7412241" y="2241827"/>
            <a:ext cx="395755" cy="452835"/>
            <a:chOff x="-16775350" y="3683300"/>
            <a:chExt cx="267800" cy="306425"/>
          </a:xfrm>
        </p:grpSpPr>
        <p:sp>
          <p:nvSpPr>
            <p:cNvPr id="7983" name="Google Shape;7983;p62"/>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2"/>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2"/>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62"/>
          <p:cNvGrpSpPr/>
          <p:nvPr/>
        </p:nvGrpSpPr>
        <p:grpSpPr>
          <a:xfrm>
            <a:off x="7384292" y="2796870"/>
            <a:ext cx="451653" cy="449288"/>
            <a:chOff x="-16794250" y="4058225"/>
            <a:chExt cx="305625" cy="304025"/>
          </a:xfrm>
        </p:grpSpPr>
        <p:sp>
          <p:nvSpPr>
            <p:cNvPr id="7987" name="Google Shape;7987;p62"/>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2"/>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2"/>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2"/>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2"/>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2"/>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2"/>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2"/>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2"/>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6" name="Google Shape;7996;p62"/>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7" name="Google Shape;7997;p62"/>
          <p:cNvGrpSpPr/>
          <p:nvPr/>
        </p:nvGrpSpPr>
        <p:grpSpPr>
          <a:xfrm>
            <a:off x="2385709" y="1689573"/>
            <a:ext cx="457453" cy="449325"/>
            <a:chOff x="-20199150" y="3317850"/>
            <a:chExt cx="309550" cy="304050"/>
          </a:xfrm>
        </p:grpSpPr>
        <p:sp>
          <p:nvSpPr>
            <p:cNvPr id="7998" name="Google Shape;7998;p62"/>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2"/>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2"/>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2"/>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2"/>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2"/>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2"/>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62"/>
          <p:cNvGrpSpPr/>
          <p:nvPr/>
        </p:nvGrpSpPr>
        <p:grpSpPr>
          <a:xfrm>
            <a:off x="2388036" y="2242861"/>
            <a:ext cx="452798" cy="450766"/>
            <a:chOff x="-20199150" y="3693150"/>
            <a:chExt cx="306400" cy="305025"/>
          </a:xfrm>
        </p:grpSpPr>
        <p:sp>
          <p:nvSpPr>
            <p:cNvPr id="8006" name="Google Shape;8006;p62"/>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2"/>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2"/>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2"/>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2"/>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2"/>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62"/>
          <p:cNvGrpSpPr/>
          <p:nvPr/>
        </p:nvGrpSpPr>
        <p:grpSpPr>
          <a:xfrm>
            <a:off x="2388609" y="2795687"/>
            <a:ext cx="451653" cy="451653"/>
            <a:chOff x="-20197575" y="4066875"/>
            <a:chExt cx="305625" cy="305625"/>
          </a:xfrm>
        </p:grpSpPr>
        <p:sp>
          <p:nvSpPr>
            <p:cNvPr id="8013" name="Google Shape;8013;p62"/>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2"/>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2"/>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2"/>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2"/>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2"/>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2"/>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2"/>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62"/>
          <p:cNvGrpSpPr/>
          <p:nvPr/>
        </p:nvGrpSpPr>
        <p:grpSpPr>
          <a:xfrm>
            <a:off x="5170827" y="1687520"/>
            <a:ext cx="449325" cy="453426"/>
            <a:chOff x="-18271050" y="3333200"/>
            <a:chExt cx="304050" cy="306825"/>
          </a:xfrm>
        </p:grpSpPr>
        <p:sp>
          <p:nvSpPr>
            <p:cNvPr id="8022" name="Google Shape;8022;p62"/>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2"/>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2"/>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2"/>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2"/>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62"/>
          <p:cNvGrpSpPr/>
          <p:nvPr/>
        </p:nvGrpSpPr>
        <p:grpSpPr>
          <a:xfrm>
            <a:off x="5171399" y="2244171"/>
            <a:ext cx="448180" cy="448143"/>
            <a:chOff x="-18270275" y="3710875"/>
            <a:chExt cx="303275" cy="303250"/>
          </a:xfrm>
        </p:grpSpPr>
        <p:sp>
          <p:nvSpPr>
            <p:cNvPr id="8028" name="Google Shape;8028;p62"/>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2"/>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2"/>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2"/>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2"/>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2"/>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62"/>
          <p:cNvGrpSpPr/>
          <p:nvPr/>
        </p:nvGrpSpPr>
        <p:grpSpPr>
          <a:xfrm>
            <a:off x="5224951" y="2797422"/>
            <a:ext cx="341076" cy="448180"/>
            <a:chOff x="-18234025" y="4084200"/>
            <a:chExt cx="230800" cy="303275"/>
          </a:xfrm>
        </p:grpSpPr>
        <p:sp>
          <p:nvSpPr>
            <p:cNvPr id="8035" name="Google Shape;8035;p62"/>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2"/>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2"/>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62"/>
          <p:cNvGrpSpPr/>
          <p:nvPr/>
        </p:nvGrpSpPr>
        <p:grpSpPr>
          <a:xfrm>
            <a:off x="2337506" y="3341641"/>
            <a:ext cx="449325" cy="450470"/>
            <a:chOff x="-16419350" y="3308400"/>
            <a:chExt cx="304050" cy="304825"/>
          </a:xfrm>
        </p:grpSpPr>
        <p:sp>
          <p:nvSpPr>
            <p:cNvPr id="8039" name="Google Shape;8039;p62"/>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2"/>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2"/>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2"/>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2"/>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2"/>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2"/>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62"/>
          <p:cNvGrpSpPr/>
          <p:nvPr/>
        </p:nvGrpSpPr>
        <p:grpSpPr>
          <a:xfrm>
            <a:off x="4609062" y="3340423"/>
            <a:ext cx="395755" cy="452872"/>
            <a:chOff x="-16401225" y="3683275"/>
            <a:chExt cx="267800" cy="306450"/>
          </a:xfrm>
        </p:grpSpPr>
        <p:sp>
          <p:nvSpPr>
            <p:cNvPr id="8047" name="Google Shape;8047;p62"/>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2"/>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2"/>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2"/>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2"/>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2"/>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2"/>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62"/>
          <p:cNvGrpSpPr/>
          <p:nvPr/>
        </p:nvGrpSpPr>
        <p:grpSpPr>
          <a:xfrm>
            <a:off x="7974511" y="2797062"/>
            <a:ext cx="450470" cy="448180"/>
            <a:chOff x="-16419350" y="4058200"/>
            <a:chExt cx="304825" cy="303275"/>
          </a:xfrm>
        </p:grpSpPr>
        <p:sp>
          <p:nvSpPr>
            <p:cNvPr id="8055" name="Google Shape;8055;p62"/>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2"/>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2"/>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2"/>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2"/>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2"/>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2"/>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62"/>
          <p:cNvGrpSpPr/>
          <p:nvPr/>
        </p:nvGrpSpPr>
        <p:grpSpPr>
          <a:xfrm>
            <a:off x="4001398" y="3343080"/>
            <a:ext cx="450507" cy="447589"/>
            <a:chOff x="-15296200" y="3326900"/>
            <a:chExt cx="304850" cy="302875"/>
          </a:xfrm>
        </p:grpSpPr>
        <p:sp>
          <p:nvSpPr>
            <p:cNvPr id="8063" name="Google Shape;8063;p62"/>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2"/>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2"/>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2"/>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2"/>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62"/>
          <p:cNvGrpSpPr/>
          <p:nvPr/>
        </p:nvGrpSpPr>
        <p:grpSpPr>
          <a:xfrm>
            <a:off x="2917051" y="1706881"/>
            <a:ext cx="486566" cy="414708"/>
            <a:chOff x="-19835275" y="3330250"/>
            <a:chExt cx="329250" cy="280625"/>
          </a:xfrm>
        </p:grpSpPr>
        <p:sp>
          <p:nvSpPr>
            <p:cNvPr id="8069" name="Google Shape;8069;p62"/>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2"/>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2"/>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62"/>
          <p:cNvGrpSpPr/>
          <p:nvPr/>
        </p:nvGrpSpPr>
        <p:grpSpPr>
          <a:xfrm>
            <a:off x="2935080" y="2243470"/>
            <a:ext cx="450507" cy="449547"/>
            <a:chOff x="-19822675" y="3692750"/>
            <a:chExt cx="304850" cy="304200"/>
          </a:xfrm>
        </p:grpSpPr>
        <p:sp>
          <p:nvSpPr>
            <p:cNvPr id="8073" name="Google Shape;8073;p62"/>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2"/>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2"/>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2"/>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2"/>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62"/>
          <p:cNvGrpSpPr/>
          <p:nvPr/>
        </p:nvGrpSpPr>
        <p:grpSpPr>
          <a:xfrm>
            <a:off x="2935672" y="2796278"/>
            <a:ext cx="449325" cy="450470"/>
            <a:chOff x="-19822675" y="4066875"/>
            <a:chExt cx="304050" cy="304825"/>
          </a:xfrm>
        </p:grpSpPr>
        <p:sp>
          <p:nvSpPr>
            <p:cNvPr id="8079" name="Google Shape;8079;p62"/>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2"/>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2"/>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2"/>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2"/>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2"/>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62"/>
          <p:cNvGrpSpPr/>
          <p:nvPr/>
        </p:nvGrpSpPr>
        <p:grpSpPr>
          <a:xfrm>
            <a:off x="5744740" y="1689571"/>
            <a:ext cx="399302" cy="449325"/>
            <a:chOff x="-17878825" y="3334400"/>
            <a:chExt cx="270200" cy="304050"/>
          </a:xfrm>
        </p:grpSpPr>
        <p:sp>
          <p:nvSpPr>
            <p:cNvPr id="8086" name="Google Shape;8086;p62"/>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2"/>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2"/>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2"/>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2"/>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2"/>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2"/>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62"/>
          <p:cNvGrpSpPr/>
          <p:nvPr/>
        </p:nvGrpSpPr>
        <p:grpSpPr>
          <a:xfrm>
            <a:off x="5718565" y="2242416"/>
            <a:ext cx="451653" cy="451653"/>
            <a:chOff x="-17896150" y="3709300"/>
            <a:chExt cx="305625" cy="305625"/>
          </a:xfrm>
        </p:grpSpPr>
        <p:sp>
          <p:nvSpPr>
            <p:cNvPr id="8094" name="Google Shape;8094;p62"/>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2"/>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2"/>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2"/>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62"/>
          <p:cNvGrpSpPr/>
          <p:nvPr/>
        </p:nvGrpSpPr>
        <p:grpSpPr>
          <a:xfrm>
            <a:off x="5746495" y="2795686"/>
            <a:ext cx="395792" cy="451653"/>
            <a:chOff x="-17878025" y="4082625"/>
            <a:chExt cx="267825" cy="305625"/>
          </a:xfrm>
        </p:grpSpPr>
        <p:sp>
          <p:nvSpPr>
            <p:cNvPr id="8099" name="Google Shape;8099;p62"/>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2"/>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2"/>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2"/>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2"/>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2"/>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2"/>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62"/>
          <p:cNvGrpSpPr/>
          <p:nvPr/>
        </p:nvGrpSpPr>
        <p:grpSpPr>
          <a:xfrm>
            <a:off x="2890388" y="3355015"/>
            <a:ext cx="450507" cy="423722"/>
            <a:chOff x="-16044450" y="3317850"/>
            <a:chExt cx="304850" cy="286725"/>
          </a:xfrm>
        </p:grpSpPr>
        <p:sp>
          <p:nvSpPr>
            <p:cNvPr id="8107" name="Google Shape;8107;p62"/>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2"/>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2"/>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2"/>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1" name="Google Shape;8111;p62"/>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2" name="Google Shape;8112;p62"/>
          <p:cNvGrpSpPr/>
          <p:nvPr/>
        </p:nvGrpSpPr>
        <p:grpSpPr>
          <a:xfrm>
            <a:off x="8012905" y="2243724"/>
            <a:ext cx="373662" cy="449030"/>
            <a:chOff x="-16018450" y="4058400"/>
            <a:chExt cx="252850" cy="303850"/>
          </a:xfrm>
        </p:grpSpPr>
        <p:sp>
          <p:nvSpPr>
            <p:cNvPr id="8113" name="Google Shape;8113;p62"/>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2"/>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2"/>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2"/>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7" name="Google Shape;8117;p62"/>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22" name="Shape 8122"/>
        <p:cNvGrpSpPr/>
        <p:nvPr/>
      </p:nvGrpSpPr>
      <p:grpSpPr>
        <a:xfrm>
          <a:off x="0" y="0"/>
          <a:ext cx="0" cy="0"/>
          <a:chOff x="0" y="0"/>
          <a:chExt cx="0" cy="0"/>
        </a:xfrm>
      </p:grpSpPr>
      <p:grpSp>
        <p:nvGrpSpPr>
          <p:cNvPr id="8123" name="Google Shape;8123;p63"/>
          <p:cNvGrpSpPr/>
          <p:nvPr/>
        </p:nvGrpSpPr>
        <p:grpSpPr>
          <a:xfrm>
            <a:off x="829817" y="1689241"/>
            <a:ext cx="442337" cy="419623"/>
            <a:chOff x="-6696925" y="3272575"/>
            <a:chExt cx="307200" cy="291425"/>
          </a:xfrm>
        </p:grpSpPr>
        <p:sp>
          <p:nvSpPr>
            <p:cNvPr id="8124" name="Google Shape;8124;p63"/>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3"/>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63"/>
          <p:cNvGrpSpPr/>
          <p:nvPr/>
        </p:nvGrpSpPr>
        <p:grpSpPr>
          <a:xfrm>
            <a:off x="829799" y="2204636"/>
            <a:ext cx="442373" cy="420775"/>
            <a:chOff x="-6690625" y="3631325"/>
            <a:chExt cx="307225" cy="292225"/>
          </a:xfrm>
        </p:grpSpPr>
        <p:sp>
          <p:nvSpPr>
            <p:cNvPr id="8127" name="Google Shape;8127;p63"/>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3"/>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3"/>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3"/>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3"/>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63"/>
          <p:cNvGrpSpPr/>
          <p:nvPr/>
        </p:nvGrpSpPr>
        <p:grpSpPr>
          <a:xfrm>
            <a:off x="851921" y="2756972"/>
            <a:ext cx="421927" cy="419371"/>
            <a:chOff x="-6689825" y="3992050"/>
            <a:chExt cx="293025" cy="291250"/>
          </a:xfrm>
        </p:grpSpPr>
        <p:sp>
          <p:nvSpPr>
            <p:cNvPr id="8133" name="Google Shape;8133;p63"/>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3"/>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3"/>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3"/>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3"/>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3"/>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3"/>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3"/>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3"/>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3"/>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3"/>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3"/>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5" name="Google Shape;8145;p63"/>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6" name="Google Shape;8146;p63"/>
          <p:cNvGrpSpPr/>
          <p:nvPr/>
        </p:nvGrpSpPr>
        <p:grpSpPr>
          <a:xfrm>
            <a:off x="3535232" y="2205192"/>
            <a:ext cx="423043" cy="419659"/>
            <a:chOff x="-4837325" y="3612425"/>
            <a:chExt cx="293800" cy="291450"/>
          </a:xfrm>
        </p:grpSpPr>
        <p:sp>
          <p:nvSpPr>
            <p:cNvPr id="8147" name="Google Shape;8147;p63"/>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3"/>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3"/>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63"/>
          <p:cNvGrpSpPr/>
          <p:nvPr/>
        </p:nvGrpSpPr>
        <p:grpSpPr>
          <a:xfrm>
            <a:off x="3548265" y="2756826"/>
            <a:ext cx="420775" cy="419659"/>
            <a:chOff x="-4837325" y="3971575"/>
            <a:chExt cx="292225" cy="291450"/>
          </a:xfrm>
        </p:grpSpPr>
        <p:sp>
          <p:nvSpPr>
            <p:cNvPr id="8151" name="Google Shape;8151;p63"/>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3"/>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3"/>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3"/>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3"/>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3"/>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63"/>
          <p:cNvGrpSpPr/>
          <p:nvPr/>
        </p:nvGrpSpPr>
        <p:grpSpPr>
          <a:xfrm>
            <a:off x="6240279" y="1714185"/>
            <a:ext cx="430998" cy="369730"/>
            <a:chOff x="-3037625" y="3254850"/>
            <a:chExt cx="299325" cy="256775"/>
          </a:xfrm>
        </p:grpSpPr>
        <p:sp>
          <p:nvSpPr>
            <p:cNvPr id="8158" name="Google Shape;8158;p63"/>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3"/>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3"/>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3"/>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63"/>
          <p:cNvGrpSpPr/>
          <p:nvPr/>
        </p:nvGrpSpPr>
        <p:grpSpPr>
          <a:xfrm>
            <a:off x="6244239" y="2204615"/>
            <a:ext cx="423079" cy="420811"/>
            <a:chOff x="-3031325" y="3597450"/>
            <a:chExt cx="293825" cy="292250"/>
          </a:xfrm>
        </p:grpSpPr>
        <p:sp>
          <p:nvSpPr>
            <p:cNvPr id="8163" name="Google Shape;8163;p63"/>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3"/>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3"/>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3"/>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63"/>
          <p:cNvGrpSpPr/>
          <p:nvPr/>
        </p:nvGrpSpPr>
        <p:grpSpPr>
          <a:xfrm>
            <a:off x="6256714" y="2781214"/>
            <a:ext cx="421927" cy="370882"/>
            <a:chOff x="-3030525" y="3973150"/>
            <a:chExt cx="293025" cy="257575"/>
          </a:xfrm>
        </p:grpSpPr>
        <p:sp>
          <p:nvSpPr>
            <p:cNvPr id="8168" name="Google Shape;8168;p63"/>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3"/>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63"/>
          <p:cNvGrpSpPr/>
          <p:nvPr/>
        </p:nvGrpSpPr>
        <p:grpSpPr>
          <a:xfrm>
            <a:off x="1358307" y="3369426"/>
            <a:ext cx="421927" cy="297195"/>
            <a:chOff x="-1199300" y="3279250"/>
            <a:chExt cx="293025" cy="206400"/>
          </a:xfrm>
        </p:grpSpPr>
        <p:sp>
          <p:nvSpPr>
            <p:cNvPr id="8171" name="Google Shape;8171;p63"/>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3"/>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3"/>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3"/>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63"/>
          <p:cNvGrpSpPr/>
          <p:nvPr/>
        </p:nvGrpSpPr>
        <p:grpSpPr>
          <a:xfrm>
            <a:off x="1365393" y="1688773"/>
            <a:ext cx="444605" cy="420559"/>
            <a:chOff x="-6338550" y="3272950"/>
            <a:chExt cx="308775" cy="292075"/>
          </a:xfrm>
        </p:grpSpPr>
        <p:sp>
          <p:nvSpPr>
            <p:cNvPr id="8176" name="Google Shape;8176;p63"/>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3"/>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3"/>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63"/>
          <p:cNvGrpSpPr/>
          <p:nvPr/>
        </p:nvGrpSpPr>
        <p:grpSpPr>
          <a:xfrm>
            <a:off x="1376732" y="2205194"/>
            <a:ext cx="421927" cy="419659"/>
            <a:chOff x="-6329100" y="3632100"/>
            <a:chExt cx="293025" cy="291450"/>
          </a:xfrm>
        </p:grpSpPr>
        <p:sp>
          <p:nvSpPr>
            <p:cNvPr id="8180" name="Google Shape;8180;p63"/>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3"/>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3"/>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63"/>
          <p:cNvGrpSpPr/>
          <p:nvPr/>
        </p:nvGrpSpPr>
        <p:grpSpPr>
          <a:xfrm>
            <a:off x="1389783" y="2756828"/>
            <a:ext cx="419623" cy="419659"/>
            <a:chOff x="-6329875" y="3992050"/>
            <a:chExt cx="291425" cy="291450"/>
          </a:xfrm>
        </p:grpSpPr>
        <p:sp>
          <p:nvSpPr>
            <p:cNvPr id="8184" name="Google Shape;8184;p63"/>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3"/>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3"/>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3"/>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63"/>
          <p:cNvGrpSpPr/>
          <p:nvPr/>
        </p:nvGrpSpPr>
        <p:grpSpPr>
          <a:xfrm>
            <a:off x="4075920" y="1687530"/>
            <a:ext cx="423079" cy="423043"/>
            <a:chOff x="-4478975" y="3251700"/>
            <a:chExt cx="293825" cy="293800"/>
          </a:xfrm>
        </p:grpSpPr>
        <p:sp>
          <p:nvSpPr>
            <p:cNvPr id="8189" name="Google Shape;8189;p63"/>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3"/>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3"/>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63"/>
          <p:cNvGrpSpPr/>
          <p:nvPr/>
        </p:nvGrpSpPr>
        <p:grpSpPr>
          <a:xfrm>
            <a:off x="4075920" y="2205192"/>
            <a:ext cx="423079" cy="419659"/>
            <a:chOff x="-4475825" y="3612425"/>
            <a:chExt cx="293825" cy="291450"/>
          </a:xfrm>
        </p:grpSpPr>
        <p:sp>
          <p:nvSpPr>
            <p:cNvPr id="8193" name="Google Shape;8193;p63"/>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3"/>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3"/>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63"/>
          <p:cNvGrpSpPr/>
          <p:nvPr/>
        </p:nvGrpSpPr>
        <p:grpSpPr>
          <a:xfrm>
            <a:off x="4084992" y="2756844"/>
            <a:ext cx="428730" cy="419623"/>
            <a:chOff x="-4480550" y="3970800"/>
            <a:chExt cx="297750" cy="291425"/>
          </a:xfrm>
        </p:grpSpPr>
        <p:sp>
          <p:nvSpPr>
            <p:cNvPr id="8197" name="Google Shape;8197;p63"/>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3"/>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63"/>
          <p:cNvGrpSpPr/>
          <p:nvPr/>
        </p:nvGrpSpPr>
        <p:grpSpPr>
          <a:xfrm>
            <a:off x="6788826" y="1689221"/>
            <a:ext cx="415123" cy="419659"/>
            <a:chOff x="-2668225" y="3239075"/>
            <a:chExt cx="288300" cy="291450"/>
          </a:xfrm>
        </p:grpSpPr>
        <p:sp>
          <p:nvSpPr>
            <p:cNvPr id="8200" name="Google Shape;8200;p63"/>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3"/>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3"/>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3"/>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3"/>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63"/>
          <p:cNvGrpSpPr/>
          <p:nvPr/>
        </p:nvGrpSpPr>
        <p:grpSpPr>
          <a:xfrm>
            <a:off x="6785982" y="2205191"/>
            <a:ext cx="420811" cy="419659"/>
            <a:chOff x="-2671375" y="3597450"/>
            <a:chExt cx="292250" cy="291450"/>
          </a:xfrm>
        </p:grpSpPr>
        <p:sp>
          <p:nvSpPr>
            <p:cNvPr id="8206" name="Google Shape;8206;p63"/>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3"/>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63"/>
          <p:cNvGrpSpPr/>
          <p:nvPr/>
        </p:nvGrpSpPr>
        <p:grpSpPr>
          <a:xfrm>
            <a:off x="6796765" y="2755691"/>
            <a:ext cx="423043" cy="421927"/>
            <a:chOff x="-2670575" y="3956600"/>
            <a:chExt cx="293800" cy="293025"/>
          </a:xfrm>
        </p:grpSpPr>
        <p:sp>
          <p:nvSpPr>
            <p:cNvPr id="8209" name="Google Shape;8209;p63"/>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3"/>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3"/>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3"/>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63"/>
          <p:cNvGrpSpPr/>
          <p:nvPr/>
        </p:nvGrpSpPr>
        <p:grpSpPr>
          <a:xfrm>
            <a:off x="3054285" y="3311947"/>
            <a:ext cx="426462" cy="418363"/>
            <a:chOff x="-1183550" y="3586525"/>
            <a:chExt cx="296175" cy="290550"/>
          </a:xfrm>
        </p:grpSpPr>
        <p:sp>
          <p:nvSpPr>
            <p:cNvPr id="8214" name="Google Shape;8214;p63"/>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3"/>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3"/>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3"/>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3"/>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3"/>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3"/>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3"/>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3"/>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63"/>
          <p:cNvGrpSpPr/>
          <p:nvPr/>
        </p:nvGrpSpPr>
        <p:grpSpPr>
          <a:xfrm>
            <a:off x="1917896" y="1689799"/>
            <a:ext cx="420811" cy="418507"/>
            <a:chOff x="-5971525" y="3273750"/>
            <a:chExt cx="292250" cy="290650"/>
          </a:xfrm>
        </p:grpSpPr>
        <p:sp>
          <p:nvSpPr>
            <p:cNvPr id="8224" name="Google Shape;8224;p63"/>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3"/>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63"/>
          <p:cNvGrpSpPr/>
          <p:nvPr/>
        </p:nvGrpSpPr>
        <p:grpSpPr>
          <a:xfrm>
            <a:off x="1912226" y="2203826"/>
            <a:ext cx="432150" cy="422395"/>
            <a:chOff x="-5974675" y="3632100"/>
            <a:chExt cx="300125" cy="293350"/>
          </a:xfrm>
        </p:grpSpPr>
        <p:sp>
          <p:nvSpPr>
            <p:cNvPr id="8227" name="Google Shape;8227;p63"/>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3"/>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3"/>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63"/>
          <p:cNvGrpSpPr/>
          <p:nvPr/>
        </p:nvGrpSpPr>
        <p:grpSpPr>
          <a:xfrm>
            <a:off x="1942267" y="2755694"/>
            <a:ext cx="395865" cy="421927"/>
            <a:chOff x="-5971525" y="3990475"/>
            <a:chExt cx="274925" cy="293025"/>
          </a:xfrm>
        </p:grpSpPr>
        <p:sp>
          <p:nvSpPr>
            <p:cNvPr id="8231" name="Google Shape;8231;p63"/>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3"/>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3"/>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3"/>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63"/>
          <p:cNvGrpSpPr/>
          <p:nvPr/>
        </p:nvGrpSpPr>
        <p:grpSpPr>
          <a:xfrm>
            <a:off x="4615473" y="1689798"/>
            <a:ext cx="420775" cy="418507"/>
            <a:chOff x="-4118225" y="3253275"/>
            <a:chExt cx="292225" cy="290650"/>
          </a:xfrm>
        </p:grpSpPr>
        <p:sp>
          <p:nvSpPr>
            <p:cNvPr id="8236" name="Google Shape;8236;p63"/>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3"/>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8" name="Google Shape;8238;p63"/>
          <p:cNvGrpSpPr/>
          <p:nvPr/>
        </p:nvGrpSpPr>
        <p:grpSpPr>
          <a:xfrm>
            <a:off x="4665924" y="2204922"/>
            <a:ext cx="319874" cy="420199"/>
            <a:chOff x="-4082800" y="3612425"/>
            <a:chExt cx="222150" cy="291825"/>
          </a:xfrm>
        </p:grpSpPr>
        <p:sp>
          <p:nvSpPr>
            <p:cNvPr id="8239" name="Google Shape;8239;p63"/>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3"/>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3"/>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63"/>
          <p:cNvGrpSpPr/>
          <p:nvPr/>
        </p:nvGrpSpPr>
        <p:grpSpPr>
          <a:xfrm>
            <a:off x="4627372" y="2769876"/>
            <a:ext cx="420775" cy="393561"/>
            <a:chOff x="-4118225" y="3990475"/>
            <a:chExt cx="292225" cy="273325"/>
          </a:xfrm>
        </p:grpSpPr>
        <p:sp>
          <p:nvSpPr>
            <p:cNvPr id="8243" name="Google Shape;8243;p63"/>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3"/>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3"/>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3"/>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7" name="Google Shape;8247;p63"/>
          <p:cNvGrpSpPr/>
          <p:nvPr/>
        </p:nvGrpSpPr>
        <p:grpSpPr>
          <a:xfrm>
            <a:off x="7338026" y="1688087"/>
            <a:ext cx="394713" cy="421927"/>
            <a:chOff x="-2312225" y="3238300"/>
            <a:chExt cx="274125" cy="293025"/>
          </a:xfrm>
        </p:grpSpPr>
        <p:sp>
          <p:nvSpPr>
            <p:cNvPr id="8248" name="Google Shape;8248;p63"/>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3"/>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63"/>
          <p:cNvGrpSpPr/>
          <p:nvPr/>
        </p:nvGrpSpPr>
        <p:grpSpPr>
          <a:xfrm>
            <a:off x="7335742" y="2756825"/>
            <a:ext cx="423079" cy="419659"/>
            <a:chOff x="-2310650" y="3958175"/>
            <a:chExt cx="293825" cy="291450"/>
          </a:xfrm>
        </p:grpSpPr>
        <p:sp>
          <p:nvSpPr>
            <p:cNvPr id="8251" name="Google Shape;8251;p63"/>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3"/>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3" name="Google Shape;8253;p63"/>
          <p:cNvGrpSpPr/>
          <p:nvPr/>
        </p:nvGrpSpPr>
        <p:grpSpPr>
          <a:xfrm>
            <a:off x="4702603" y="3308459"/>
            <a:ext cx="424159" cy="419659"/>
            <a:chOff x="-1182750" y="3962900"/>
            <a:chExt cx="294575" cy="291450"/>
          </a:xfrm>
        </p:grpSpPr>
        <p:sp>
          <p:nvSpPr>
            <p:cNvPr id="8254" name="Google Shape;8254;p63"/>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3"/>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3"/>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3"/>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3"/>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3"/>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3"/>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63"/>
          <p:cNvGrpSpPr/>
          <p:nvPr/>
        </p:nvGrpSpPr>
        <p:grpSpPr>
          <a:xfrm>
            <a:off x="2455739" y="1689223"/>
            <a:ext cx="424195" cy="419659"/>
            <a:chOff x="-5611575" y="3272950"/>
            <a:chExt cx="294600" cy="291450"/>
          </a:xfrm>
        </p:grpSpPr>
        <p:sp>
          <p:nvSpPr>
            <p:cNvPr id="8262" name="Google Shape;8262;p63"/>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3"/>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3"/>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3"/>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3"/>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63"/>
          <p:cNvGrpSpPr/>
          <p:nvPr/>
        </p:nvGrpSpPr>
        <p:grpSpPr>
          <a:xfrm>
            <a:off x="2455739" y="2205770"/>
            <a:ext cx="424195" cy="418507"/>
            <a:chOff x="-5613150" y="3632900"/>
            <a:chExt cx="294600" cy="290650"/>
          </a:xfrm>
        </p:grpSpPr>
        <p:sp>
          <p:nvSpPr>
            <p:cNvPr id="8268" name="Google Shape;8268;p63"/>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3"/>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63"/>
          <p:cNvGrpSpPr/>
          <p:nvPr/>
        </p:nvGrpSpPr>
        <p:grpSpPr>
          <a:xfrm>
            <a:off x="7324977" y="2153586"/>
            <a:ext cx="420811" cy="522864"/>
            <a:chOff x="-2310650" y="3525775"/>
            <a:chExt cx="292250" cy="363125"/>
          </a:xfrm>
        </p:grpSpPr>
        <p:sp>
          <p:nvSpPr>
            <p:cNvPr id="8271" name="Google Shape;8271;p63"/>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3"/>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3"/>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5" name="Google Shape;8275;p63"/>
          <p:cNvGrpSpPr/>
          <p:nvPr/>
        </p:nvGrpSpPr>
        <p:grpSpPr>
          <a:xfrm>
            <a:off x="2467638" y="2756270"/>
            <a:ext cx="424195" cy="420775"/>
            <a:chOff x="-5613150" y="3991275"/>
            <a:chExt cx="294600" cy="292225"/>
          </a:xfrm>
        </p:grpSpPr>
        <p:sp>
          <p:nvSpPr>
            <p:cNvPr id="8276" name="Google Shape;8276;p63"/>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3"/>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3"/>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3"/>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3"/>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63"/>
          <p:cNvGrpSpPr/>
          <p:nvPr/>
        </p:nvGrpSpPr>
        <p:grpSpPr>
          <a:xfrm>
            <a:off x="5139126" y="1689438"/>
            <a:ext cx="434634" cy="419227"/>
            <a:chOff x="-3768700" y="3253275"/>
            <a:chExt cx="301850" cy="291150"/>
          </a:xfrm>
        </p:grpSpPr>
        <p:sp>
          <p:nvSpPr>
            <p:cNvPr id="8286" name="Google Shape;8286;p63"/>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3"/>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3"/>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63"/>
          <p:cNvGrpSpPr/>
          <p:nvPr/>
        </p:nvGrpSpPr>
        <p:grpSpPr>
          <a:xfrm>
            <a:off x="5143209" y="2217090"/>
            <a:ext cx="426462" cy="395865"/>
            <a:chOff x="-3808700" y="3628950"/>
            <a:chExt cx="296175" cy="274925"/>
          </a:xfrm>
        </p:grpSpPr>
        <p:sp>
          <p:nvSpPr>
            <p:cNvPr id="8290" name="Google Shape;8290;p63"/>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3"/>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3"/>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63"/>
          <p:cNvGrpSpPr/>
          <p:nvPr/>
        </p:nvGrpSpPr>
        <p:grpSpPr>
          <a:xfrm>
            <a:off x="5208420" y="2756412"/>
            <a:ext cx="419443" cy="420487"/>
            <a:chOff x="-3771675" y="3971775"/>
            <a:chExt cx="291300" cy="292025"/>
          </a:xfrm>
        </p:grpSpPr>
        <p:sp>
          <p:nvSpPr>
            <p:cNvPr id="8294" name="Google Shape;8294;p63"/>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3"/>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3"/>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3"/>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3"/>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63"/>
          <p:cNvGrpSpPr/>
          <p:nvPr/>
        </p:nvGrpSpPr>
        <p:grpSpPr>
          <a:xfrm>
            <a:off x="7869864" y="1716461"/>
            <a:ext cx="420271" cy="320774"/>
            <a:chOff x="-1951475" y="3273100"/>
            <a:chExt cx="291875" cy="222775"/>
          </a:xfrm>
        </p:grpSpPr>
        <p:sp>
          <p:nvSpPr>
            <p:cNvPr id="8300" name="Google Shape;8300;p63"/>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3"/>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3"/>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63"/>
          <p:cNvGrpSpPr/>
          <p:nvPr/>
        </p:nvGrpSpPr>
        <p:grpSpPr>
          <a:xfrm>
            <a:off x="7867344" y="2205191"/>
            <a:ext cx="425310" cy="419659"/>
            <a:chOff x="-1951475" y="3597450"/>
            <a:chExt cx="295375" cy="291450"/>
          </a:xfrm>
        </p:grpSpPr>
        <p:sp>
          <p:nvSpPr>
            <p:cNvPr id="8304" name="Google Shape;8304;p63"/>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3"/>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3"/>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3"/>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63"/>
          <p:cNvGrpSpPr/>
          <p:nvPr/>
        </p:nvGrpSpPr>
        <p:grpSpPr>
          <a:xfrm>
            <a:off x="7869595" y="2756825"/>
            <a:ext cx="444605" cy="419659"/>
            <a:chOff x="-1960150" y="3956600"/>
            <a:chExt cx="308775" cy="291450"/>
          </a:xfrm>
        </p:grpSpPr>
        <p:sp>
          <p:nvSpPr>
            <p:cNvPr id="8309" name="Google Shape;8309;p63"/>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3"/>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63"/>
          <p:cNvGrpSpPr/>
          <p:nvPr/>
        </p:nvGrpSpPr>
        <p:grpSpPr>
          <a:xfrm>
            <a:off x="1923633" y="3307636"/>
            <a:ext cx="420775" cy="420775"/>
            <a:chOff x="-804700" y="3226500"/>
            <a:chExt cx="292225" cy="292225"/>
          </a:xfrm>
        </p:grpSpPr>
        <p:sp>
          <p:nvSpPr>
            <p:cNvPr id="8312" name="Google Shape;8312;p63"/>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3"/>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3"/>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3"/>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3"/>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3"/>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3"/>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63"/>
          <p:cNvGrpSpPr/>
          <p:nvPr/>
        </p:nvGrpSpPr>
        <p:grpSpPr>
          <a:xfrm>
            <a:off x="3003724" y="1688647"/>
            <a:ext cx="420775" cy="420811"/>
            <a:chOff x="-5251625" y="3272950"/>
            <a:chExt cx="292225" cy="292250"/>
          </a:xfrm>
        </p:grpSpPr>
        <p:sp>
          <p:nvSpPr>
            <p:cNvPr id="8320" name="Google Shape;8320;p63"/>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3"/>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3"/>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63"/>
          <p:cNvGrpSpPr/>
          <p:nvPr/>
        </p:nvGrpSpPr>
        <p:grpSpPr>
          <a:xfrm>
            <a:off x="3000322" y="2204348"/>
            <a:ext cx="427578" cy="421351"/>
            <a:chOff x="-5254775" y="3631325"/>
            <a:chExt cx="296950" cy="292625"/>
          </a:xfrm>
        </p:grpSpPr>
        <p:sp>
          <p:nvSpPr>
            <p:cNvPr id="8324" name="Google Shape;8324;p63"/>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3"/>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3"/>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3"/>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3"/>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3"/>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3"/>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63"/>
          <p:cNvGrpSpPr/>
          <p:nvPr/>
        </p:nvGrpSpPr>
        <p:grpSpPr>
          <a:xfrm>
            <a:off x="3016181" y="2756270"/>
            <a:ext cx="419659" cy="420775"/>
            <a:chOff x="-5251625" y="3991275"/>
            <a:chExt cx="291450" cy="292225"/>
          </a:xfrm>
        </p:grpSpPr>
        <p:sp>
          <p:nvSpPr>
            <p:cNvPr id="8332" name="Google Shape;8332;p63"/>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3"/>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3"/>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3"/>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3"/>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63"/>
          <p:cNvGrpSpPr/>
          <p:nvPr/>
        </p:nvGrpSpPr>
        <p:grpSpPr>
          <a:xfrm>
            <a:off x="5756763" y="1689240"/>
            <a:ext cx="319874" cy="419623"/>
            <a:chOff x="-3365275" y="3253275"/>
            <a:chExt cx="222150" cy="291425"/>
          </a:xfrm>
        </p:grpSpPr>
        <p:sp>
          <p:nvSpPr>
            <p:cNvPr id="8338" name="Google Shape;8338;p63"/>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3"/>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63"/>
          <p:cNvGrpSpPr/>
          <p:nvPr/>
        </p:nvGrpSpPr>
        <p:grpSpPr>
          <a:xfrm>
            <a:off x="5730701" y="2204058"/>
            <a:ext cx="371998" cy="421927"/>
            <a:chOff x="-3383375" y="3611625"/>
            <a:chExt cx="258350" cy="293025"/>
          </a:xfrm>
        </p:grpSpPr>
        <p:sp>
          <p:nvSpPr>
            <p:cNvPr id="8341" name="Google Shape;8341;p63"/>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3"/>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63"/>
          <p:cNvGrpSpPr/>
          <p:nvPr/>
        </p:nvGrpSpPr>
        <p:grpSpPr>
          <a:xfrm>
            <a:off x="5793050" y="2756826"/>
            <a:ext cx="271097" cy="419659"/>
            <a:chOff x="-3347950" y="3971575"/>
            <a:chExt cx="188275" cy="291450"/>
          </a:xfrm>
        </p:grpSpPr>
        <p:sp>
          <p:nvSpPr>
            <p:cNvPr id="8344" name="Google Shape;8344;p63"/>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3"/>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3"/>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63"/>
          <p:cNvGrpSpPr/>
          <p:nvPr/>
        </p:nvGrpSpPr>
        <p:grpSpPr>
          <a:xfrm>
            <a:off x="842909" y="3307061"/>
            <a:ext cx="371998" cy="421927"/>
            <a:chOff x="-1575775" y="3238300"/>
            <a:chExt cx="258350" cy="293025"/>
          </a:xfrm>
        </p:grpSpPr>
        <p:sp>
          <p:nvSpPr>
            <p:cNvPr id="8348" name="Google Shape;8348;p63"/>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3"/>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3"/>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3"/>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3"/>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63"/>
          <p:cNvGrpSpPr/>
          <p:nvPr/>
        </p:nvGrpSpPr>
        <p:grpSpPr>
          <a:xfrm>
            <a:off x="2487807" y="3309051"/>
            <a:ext cx="423079" cy="424159"/>
            <a:chOff x="-1591550" y="3597475"/>
            <a:chExt cx="293825" cy="294575"/>
          </a:xfrm>
        </p:grpSpPr>
        <p:sp>
          <p:nvSpPr>
            <p:cNvPr id="8354" name="Google Shape;8354;p63"/>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3"/>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3"/>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63"/>
          <p:cNvGrpSpPr/>
          <p:nvPr/>
        </p:nvGrpSpPr>
        <p:grpSpPr>
          <a:xfrm>
            <a:off x="4137277" y="3318663"/>
            <a:ext cx="421927" cy="399248"/>
            <a:chOff x="-1592325" y="3957400"/>
            <a:chExt cx="293025" cy="277275"/>
          </a:xfrm>
        </p:grpSpPr>
        <p:sp>
          <p:nvSpPr>
            <p:cNvPr id="8358" name="Google Shape;8358;p63"/>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3"/>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3"/>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3"/>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63"/>
          <p:cNvGrpSpPr/>
          <p:nvPr/>
        </p:nvGrpSpPr>
        <p:grpSpPr>
          <a:xfrm>
            <a:off x="3624147" y="3310744"/>
            <a:ext cx="369730" cy="420775"/>
            <a:chOff x="-778700" y="3612425"/>
            <a:chExt cx="256775" cy="292225"/>
          </a:xfrm>
        </p:grpSpPr>
        <p:sp>
          <p:nvSpPr>
            <p:cNvPr id="8363" name="Google Shape;8363;p63"/>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3"/>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3"/>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3"/>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3"/>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3"/>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63"/>
          <p:cNvGrpSpPr/>
          <p:nvPr/>
        </p:nvGrpSpPr>
        <p:grpSpPr>
          <a:xfrm>
            <a:off x="6095649" y="3828305"/>
            <a:ext cx="340731" cy="387641"/>
            <a:chOff x="7728464" y="1561258"/>
            <a:chExt cx="349719" cy="397866"/>
          </a:xfrm>
        </p:grpSpPr>
        <p:sp>
          <p:nvSpPr>
            <p:cNvPr id="8370" name="Google Shape;8370;p63"/>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3"/>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63"/>
          <p:cNvGrpSpPr/>
          <p:nvPr/>
        </p:nvGrpSpPr>
        <p:grpSpPr>
          <a:xfrm>
            <a:off x="4018617" y="3828305"/>
            <a:ext cx="387681" cy="387641"/>
            <a:chOff x="5611350" y="1561258"/>
            <a:chExt cx="397907" cy="397866"/>
          </a:xfrm>
        </p:grpSpPr>
        <p:sp>
          <p:nvSpPr>
            <p:cNvPr id="8373" name="Google Shape;8373;p63"/>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3"/>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3"/>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3"/>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63"/>
          <p:cNvGrpSpPr/>
          <p:nvPr/>
        </p:nvGrpSpPr>
        <p:grpSpPr>
          <a:xfrm>
            <a:off x="4537903" y="3925571"/>
            <a:ext cx="387610" cy="193109"/>
            <a:chOff x="6140660" y="1661097"/>
            <a:chExt cx="397835" cy="198202"/>
          </a:xfrm>
        </p:grpSpPr>
        <p:sp>
          <p:nvSpPr>
            <p:cNvPr id="8378" name="Google Shape;8378;p63"/>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3"/>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3"/>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3"/>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63"/>
          <p:cNvGrpSpPr/>
          <p:nvPr/>
        </p:nvGrpSpPr>
        <p:grpSpPr>
          <a:xfrm>
            <a:off x="5057118" y="3828305"/>
            <a:ext cx="387681" cy="387641"/>
            <a:chOff x="6669907" y="1561258"/>
            <a:chExt cx="397907" cy="397866"/>
          </a:xfrm>
        </p:grpSpPr>
        <p:sp>
          <p:nvSpPr>
            <p:cNvPr id="8383" name="Google Shape;8383;p63"/>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3"/>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3"/>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63"/>
          <p:cNvGrpSpPr/>
          <p:nvPr/>
        </p:nvGrpSpPr>
        <p:grpSpPr>
          <a:xfrm>
            <a:off x="1942348" y="3885842"/>
            <a:ext cx="387681" cy="272572"/>
            <a:chOff x="3386036" y="1746339"/>
            <a:chExt cx="397907" cy="279762"/>
          </a:xfrm>
        </p:grpSpPr>
        <p:sp>
          <p:nvSpPr>
            <p:cNvPr id="8389" name="Google Shape;8389;p63"/>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3"/>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63"/>
          <p:cNvGrpSpPr/>
          <p:nvPr/>
        </p:nvGrpSpPr>
        <p:grpSpPr>
          <a:xfrm>
            <a:off x="2980045" y="3828288"/>
            <a:ext cx="387681" cy="387681"/>
            <a:chOff x="4417380" y="1687279"/>
            <a:chExt cx="397907" cy="397907"/>
          </a:xfrm>
        </p:grpSpPr>
        <p:sp>
          <p:nvSpPr>
            <p:cNvPr id="8392" name="Google Shape;8392;p63"/>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3"/>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63"/>
          <p:cNvGrpSpPr/>
          <p:nvPr/>
        </p:nvGrpSpPr>
        <p:grpSpPr>
          <a:xfrm>
            <a:off x="7926526" y="3308537"/>
            <a:ext cx="387661" cy="387661"/>
            <a:chOff x="2869999" y="1687279"/>
            <a:chExt cx="397887" cy="397887"/>
          </a:xfrm>
        </p:grpSpPr>
        <p:sp>
          <p:nvSpPr>
            <p:cNvPr id="8395" name="Google Shape;8395;p63"/>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3"/>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63"/>
          <p:cNvGrpSpPr/>
          <p:nvPr/>
        </p:nvGrpSpPr>
        <p:grpSpPr>
          <a:xfrm>
            <a:off x="2461634" y="3828664"/>
            <a:ext cx="386807" cy="386929"/>
            <a:chOff x="3902887" y="1687655"/>
            <a:chExt cx="397010" cy="397135"/>
          </a:xfrm>
        </p:grpSpPr>
        <p:sp>
          <p:nvSpPr>
            <p:cNvPr id="8398" name="Google Shape;8398;p63"/>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3"/>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63"/>
          <p:cNvGrpSpPr/>
          <p:nvPr/>
        </p:nvGrpSpPr>
        <p:grpSpPr>
          <a:xfrm>
            <a:off x="3499331" y="3828344"/>
            <a:ext cx="387681" cy="387681"/>
            <a:chOff x="4933458" y="1687279"/>
            <a:chExt cx="397907" cy="397907"/>
          </a:xfrm>
        </p:grpSpPr>
        <p:sp>
          <p:nvSpPr>
            <p:cNvPr id="8401" name="Google Shape;8401;p63"/>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3"/>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63"/>
          <p:cNvGrpSpPr/>
          <p:nvPr/>
        </p:nvGrpSpPr>
        <p:grpSpPr>
          <a:xfrm>
            <a:off x="5273586" y="3308775"/>
            <a:ext cx="387681" cy="387661"/>
            <a:chOff x="266768" y="1721375"/>
            <a:chExt cx="397907" cy="397887"/>
          </a:xfrm>
        </p:grpSpPr>
        <p:sp>
          <p:nvSpPr>
            <p:cNvPr id="8404" name="Google Shape;8404;p63"/>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3"/>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63"/>
          <p:cNvGrpSpPr/>
          <p:nvPr/>
        </p:nvGrpSpPr>
        <p:grpSpPr>
          <a:xfrm>
            <a:off x="7395588" y="3308924"/>
            <a:ext cx="387539" cy="386888"/>
            <a:chOff x="2408992" y="1722875"/>
            <a:chExt cx="397761" cy="397093"/>
          </a:xfrm>
        </p:grpSpPr>
        <p:sp>
          <p:nvSpPr>
            <p:cNvPr id="8407" name="Google Shape;8407;p63"/>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3"/>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9" name="Google Shape;8409;p63"/>
          <p:cNvGrpSpPr/>
          <p:nvPr/>
        </p:nvGrpSpPr>
        <p:grpSpPr>
          <a:xfrm>
            <a:off x="5576404" y="3828305"/>
            <a:ext cx="387641" cy="387641"/>
            <a:chOff x="7199196" y="1561258"/>
            <a:chExt cx="397866" cy="397866"/>
          </a:xfrm>
        </p:grpSpPr>
        <p:sp>
          <p:nvSpPr>
            <p:cNvPr id="8410" name="Google Shape;8410;p63"/>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3"/>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3"/>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63"/>
          <p:cNvGrpSpPr/>
          <p:nvPr/>
        </p:nvGrpSpPr>
        <p:grpSpPr>
          <a:xfrm>
            <a:off x="6332282" y="3308537"/>
            <a:ext cx="387661" cy="387661"/>
            <a:chOff x="1379798" y="1723250"/>
            <a:chExt cx="397887" cy="397887"/>
          </a:xfrm>
        </p:grpSpPr>
        <p:sp>
          <p:nvSpPr>
            <p:cNvPr id="8414" name="Google Shape;8414;p63"/>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3"/>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3"/>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3"/>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63"/>
          <p:cNvGrpSpPr/>
          <p:nvPr/>
        </p:nvGrpSpPr>
        <p:grpSpPr>
          <a:xfrm>
            <a:off x="5801242" y="3308537"/>
            <a:ext cx="387641" cy="387661"/>
            <a:chOff x="864491" y="1723250"/>
            <a:chExt cx="397866" cy="397887"/>
          </a:xfrm>
        </p:grpSpPr>
        <p:sp>
          <p:nvSpPr>
            <p:cNvPr id="8419" name="Google Shape;8419;p63"/>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3"/>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3"/>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2" name="Google Shape;8422;p63"/>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3" name="Google Shape;8423;p63"/>
          <p:cNvGrpSpPr/>
          <p:nvPr/>
        </p:nvGrpSpPr>
        <p:grpSpPr>
          <a:xfrm>
            <a:off x="6568070" y="3827060"/>
            <a:ext cx="388966" cy="388966"/>
            <a:chOff x="1190625" y="238125"/>
            <a:chExt cx="5235075" cy="5235075"/>
          </a:xfrm>
        </p:grpSpPr>
        <p:sp>
          <p:nvSpPr>
            <p:cNvPr id="8424" name="Google Shape;8424;p63"/>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3"/>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6" name="Google Shape;8426;p6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30" name="Shape 8430"/>
        <p:cNvGrpSpPr/>
        <p:nvPr/>
      </p:nvGrpSpPr>
      <p:grpSpPr>
        <a:xfrm>
          <a:off x="0" y="0"/>
          <a:ext cx="0" cy="0"/>
          <a:chOff x="0" y="0"/>
          <a:chExt cx="0" cy="0"/>
        </a:xfrm>
      </p:grpSpPr>
      <p:pic>
        <p:nvPicPr>
          <p:cNvPr id="8431" name="Google Shape;8431;p6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Quoting App Pitch Deck by Slidesgo">
  <a:themeElements>
    <a:clrScheme name="Simple Light">
      <a:dk1>
        <a:srgbClr val="24282A"/>
      </a:dk1>
      <a:lt1>
        <a:srgbClr val="F1E7D6"/>
      </a:lt1>
      <a:dk2>
        <a:srgbClr val="FCF6E7"/>
      </a:dk2>
      <a:lt2>
        <a:srgbClr val="EEBB90"/>
      </a:lt2>
      <a:accent1>
        <a:srgbClr val="E6907D"/>
      </a:accent1>
      <a:accent2>
        <a:srgbClr val="DD4F3D"/>
      </a:accent2>
      <a:accent3>
        <a:srgbClr val="BBC8BA"/>
      </a:accent3>
      <a:accent4>
        <a:srgbClr val="538786"/>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